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2" r:id="rId5"/>
  </p:sldMasterIdLst>
  <p:notesMasterIdLst>
    <p:notesMasterId r:id="rId27"/>
  </p:notesMasterIdLst>
  <p:handoutMasterIdLst>
    <p:handoutMasterId r:id="rId28"/>
  </p:handoutMasterIdLst>
  <p:sldIdLst>
    <p:sldId id="256" r:id="rId6"/>
    <p:sldId id="258" r:id="rId7"/>
    <p:sldId id="267" r:id="rId8"/>
    <p:sldId id="265" r:id="rId9"/>
    <p:sldId id="266" r:id="rId10"/>
    <p:sldId id="268" r:id="rId11"/>
    <p:sldId id="276" r:id="rId12"/>
    <p:sldId id="277" r:id="rId13"/>
    <p:sldId id="269" r:id="rId14"/>
    <p:sldId id="270" r:id="rId15"/>
    <p:sldId id="271" r:id="rId16"/>
    <p:sldId id="272" r:id="rId17"/>
    <p:sldId id="273" r:id="rId18"/>
    <p:sldId id="278" r:id="rId19"/>
    <p:sldId id="280" r:id="rId20"/>
    <p:sldId id="282" r:id="rId21"/>
    <p:sldId id="281" r:id="rId22"/>
    <p:sldId id="283" r:id="rId23"/>
    <p:sldId id="279" r:id="rId24"/>
    <p:sldId id="274" r:id="rId25"/>
    <p:sldId id="275"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9D9D"/>
    <a:srgbClr val="003E74"/>
    <a:srgbClr val="0085CA"/>
    <a:srgbClr val="00254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97"/>
  </p:normalViewPr>
  <p:slideViewPr>
    <p:cSldViewPr snapToGrid="0" snapToObjects="1">
      <p:cViewPr>
        <p:scale>
          <a:sx n="113" d="100"/>
          <a:sy n="113" d="100"/>
        </p:scale>
        <p:origin x="1476" y="-174"/>
      </p:cViewPr>
      <p:guideLst>
        <p:guide orient="horz" pos="2160"/>
        <p:guide pos="2880"/>
      </p:guideLst>
    </p:cSldViewPr>
  </p:slideViewPr>
  <p:notesTextViewPr>
    <p:cViewPr>
      <p:scale>
        <a:sx n="3" d="2"/>
        <a:sy n="3" d="2"/>
      </p:scale>
      <p:origin x="0" y="0"/>
    </p:cViewPr>
  </p:notesTextViewPr>
  <p:notesViewPr>
    <p:cSldViewPr snapToGrid="0" snapToObjects="1">
      <p:cViewPr varScale="1">
        <p:scale>
          <a:sx n="109" d="100"/>
          <a:sy n="109" d="100"/>
        </p:scale>
        <p:origin x="-2536"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b="1" dirty="0">
                <a:solidFill>
                  <a:srgbClr val="003E74"/>
                </a:solidFill>
              </a:rPr>
              <a:t>Name of presentation</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6B0EE2D-335A-3546-9D75-E17F32E16FE9}" type="datetime3">
              <a:rPr lang="en-GB" smtClean="0">
                <a:solidFill>
                  <a:srgbClr val="003E74"/>
                </a:solidFill>
              </a:rPr>
              <a:t>8 July, 2020</a:t>
            </a:fld>
            <a:endParaRPr lang="en-US" dirty="0">
              <a:solidFill>
                <a:srgbClr val="003E74"/>
              </a:solidFill>
            </a:endParaRPr>
          </a:p>
        </p:txBody>
      </p:sp>
    </p:spTree>
    <p:extLst>
      <p:ext uri="{BB962C8B-B14F-4D97-AF65-F5344CB8AC3E}">
        <p14:creationId xmlns:p14="http://schemas.microsoft.com/office/powerpoint/2010/main" val="3306949037"/>
      </p:ext>
    </p:extLst>
  </p:cSld>
  <p:clrMap bg1="lt1" tx1="dk1" bg2="lt2" tx2="dk2" accent1="accent1" accent2="accent2" accent3="accent3" accent4="accent4" accent5="accent5" accent6="accent6" hlink="hlink" folHlink="folHlink"/>
  <p:hf sldNum="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1">
                <a:solidFill>
                  <a:srgbClr val="003E74"/>
                </a:solidFill>
              </a:defRPr>
            </a:lvl1pPr>
          </a:lstStyle>
          <a:p>
            <a:r>
              <a:rPr lang="en-US" dirty="0"/>
              <a:t>Name of presentation</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rgbClr val="003E74"/>
                </a:solidFill>
              </a:defRPr>
            </a:lvl1pPr>
          </a:lstStyle>
          <a:p>
            <a:fld id="{8D35C32B-10D1-1447-A35B-280119DE9D12}" type="datetime3">
              <a:rPr lang="en-GB" smtClean="0"/>
              <a:pPr/>
              <a:t>8 July, 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Tree>
    <p:extLst>
      <p:ext uri="{BB962C8B-B14F-4D97-AF65-F5344CB8AC3E}">
        <p14:creationId xmlns:p14="http://schemas.microsoft.com/office/powerpoint/2010/main" val="2133265648"/>
      </p:ext>
    </p:extLst>
  </p:cSld>
  <p:clrMap bg1="lt1" tx1="dk1" bg2="lt2" tx2="dk2" accent1="accent1" accent2="accent2" accent3="accent3" accent4="accent4" accent5="accent5" accent6="accent6" hlink="hlink" folHlink="folHlink"/>
  <p:hf sldNum="0" ftr="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7" name="Text Box 1"/>
          <p:cNvSpPr txBox="1">
            <a:spLocks noChangeArrowheads="1"/>
          </p:cNvSpPr>
          <p:nvPr/>
        </p:nvSpPr>
        <p:spPr bwMode="auto">
          <a:xfrm>
            <a:off x="1387766" y="992496"/>
            <a:ext cx="4017582" cy="3400160"/>
          </a:xfrm>
          <a:prstGeom prst="rect">
            <a:avLst/>
          </a:prstGeom>
          <a:solidFill>
            <a:srgbClr val="FFFFFF"/>
          </a:solidFill>
          <a:ln w="9525">
            <a:solidFill>
              <a:srgbClr val="000000"/>
            </a:solidFill>
            <a:miter lim="800000"/>
            <a:headEnd/>
            <a:tailEnd/>
          </a:ln>
          <a:effectLst/>
        </p:spPr>
        <p:txBody>
          <a:bodyPr wrap="none" lIns="85707" tIns="42853" rIns="85707" bIns="42853" anchor="ctr"/>
          <a:lstStyle/>
          <a:p>
            <a:endParaRPr lang="en-GB"/>
          </a:p>
        </p:txBody>
      </p:sp>
      <p:sp>
        <p:nvSpPr>
          <p:cNvPr id="4098" name="Text Box 2"/>
          <p:cNvSpPr txBox="1">
            <a:spLocks noGrp="1" noChangeArrowheads="1"/>
          </p:cNvSpPr>
          <p:nvPr>
            <p:ph type="body"/>
          </p:nvPr>
        </p:nvSpPr>
        <p:spPr bwMode="auto">
          <a:xfrm>
            <a:off x="1036662" y="4721402"/>
            <a:ext cx="4726729" cy="3772738"/>
          </a:xfrm>
          <a:prstGeom prst="rect">
            <a:avLst/>
          </a:prstGeom>
          <a:noFill/>
          <a:ln>
            <a:round/>
            <a:headEnd/>
            <a:tailEnd/>
          </a:ln>
        </p:spPr>
        <p:txBody>
          <a:bodyPr lIns="0" tIns="0" rIns="0" bIns="0"/>
          <a:lstStyle/>
          <a:p>
            <a:pPr marL="80350" indent="-80350" eaLnBrk="1">
              <a:lnSpc>
                <a:spcPct val="93000"/>
              </a:lnSpc>
              <a:spcBef>
                <a:spcPct val="0"/>
              </a:spcBef>
              <a:buSzPct val="45000"/>
              <a:tabLst>
                <a:tab pos="678511" algn="l"/>
                <a:tab pos="1357023" algn="l"/>
                <a:tab pos="2035534" algn="l"/>
                <a:tab pos="2714046" algn="l"/>
                <a:tab pos="3392557" algn="l"/>
                <a:tab pos="4071069" algn="l"/>
                <a:tab pos="4749580" algn="l"/>
              </a:tabLst>
            </a:pPr>
            <a:r>
              <a:rPr lang="en-GB" dirty="0">
                <a:latin typeface="Arial" charset="0"/>
                <a:ea typeface="msgothic" charset="0"/>
                <a:cs typeface="msgothic" charset="0"/>
              </a:rPr>
              <a:t>Forest plot of the effectiveness of </a:t>
            </a:r>
            <a:r>
              <a:rPr lang="en-GB" dirty="0" err="1">
                <a:latin typeface="Arial" charset="0"/>
                <a:ea typeface="msgothic" charset="0"/>
                <a:cs typeface="msgothic" charset="0"/>
              </a:rPr>
              <a:t>dexamethasone</a:t>
            </a:r>
            <a:r>
              <a:rPr lang="en-GB" dirty="0">
                <a:latin typeface="Arial" charset="0"/>
                <a:ea typeface="msgothic" charset="0"/>
                <a:cs typeface="msgothic" charset="0"/>
              </a:rPr>
              <a:t> in preventing the recurrence of acute severe migraine headache in adults compared with placebo</a:t>
            </a:r>
          </a:p>
        </p:txBody>
      </p:sp>
    </p:spTree>
    <p:extLst>
      <p:ext uri="{BB962C8B-B14F-4D97-AF65-F5344CB8AC3E}">
        <p14:creationId xmlns:p14="http://schemas.microsoft.com/office/powerpoint/2010/main" val="3717750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7" name="Text Box 1"/>
          <p:cNvSpPr txBox="1">
            <a:spLocks noChangeArrowheads="1"/>
          </p:cNvSpPr>
          <p:nvPr/>
        </p:nvSpPr>
        <p:spPr bwMode="auto">
          <a:xfrm>
            <a:off x="1387766" y="992496"/>
            <a:ext cx="4017582" cy="3400160"/>
          </a:xfrm>
          <a:prstGeom prst="rect">
            <a:avLst/>
          </a:prstGeom>
          <a:solidFill>
            <a:srgbClr val="FFFFFF"/>
          </a:solidFill>
          <a:ln w="9525">
            <a:solidFill>
              <a:srgbClr val="000000"/>
            </a:solidFill>
            <a:miter lim="800000"/>
            <a:headEnd/>
            <a:tailEnd/>
          </a:ln>
          <a:effectLst/>
        </p:spPr>
        <p:txBody>
          <a:bodyPr wrap="none" lIns="85707" tIns="42853" rIns="85707" bIns="42853" anchor="ctr"/>
          <a:lstStyle/>
          <a:p>
            <a:endParaRPr lang="en-GB"/>
          </a:p>
        </p:txBody>
      </p:sp>
      <p:sp>
        <p:nvSpPr>
          <p:cNvPr id="4098" name="Text Box 2"/>
          <p:cNvSpPr txBox="1">
            <a:spLocks noGrp="1" noChangeArrowheads="1"/>
          </p:cNvSpPr>
          <p:nvPr>
            <p:ph type="body"/>
          </p:nvPr>
        </p:nvSpPr>
        <p:spPr bwMode="auto">
          <a:xfrm>
            <a:off x="1036662" y="4721402"/>
            <a:ext cx="4726729" cy="3772738"/>
          </a:xfrm>
          <a:prstGeom prst="rect">
            <a:avLst/>
          </a:prstGeom>
          <a:noFill/>
          <a:ln>
            <a:round/>
            <a:headEnd/>
            <a:tailEnd/>
          </a:ln>
        </p:spPr>
        <p:txBody>
          <a:bodyPr lIns="0" tIns="0" rIns="0" bIns="0"/>
          <a:lstStyle/>
          <a:p>
            <a:pPr marL="80350" indent="-80350" eaLnBrk="1">
              <a:lnSpc>
                <a:spcPct val="93000"/>
              </a:lnSpc>
              <a:spcBef>
                <a:spcPct val="0"/>
              </a:spcBef>
              <a:buSzPct val="45000"/>
              <a:tabLst>
                <a:tab pos="678511" algn="l"/>
                <a:tab pos="1357023" algn="l"/>
                <a:tab pos="2035534" algn="l"/>
                <a:tab pos="2714046" algn="l"/>
                <a:tab pos="3392557" algn="l"/>
                <a:tab pos="4071069" algn="l"/>
                <a:tab pos="4749580" algn="l"/>
              </a:tabLst>
            </a:pPr>
            <a:r>
              <a:rPr lang="en-GB" dirty="0">
                <a:latin typeface="Arial" charset="0"/>
                <a:ea typeface="msgothic" charset="0"/>
                <a:cs typeface="msgothic" charset="0"/>
              </a:rPr>
              <a:t>Fig 5 Comparison of fixed and random effects meta-analytical estimates of the effect of intravenous magnesium on mortality after myocardial infarction</a:t>
            </a:r>
          </a:p>
        </p:txBody>
      </p:sp>
    </p:spTree>
    <p:extLst>
      <p:ext uri="{BB962C8B-B14F-4D97-AF65-F5344CB8AC3E}">
        <p14:creationId xmlns:p14="http://schemas.microsoft.com/office/powerpoint/2010/main" val="472673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71EE8FCC-ADA7-4EC4-8E58-D13F891ACD19}" type="slidenum">
              <a:rPr kumimoji="0" lang="en-US" altLang="en-US" sz="1800" b="0" i="0" u="none" strike="noStrike" kern="1200" cap="none" spc="0" normalizeH="0" baseline="0" noProof="0" smtClean="0">
                <a:ln>
                  <a:noFill/>
                </a:ln>
                <a:solidFill>
                  <a:srgbClr val="000000"/>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15</a:t>
            </a:fld>
            <a:endParaRPr kumimoji="0" lang="en-US" alt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611290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TextEdit="1"/>
          </p:cNvSpPr>
          <p:nvPr>
            <p:ph type="sldImg"/>
          </p:nvPr>
        </p:nvSpPr>
        <p:spPr>
          <a:ln/>
        </p:spPr>
      </p:sp>
      <p:sp>
        <p:nvSpPr>
          <p:cNvPr id="64515" name="Rectangle 3"/>
          <p:cNvSpPr>
            <a:spLocks noGrp="1"/>
          </p:cNvSpPr>
          <p:nvPr>
            <p:ph type="body" idx="1"/>
          </p:nvPr>
        </p:nvSpPr>
        <p:spPr>
          <a:noFill/>
        </p:spPr>
        <p:txBody>
          <a:bodyPr/>
          <a:lstStyle/>
          <a:p>
            <a:endParaRPr lang="af-ZA"/>
          </a:p>
        </p:txBody>
      </p:sp>
    </p:spTree>
    <p:extLst>
      <p:ext uri="{BB962C8B-B14F-4D97-AF65-F5344CB8AC3E}">
        <p14:creationId xmlns:p14="http://schemas.microsoft.com/office/powerpoint/2010/main" val="2819087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no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3942832"/>
            <a:ext cx="6400800" cy="604513"/>
          </a:xfrm>
        </p:spPr>
        <p:txBody>
          <a:bodyPr/>
          <a:lstStyle>
            <a:lvl1pPr marL="0" indent="0" algn="l">
              <a:buNone/>
              <a:defRPr sz="2800">
                <a:solidFill>
                  <a:srgbClr val="000000"/>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
        <p:nvSpPr>
          <p:cNvPr id="13" name="Title 12"/>
          <p:cNvSpPr>
            <a:spLocks noGrp="1"/>
          </p:cNvSpPr>
          <p:nvPr>
            <p:ph type="title"/>
          </p:nvPr>
        </p:nvSpPr>
        <p:spPr>
          <a:xfrm>
            <a:off x="457200" y="2096689"/>
            <a:ext cx="8229600" cy="1143000"/>
          </a:xfrm>
        </p:spPr>
        <p:txBody>
          <a:bodyPr/>
          <a:lstStyle>
            <a:lvl1pPr algn="l">
              <a:defRPr sz="5000" b="0">
                <a:solidFill>
                  <a:srgbClr val="003E74"/>
                </a:solidFill>
              </a:defRPr>
            </a:lvl1pPr>
          </a:lstStyle>
          <a:p>
            <a:r>
              <a:rPr lang="en-GB" dirty="0"/>
              <a:t>Click to edit Master title style</a:t>
            </a:r>
            <a:endParaRPr lang="en-US" dirty="0"/>
          </a:p>
        </p:txBody>
      </p:sp>
      <p:sp>
        <p:nvSpPr>
          <p:cNvPr id="7" name="Text Placeholder 3"/>
          <p:cNvSpPr txBox="1">
            <a:spLocks/>
          </p:cNvSpPr>
          <p:nvPr userDrawn="1"/>
        </p:nvSpPr>
        <p:spPr>
          <a:xfrm>
            <a:off x="6340639" y="800593"/>
            <a:ext cx="2346162" cy="257244"/>
          </a:xfrm>
          <a:prstGeom prst="rect">
            <a:avLst/>
          </a:prstGeom>
        </p:spPr>
        <p:txBody>
          <a:bodyPr lIns="0" tIns="0" rIns="0" bIns="0"/>
          <a:lstStyle>
            <a:lvl1pPr marL="0" indent="0" algn="r" defTabSz="457200" rtl="0" eaLnBrk="1" latinLnBrk="0" hangingPunct="1">
              <a:spcBef>
                <a:spcPct val="20000"/>
              </a:spcBef>
              <a:buClr>
                <a:srgbClr val="003E74"/>
              </a:buClr>
              <a:buFont typeface="Arial"/>
              <a:buNone/>
              <a:defRPr sz="1200" b="0" kern="1200" baseline="0">
                <a:solidFill>
                  <a:srgbClr val="003E74"/>
                </a:solidFill>
                <a:latin typeface="Arial"/>
                <a:ea typeface="+mn-ea"/>
                <a:cs typeface="Arial"/>
              </a:defRPr>
            </a:lvl1pPr>
            <a:lvl2pPr marL="742950" indent="-285750" algn="l" defTabSz="457200" rtl="0" eaLnBrk="1" latinLnBrk="0" hangingPunct="1">
              <a:spcBef>
                <a:spcPct val="20000"/>
              </a:spcBef>
              <a:buClr>
                <a:srgbClr val="003E74"/>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3E74"/>
              </a:buClr>
              <a:buFont typeface="Arial"/>
              <a:buChar char="•"/>
              <a:defRPr sz="1400" kern="1200">
                <a:solidFill>
                  <a:schemeClr val="tx1"/>
                </a:solidFill>
                <a:latin typeface="Arial"/>
                <a:ea typeface="+mn-ea"/>
                <a:cs typeface="Arial"/>
              </a:defRPr>
            </a:lvl3pPr>
            <a:lvl4pPr marL="1600200" indent="-228600" algn="l" defTabSz="457200" rtl="0" eaLnBrk="1" latinLnBrk="0" hangingPunct="1">
              <a:spcBef>
                <a:spcPct val="20000"/>
              </a:spcBef>
              <a:buClr>
                <a:srgbClr val="003E74"/>
              </a:buClr>
              <a:buFont typeface="Arial"/>
              <a:buChar char="–"/>
              <a:defRPr sz="1400" kern="1200">
                <a:solidFill>
                  <a:schemeClr val="tx1"/>
                </a:solidFill>
                <a:latin typeface="Arial"/>
                <a:ea typeface="+mn-ea"/>
                <a:cs typeface="Arial"/>
              </a:defRPr>
            </a:lvl4pPr>
            <a:lvl5pPr marL="2057400" indent="-228600" algn="l" defTabSz="457200" rtl="0" eaLnBrk="1" latinLnBrk="0" hangingPunct="1">
              <a:spcBef>
                <a:spcPct val="20000"/>
              </a:spcBef>
              <a:buClr>
                <a:srgbClr val="003E74"/>
              </a:buClr>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0" name="Text Placeholder 9"/>
          <p:cNvSpPr>
            <a:spLocks noGrp="1"/>
          </p:cNvSpPr>
          <p:nvPr>
            <p:ph type="body" sz="quarter" idx="11" hasCustomPrompt="1"/>
          </p:nvPr>
        </p:nvSpPr>
        <p:spPr>
          <a:xfrm>
            <a:off x="457200" y="5273580"/>
            <a:ext cx="6400800" cy="339811"/>
          </a:xfrm>
        </p:spPr>
        <p:txBody>
          <a:bodyPr/>
          <a:lstStyle>
            <a:lvl1pPr marL="0" indent="0" algn="l">
              <a:buNone/>
              <a:defRPr sz="1200" baseline="0">
                <a:solidFill>
                  <a:srgbClr val="9D9D9D"/>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GB" dirty="0"/>
              <a:t>Click to edit author name</a:t>
            </a:r>
            <a:endParaRPr lang="en-US" dirty="0"/>
          </a:p>
        </p:txBody>
      </p:sp>
      <p:sp>
        <p:nvSpPr>
          <p:cNvPr id="8" name="Text Placeholder 3"/>
          <p:cNvSpPr>
            <a:spLocks noGrp="1"/>
          </p:cNvSpPr>
          <p:nvPr>
            <p:ph type="body" sz="quarter" idx="13" hasCustomPrompt="1"/>
          </p:nvPr>
        </p:nvSpPr>
        <p:spPr>
          <a:xfrm>
            <a:off x="7095256" y="791391"/>
            <a:ext cx="1591545" cy="257175"/>
          </a:xfrm>
        </p:spPr>
        <p:txBody>
          <a:bodyPr/>
          <a:lstStyle>
            <a:lvl1pPr marL="0" indent="0" algn="r">
              <a:buNone/>
              <a:defRPr sz="1200">
                <a:solidFill>
                  <a:srgbClr val="003E74"/>
                </a:solidFill>
              </a:defRPr>
            </a:lvl1pPr>
          </a:lstStyle>
          <a:p>
            <a:pPr lvl="0"/>
            <a:r>
              <a:rPr lang="en-US" dirty="0"/>
              <a:t>Click to add the date</a:t>
            </a:r>
          </a:p>
        </p:txBody>
      </p:sp>
    </p:spTree>
    <p:extLst>
      <p:ext uri="{BB962C8B-B14F-4D97-AF65-F5344CB8AC3E}">
        <p14:creationId xmlns:p14="http://schemas.microsoft.com/office/powerpoint/2010/main" val="37180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4245089"/>
            <a:ext cx="3601176" cy="797761"/>
          </a:xfrm>
        </p:spPr>
        <p:txBody>
          <a:bodyPr/>
          <a:lstStyle>
            <a:lvl1pPr marL="0" indent="0" algn="l">
              <a:buNone/>
              <a:defRPr sz="2800">
                <a:solidFill>
                  <a:srgbClr val="000000"/>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
        <p:nvSpPr>
          <p:cNvPr id="4" name="Title 12"/>
          <p:cNvSpPr>
            <a:spLocks noGrp="1"/>
          </p:cNvSpPr>
          <p:nvPr>
            <p:ph type="title"/>
          </p:nvPr>
        </p:nvSpPr>
        <p:spPr>
          <a:xfrm>
            <a:off x="457200" y="1545982"/>
            <a:ext cx="3601176" cy="2153335"/>
          </a:xfrm>
        </p:spPr>
        <p:txBody>
          <a:bodyPr/>
          <a:lstStyle>
            <a:lvl1pPr>
              <a:defRPr sz="5000" b="0">
                <a:solidFill>
                  <a:srgbClr val="003E74"/>
                </a:solidFill>
              </a:defRPr>
            </a:lvl1pPr>
          </a:lstStyle>
          <a:p>
            <a:r>
              <a:rPr lang="en-GB" dirty="0"/>
              <a:t>Click to edit Master title style</a:t>
            </a:r>
            <a:endParaRPr lang="en-US" dirty="0"/>
          </a:p>
        </p:txBody>
      </p:sp>
      <p:sp>
        <p:nvSpPr>
          <p:cNvPr id="5" name="Text Placeholder 9"/>
          <p:cNvSpPr>
            <a:spLocks noGrp="1"/>
          </p:cNvSpPr>
          <p:nvPr>
            <p:ph type="body" sz="quarter" idx="11" hasCustomPrompt="1"/>
          </p:nvPr>
        </p:nvSpPr>
        <p:spPr>
          <a:xfrm>
            <a:off x="457200" y="5522041"/>
            <a:ext cx="3601176" cy="339811"/>
          </a:xfrm>
        </p:spPr>
        <p:txBody>
          <a:bodyPr/>
          <a:lstStyle>
            <a:lvl1pPr marL="0" indent="0" algn="l">
              <a:buNone/>
              <a:defRPr sz="1200" baseline="0">
                <a:solidFill>
                  <a:srgbClr val="9D9D9D"/>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GB" dirty="0"/>
              <a:t>Click to edit author name</a:t>
            </a:r>
            <a:endParaRPr lang="en-US" dirty="0"/>
          </a:p>
        </p:txBody>
      </p:sp>
      <p:sp>
        <p:nvSpPr>
          <p:cNvPr id="7" name="Picture Placeholder 6"/>
          <p:cNvSpPr>
            <a:spLocks noGrp="1"/>
          </p:cNvSpPr>
          <p:nvPr>
            <p:ph type="pic" sz="quarter" idx="12"/>
          </p:nvPr>
        </p:nvSpPr>
        <p:spPr>
          <a:xfrm>
            <a:off x="4756151" y="1546225"/>
            <a:ext cx="3930650" cy="4316413"/>
          </a:xfrm>
        </p:spPr>
        <p:txBody>
          <a:bodyPr/>
          <a:lstStyle>
            <a:lvl1pPr>
              <a:buClr>
                <a:srgbClr val="0085CA"/>
              </a:buClr>
              <a:defRPr/>
            </a:lvl1pPr>
          </a:lstStyle>
          <a:p>
            <a:endParaRPr lang="en-US" dirty="0"/>
          </a:p>
        </p:txBody>
      </p:sp>
      <p:sp>
        <p:nvSpPr>
          <p:cNvPr id="9" name="Text Placeholder 3"/>
          <p:cNvSpPr>
            <a:spLocks noGrp="1"/>
          </p:cNvSpPr>
          <p:nvPr>
            <p:ph type="body" sz="quarter" idx="13" hasCustomPrompt="1"/>
          </p:nvPr>
        </p:nvSpPr>
        <p:spPr>
          <a:xfrm>
            <a:off x="7095256" y="791391"/>
            <a:ext cx="1591545" cy="257175"/>
          </a:xfrm>
        </p:spPr>
        <p:txBody>
          <a:bodyPr/>
          <a:lstStyle>
            <a:lvl1pPr marL="0" indent="0" algn="r">
              <a:buNone/>
              <a:defRPr sz="1200">
                <a:solidFill>
                  <a:srgbClr val="003E74"/>
                </a:solidFill>
              </a:defRPr>
            </a:lvl1pPr>
          </a:lstStyle>
          <a:p>
            <a:pPr lvl="0"/>
            <a:r>
              <a:rPr lang="en-US" dirty="0"/>
              <a:t>Click to add the date</a:t>
            </a:r>
          </a:p>
        </p:txBody>
      </p:sp>
    </p:spTree>
    <p:extLst>
      <p:ext uri="{BB962C8B-B14F-4D97-AF65-F5344CB8AC3E}">
        <p14:creationId xmlns:p14="http://schemas.microsoft.com/office/powerpoint/2010/main" val="1372030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on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GB" dirty="0"/>
              <a:t>Click to edit Master title style</a:t>
            </a:r>
            <a:endParaRPr lang="en-US" dirty="0"/>
          </a:p>
        </p:txBody>
      </p:sp>
      <p:sp>
        <p:nvSpPr>
          <p:cNvPr id="3" name="Content Placeholder 2"/>
          <p:cNvSpPr>
            <a:spLocks noGrp="1"/>
          </p:cNvSpPr>
          <p:nvPr>
            <p:ph idx="1"/>
          </p:nvPr>
        </p:nvSpPr>
        <p:spPr/>
        <p:txBody>
          <a:bodyPr/>
          <a:lstStyle>
            <a:lvl1pPr>
              <a:buClr>
                <a:srgbClr val="0085CA"/>
              </a:buClr>
              <a:defRPr/>
            </a:lvl1pPr>
            <a:lvl2pPr>
              <a:buClr>
                <a:srgbClr val="0085CA"/>
              </a:buClr>
              <a:defRPr/>
            </a:lvl2pPr>
            <a:lvl3pPr>
              <a:buClr>
                <a:srgbClr val="0085CA"/>
              </a:buClr>
              <a:defRPr sz="1200"/>
            </a:lvl3pPr>
            <a:lvl4pPr>
              <a:buClr>
                <a:srgbClr val="0085CA"/>
              </a:buClr>
              <a:defRPr sz="1200"/>
            </a:lvl4pPr>
            <a:lvl5pPr>
              <a:buClr>
                <a:srgbClr val="0085CA"/>
              </a:buClr>
              <a:defRPr sz="1200">
                <a:latin typeface="+mn-lt"/>
              </a:defRPr>
            </a:lvl5pPr>
            <a:lvl6pPr marL="2286000" indent="0">
              <a:buNone/>
              <a:defRPr sz="1400" baseline="0">
                <a:latin typeface="+mn-lt"/>
              </a:defRPr>
            </a:lvl6pPr>
            <a:lvl7pPr>
              <a:defRPr/>
            </a:lvl7pPr>
            <a:lvl8pPr>
              <a:defRPr/>
            </a:lvl8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Text Placeholder 7"/>
          <p:cNvSpPr>
            <a:spLocks noGrp="1"/>
          </p:cNvSpPr>
          <p:nvPr>
            <p:ph type="body" sz="quarter" idx="10" hasCustomPrompt="1"/>
          </p:nvPr>
        </p:nvSpPr>
        <p:spPr>
          <a:xfrm>
            <a:off x="6340638" y="469900"/>
            <a:ext cx="2346162" cy="312291"/>
          </a:xfrm>
        </p:spPr>
        <p:txBody>
          <a:bodyPr/>
          <a:lstStyle>
            <a:lvl1pPr marL="0" indent="0" algn="r">
              <a:buNone/>
              <a:defRPr sz="12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dirty="0"/>
              <a:t>Click to edit presentation title</a:t>
            </a:r>
            <a:endParaRPr lang="en-US" dirty="0"/>
          </a:p>
        </p:txBody>
      </p:sp>
      <p:sp>
        <p:nvSpPr>
          <p:cNvPr id="7" name="Text Placeholder 3"/>
          <p:cNvSpPr>
            <a:spLocks noGrp="1"/>
          </p:cNvSpPr>
          <p:nvPr>
            <p:ph type="body" sz="quarter" idx="12" hasCustomPrompt="1"/>
          </p:nvPr>
        </p:nvSpPr>
        <p:spPr>
          <a:xfrm>
            <a:off x="7095256" y="791391"/>
            <a:ext cx="1591545" cy="257175"/>
          </a:xfrm>
        </p:spPr>
        <p:txBody>
          <a:bodyPr/>
          <a:lstStyle>
            <a:lvl1pPr marL="0" indent="0" algn="r">
              <a:buNone/>
              <a:defRPr sz="1200">
                <a:solidFill>
                  <a:srgbClr val="003E74"/>
                </a:solidFill>
              </a:defRPr>
            </a:lvl1pPr>
          </a:lstStyle>
          <a:p>
            <a:pPr lvl="0"/>
            <a:r>
              <a:rPr lang="en-US" dirty="0"/>
              <a:t>Click to add the date</a:t>
            </a:r>
          </a:p>
        </p:txBody>
      </p:sp>
    </p:spTree>
    <p:extLst>
      <p:ext uri="{BB962C8B-B14F-4D97-AF65-F5344CB8AC3E}">
        <p14:creationId xmlns:p14="http://schemas.microsoft.com/office/powerpoint/2010/main" val="1569259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10" name="Content Placeholder 2"/>
          <p:cNvSpPr>
            <a:spLocks noGrp="1"/>
          </p:cNvSpPr>
          <p:nvPr>
            <p:ph idx="11"/>
          </p:nvPr>
        </p:nvSpPr>
        <p:spPr>
          <a:xfrm>
            <a:off x="457199" y="2346581"/>
            <a:ext cx="3950877" cy="3644104"/>
          </a:xfrm>
        </p:spPr>
        <p:txBody>
          <a:bodyPr/>
          <a:lstStyle>
            <a:lvl1pPr>
              <a:buClr>
                <a:srgbClr val="0085CA"/>
              </a:buClr>
              <a:defRPr/>
            </a:lvl1pPr>
            <a:lvl2pPr>
              <a:buClr>
                <a:srgbClr val="0085CA"/>
              </a:buClr>
              <a:defRPr/>
            </a:lvl2pPr>
            <a:lvl3pPr>
              <a:buClr>
                <a:srgbClr val="0085CA"/>
              </a:buClr>
              <a:defRPr/>
            </a:lvl3pPr>
            <a:lvl4pPr>
              <a:buClr>
                <a:srgbClr val="0085CA"/>
              </a:buClr>
              <a:defRPr/>
            </a:lvl4pPr>
            <a:lvl5pPr>
              <a:buClr>
                <a:srgbClr val="0085CA"/>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p:cNvSpPr>
            <a:spLocks noGrp="1"/>
          </p:cNvSpPr>
          <p:nvPr>
            <p:ph type="title"/>
          </p:nvPr>
        </p:nvSpPr>
        <p:spPr/>
        <p:txBody>
          <a:bodyPr/>
          <a:lstStyle>
            <a:lvl1pPr>
              <a:defRPr sz="2800"/>
            </a:lvl1pPr>
          </a:lstStyle>
          <a:p>
            <a:r>
              <a:rPr lang="en-GB" dirty="0"/>
              <a:t>Click to edit Master title style</a:t>
            </a:r>
            <a:endParaRPr lang="en-US" dirty="0"/>
          </a:p>
        </p:txBody>
      </p:sp>
      <p:sp>
        <p:nvSpPr>
          <p:cNvPr id="9" name="Text Placeholder 7"/>
          <p:cNvSpPr>
            <a:spLocks noGrp="1"/>
          </p:cNvSpPr>
          <p:nvPr>
            <p:ph type="body" sz="quarter" idx="10" hasCustomPrompt="1"/>
          </p:nvPr>
        </p:nvSpPr>
        <p:spPr>
          <a:xfrm>
            <a:off x="6340638" y="469900"/>
            <a:ext cx="2346162" cy="312291"/>
          </a:xfrm>
        </p:spPr>
        <p:txBody>
          <a:bodyPr/>
          <a:lstStyle>
            <a:lvl1pPr marL="0" indent="0" algn="r">
              <a:buNone/>
              <a:defRPr sz="12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dirty="0"/>
              <a:t>Click to edit presentation title</a:t>
            </a:r>
            <a:endParaRPr lang="en-US" dirty="0"/>
          </a:p>
        </p:txBody>
      </p:sp>
      <p:sp>
        <p:nvSpPr>
          <p:cNvPr id="12" name="Content Placeholder 2"/>
          <p:cNvSpPr>
            <a:spLocks noGrp="1"/>
          </p:cNvSpPr>
          <p:nvPr>
            <p:ph idx="12"/>
          </p:nvPr>
        </p:nvSpPr>
        <p:spPr>
          <a:xfrm>
            <a:off x="4735923" y="2346581"/>
            <a:ext cx="3950878" cy="3644104"/>
          </a:xfrm>
        </p:spPr>
        <p:txBody>
          <a:bodyPr/>
          <a:lstStyle>
            <a:lvl1pPr>
              <a:buClr>
                <a:srgbClr val="0085CA"/>
              </a:buClr>
              <a:defRPr/>
            </a:lvl1pPr>
            <a:lvl2pPr>
              <a:buClr>
                <a:srgbClr val="0085CA"/>
              </a:buClr>
              <a:defRPr/>
            </a:lvl2pPr>
            <a:lvl3pPr>
              <a:buClr>
                <a:srgbClr val="0085CA"/>
              </a:buClr>
              <a:defRPr/>
            </a:lvl3pPr>
            <a:lvl4pPr>
              <a:buClr>
                <a:srgbClr val="0085CA"/>
              </a:buClr>
              <a:defRPr/>
            </a:lvl4pPr>
            <a:lvl5pPr>
              <a:buClr>
                <a:srgbClr val="0085CA"/>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 Placeholder 3"/>
          <p:cNvSpPr>
            <a:spLocks noGrp="1"/>
          </p:cNvSpPr>
          <p:nvPr>
            <p:ph type="body" sz="quarter" idx="13" hasCustomPrompt="1"/>
          </p:nvPr>
        </p:nvSpPr>
        <p:spPr>
          <a:xfrm>
            <a:off x="7095256" y="791391"/>
            <a:ext cx="1591545" cy="257175"/>
          </a:xfrm>
        </p:spPr>
        <p:txBody>
          <a:bodyPr/>
          <a:lstStyle>
            <a:lvl1pPr marL="0" indent="0" algn="r">
              <a:buNone/>
              <a:defRPr sz="1200">
                <a:solidFill>
                  <a:srgbClr val="003E74"/>
                </a:solidFill>
              </a:defRPr>
            </a:lvl1pPr>
          </a:lstStyle>
          <a:p>
            <a:pPr lvl="0"/>
            <a:r>
              <a:rPr lang="en-US" dirty="0"/>
              <a:t>Click to add the date</a:t>
            </a:r>
          </a:p>
        </p:txBody>
      </p:sp>
    </p:spTree>
    <p:extLst>
      <p:ext uri="{BB962C8B-B14F-4D97-AF65-F5344CB8AC3E}">
        <p14:creationId xmlns:p14="http://schemas.microsoft.com/office/powerpoint/2010/main" val="2622752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quote)">
    <p:spTree>
      <p:nvGrpSpPr>
        <p:cNvPr id="1" name=""/>
        <p:cNvGrpSpPr/>
        <p:nvPr/>
      </p:nvGrpSpPr>
      <p:grpSpPr>
        <a:xfrm>
          <a:off x="0" y="0"/>
          <a:ext cx="0" cy="0"/>
          <a:chOff x="0" y="0"/>
          <a:chExt cx="0" cy="0"/>
        </a:xfrm>
      </p:grpSpPr>
      <p:sp>
        <p:nvSpPr>
          <p:cNvPr id="3" name="Content Placeholder 2"/>
          <p:cNvSpPr>
            <a:spLocks noGrp="1"/>
          </p:cNvSpPr>
          <p:nvPr>
            <p:ph idx="11"/>
          </p:nvPr>
        </p:nvSpPr>
        <p:spPr>
          <a:xfrm>
            <a:off x="457199" y="2346581"/>
            <a:ext cx="3950877" cy="3644104"/>
          </a:xfrm>
        </p:spPr>
        <p:txBody>
          <a:bodyPr/>
          <a:lstStyle>
            <a:lvl1pPr>
              <a:buClr>
                <a:srgbClr val="0085CA"/>
              </a:buClr>
              <a:defRPr/>
            </a:lvl1pPr>
            <a:lvl2pPr>
              <a:buClr>
                <a:srgbClr val="0085CA"/>
              </a:buClr>
              <a:defRPr/>
            </a:lvl2pPr>
            <a:lvl3pPr>
              <a:buClr>
                <a:srgbClr val="0085CA"/>
              </a:buClr>
              <a:defRPr/>
            </a:lvl3pPr>
            <a:lvl4pPr>
              <a:buClr>
                <a:srgbClr val="0085CA"/>
              </a:buClr>
              <a:defRPr/>
            </a:lvl4pPr>
            <a:lvl5pPr>
              <a:buClr>
                <a:srgbClr val="0085CA"/>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itle 1"/>
          <p:cNvSpPr>
            <a:spLocks noGrp="1"/>
          </p:cNvSpPr>
          <p:nvPr>
            <p:ph type="title"/>
          </p:nvPr>
        </p:nvSpPr>
        <p:spPr>
          <a:xfrm>
            <a:off x="457200" y="1487908"/>
            <a:ext cx="8229600" cy="507556"/>
          </a:xfrm>
        </p:spPr>
        <p:txBody>
          <a:bodyPr/>
          <a:lstStyle>
            <a:lvl1pPr>
              <a:defRPr sz="2800"/>
            </a:lvl1pPr>
          </a:lstStyle>
          <a:p>
            <a:r>
              <a:rPr lang="en-GB" dirty="0"/>
              <a:t>Click to edit Master title style</a:t>
            </a:r>
            <a:endParaRPr lang="en-US" dirty="0"/>
          </a:p>
        </p:txBody>
      </p:sp>
      <p:sp>
        <p:nvSpPr>
          <p:cNvPr id="5" name="Text Placeholder 7"/>
          <p:cNvSpPr>
            <a:spLocks noGrp="1"/>
          </p:cNvSpPr>
          <p:nvPr>
            <p:ph type="body" sz="quarter" idx="10" hasCustomPrompt="1"/>
          </p:nvPr>
        </p:nvSpPr>
        <p:spPr>
          <a:xfrm>
            <a:off x="6340638" y="469900"/>
            <a:ext cx="2346162" cy="312291"/>
          </a:xfrm>
        </p:spPr>
        <p:txBody>
          <a:bodyPr/>
          <a:lstStyle>
            <a:lvl1pPr marL="0" indent="0" algn="r">
              <a:buNone/>
              <a:defRPr sz="12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dirty="0"/>
              <a:t>Click to edit presentation title</a:t>
            </a:r>
            <a:endParaRPr lang="en-US" dirty="0"/>
          </a:p>
        </p:txBody>
      </p:sp>
      <p:sp>
        <p:nvSpPr>
          <p:cNvPr id="6" name="Content Placeholder 2"/>
          <p:cNvSpPr>
            <a:spLocks noGrp="1"/>
          </p:cNvSpPr>
          <p:nvPr>
            <p:ph idx="12" hasCustomPrompt="1"/>
          </p:nvPr>
        </p:nvSpPr>
        <p:spPr>
          <a:xfrm>
            <a:off x="4735923" y="2346581"/>
            <a:ext cx="3950878" cy="2797494"/>
          </a:xfrm>
        </p:spPr>
        <p:txBody>
          <a:bodyPr/>
          <a:lstStyle>
            <a:lvl1pPr marL="0" indent="0">
              <a:buClr>
                <a:srgbClr val="0085CA"/>
              </a:buClr>
              <a:buNone/>
              <a:defRPr sz="2800" b="0" i="1" baseline="0">
                <a:solidFill>
                  <a:srgbClr val="003E74"/>
                </a:solidFill>
              </a:defRPr>
            </a:lvl1pPr>
            <a:lvl2pPr>
              <a:buClr>
                <a:srgbClr val="0085CA"/>
              </a:buClr>
              <a:defRPr/>
            </a:lvl2pPr>
            <a:lvl3pPr>
              <a:buClr>
                <a:srgbClr val="0085CA"/>
              </a:buClr>
              <a:defRPr/>
            </a:lvl3pPr>
            <a:lvl4pPr>
              <a:buClr>
                <a:srgbClr val="0085CA"/>
              </a:buClr>
              <a:defRPr/>
            </a:lvl4pPr>
            <a:lvl5pPr>
              <a:buClr>
                <a:srgbClr val="0085CA"/>
              </a:buClr>
              <a:defRPr/>
            </a:lvl5pPr>
          </a:lstStyle>
          <a:p>
            <a:pPr lvl="0"/>
            <a:r>
              <a:rPr lang="en-GB" dirty="0"/>
              <a:t>“Click to add a quote”</a:t>
            </a:r>
            <a:endParaRPr lang="en-US" dirty="0"/>
          </a:p>
        </p:txBody>
      </p:sp>
      <p:sp>
        <p:nvSpPr>
          <p:cNvPr id="8" name="Text Placeholder 12"/>
          <p:cNvSpPr>
            <a:spLocks noGrp="1"/>
          </p:cNvSpPr>
          <p:nvPr>
            <p:ph type="body" sz="quarter" idx="14" hasCustomPrompt="1"/>
          </p:nvPr>
        </p:nvSpPr>
        <p:spPr>
          <a:xfrm>
            <a:off x="4735513" y="5346526"/>
            <a:ext cx="3951287" cy="644160"/>
          </a:xfrm>
        </p:spPr>
        <p:txBody>
          <a:bodyPr/>
          <a:lstStyle>
            <a:lvl1pPr marL="0" marR="0" indent="0" algn="l" defTabSz="457200" rtl="0" eaLnBrk="1" fontAlgn="auto" latinLnBrk="0" hangingPunct="1">
              <a:lnSpc>
                <a:spcPct val="100000"/>
              </a:lnSpc>
              <a:spcBef>
                <a:spcPct val="20000"/>
              </a:spcBef>
              <a:spcAft>
                <a:spcPts val="0"/>
              </a:spcAft>
              <a:buClr>
                <a:srgbClr val="0085CA"/>
              </a:buClr>
              <a:buSzTx/>
              <a:buFont typeface="Arial"/>
              <a:buNone/>
              <a:tabLst/>
              <a:defRPr sz="1200" baseline="0">
                <a:solidFill>
                  <a:srgbClr val="0085CA"/>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457200" rtl="0" eaLnBrk="1" fontAlgn="auto" latinLnBrk="0" hangingPunct="1">
              <a:lnSpc>
                <a:spcPct val="100000"/>
              </a:lnSpc>
              <a:spcBef>
                <a:spcPct val="20000"/>
              </a:spcBef>
              <a:spcAft>
                <a:spcPts val="0"/>
              </a:spcAft>
              <a:buClr>
                <a:srgbClr val="0085CA"/>
              </a:buClr>
              <a:buSzTx/>
              <a:buFont typeface="Arial"/>
              <a:buNone/>
              <a:tabLst/>
              <a:defRPr/>
            </a:pPr>
            <a:r>
              <a:rPr lang="en-GB" dirty="0"/>
              <a:t>Click to add quote attribution</a:t>
            </a:r>
            <a:endParaRPr lang="en-US" dirty="0"/>
          </a:p>
        </p:txBody>
      </p:sp>
      <p:sp>
        <p:nvSpPr>
          <p:cNvPr id="9" name="Text Placeholder 3"/>
          <p:cNvSpPr>
            <a:spLocks noGrp="1"/>
          </p:cNvSpPr>
          <p:nvPr>
            <p:ph type="body" sz="quarter" idx="15" hasCustomPrompt="1"/>
          </p:nvPr>
        </p:nvSpPr>
        <p:spPr>
          <a:xfrm>
            <a:off x="7095256" y="791391"/>
            <a:ext cx="1591545" cy="257175"/>
          </a:xfrm>
        </p:spPr>
        <p:txBody>
          <a:bodyPr/>
          <a:lstStyle>
            <a:lvl1pPr marL="0" indent="0" algn="r">
              <a:buNone/>
              <a:defRPr sz="1200">
                <a:solidFill>
                  <a:srgbClr val="003E74"/>
                </a:solidFill>
              </a:defRPr>
            </a:lvl1pPr>
          </a:lstStyle>
          <a:p>
            <a:pPr lvl="0"/>
            <a:r>
              <a:rPr lang="en-US" dirty="0"/>
              <a:t>Click to add the date</a:t>
            </a:r>
          </a:p>
        </p:txBody>
      </p:sp>
    </p:spTree>
    <p:extLst>
      <p:ext uri="{BB962C8B-B14F-4D97-AF65-F5344CB8AC3E}">
        <p14:creationId xmlns:p14="http://schemas.microsoft.com/office/powerpoint/2010/main" val="3128024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two columns with image)">
    <p:spTree>
      <p:nvGrpSpPr>
        <p:cNvPr id="1" name=""/>
        <p:cNvGrpSpPr/>
        <p:nvPr/>
      </p:nvGrpSpPr>
      <p:grpSpPr>
        <a:xfrm>
          <a:off x="0" y="0"/>
          <a:ext cx="0" cy="0"/>
          <a:chOff x="0" y="0"/>
          <a:chExt cx="0" cy="0"/>
        </a:xfrm>
      </p:grpSpPr>
      <p:sp>
        <p:nvSpPr>
          <p:cNvPr id="3" name="Content Placeholder 2"/>
          <p:cNvSpPr>
            <a:spLocks noGrp="1"/>
          </p:cNvSpPr>
          <p:nvPr>
            <p:ph idx="11"/>
          </p:nvPr>
        </p:nvSpPr>
        <p:spPr>
          <a:xfrm>
            <a:off x="457199" y="2346581"/>
            <a:ext cx="3950877" cy="3644104"/>
          </a:xfrm>
        </p:spPr>
        <p:txBody>
          <a:bodyPr/>
          <a:lstStyle>
            <a:lvl1pPr>
              <a:buClr>
                <a:srgbClr val="0085CA"/>
              </a:buClr>
              <a:defRPr/>
            </a:lvl1pPr>
            <a:lvl2pPr>
              <a:buClr>
                <a:srgbClr val="0085CA"/>
              </a:buClr>
              <a:defRPr/>
            </a:lvl2pPr>
            <a:lvl3pPr>
              <a:buClr>
                <a:srgbClr val="0085CA"/>
              </a:buClr>
              <a:defRPr/>
            </a:lvl3pPr>
            <a:lvl4pPr>
              <a:buClr>
                <a:srgbClr val="0085CA"/>
              </a:buClr>
              <a:defRPr/>
            </a:lvl4pPr>
            <a:lvl5pPr>
              <a:buClr>
                <a:srgbClr val="0085CA"/>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itle 1"/>
          <p:cNvSpPr>
            <a:spLocks noGrp="1"/>
          </p:cNvSpPr>
          <p:nvPr>
            <p:ph type="title"/>
          </p:nvPr>
        </p:nvSpPr>
        <p:spPr>
          <a:xfrm>
            <a:off x="457200" y="1487908"/>
            <a:ext cx="8229600" cy="507556"/>
          </a:xfrm>
        </p:spPr>
        <p:txBody>
          <a:bodyPr/>
          <a:lstStyle>
            <a:lvl1pPr>
              <a:defRPr sz="2800"/>
            </a:lvl1pPr>
          </a:lstStyle>
          <a:p>
            <a:r>
              <a:rPr lang="en-GB" dirty="0"/>
              <a:t>Click to edit Master title style</a:t>
            </a:r>
            <a:endParaRPr lang="en-US" dirty="0"/>
          </a:p>
        </p:txBody>
      </p:sp>
      <p:sp>
        <p:nvSpPr>
          <p:cNvPr id="6" name="Text Placeholder 7"/>
          <p:cNvSpPr>
            <a:spLocks noGrp="1"/>
          </p:cNvSpPr>
          <p:nvPr>
            <p:ph type="body" sz="quarter" idx="10" hasCustomPrompt="1"/>
          </p:nvPr>
        </p:nvSpPr>
        <p:spPr>
          <a:xfrm>
            <a:off x="6340638" y="469900"/>
            <a:ext cx="2346162" cy="312291"/>
          </a:xfrm>
        </p:spPr>
        <p:txBody>
          <a:bodyPr/>
          <a:lstStyle>
            <a:lvl1pPr marL="0" indent="0" algn="r">
              <a:buNone/>
              <a:defRPr sz="12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dirty="0"/>
              <a:t>Click to edit presentation title</a:t>
            </a:r>
            <a:endParaRPr lang="en-US" dirty="0"/>
          </a:p>
        </p:txBody>
      </p:sp>
      <p:sp>
        <p:nvSpPr>
          <p:cNvPr id="9" name="Picture Placeholder 8"/>
          <p:cNvSpPr>
            <a:spLocks noGrp="1"/>
          </p:cNvSpPr>
          <p:nvPr>
            <p:ph type="pic" sz="quarter" idx="13"/>
          </p:nvPr>
        </p:nvSpPr>
        <p:spPr>
          <a:xfrm>
            <a:off x="4735513" y="2346581"/>
            <a:ext cx="3951287" cy="2788292"/>
          </a:xfrm>
        </p:spPr>
        <p:txBody>
          <a:bodyPr/>
          <a:lstStyle>
            <a:lvl1pPr>
              <a:buClr>
                <a:srgbClr val="0085CA"/>
              </a:buClr>
              <a:defRPr/>
            </a:lvl1pPr>
          </a:lstStyle>
          <a:p>
            <a:endParaRPr lang="en-US" dirty="0"/>
          </a:p>
        </p:txBody>
      </p:sp>
      <p:sp>
        <p:nvSpPr>
          <p:cNvPr id="13" name="Text Placeholder 12"/>
          <p:cNvSpPr>
            <a:spLocks noGrp="1"/>
          </p:cNvSpPr>
          <p:nvPr>
            <p:ph type="body" sz="quarter" idx="14" hasCustomPrompt="1"/>
          </p:nvPr>
        </p:nvSpPr>
        <p:spPr>
          <a:xfrm>
            <a:off x="4735513" y="5420143"/>
            <a:ext cx="3951287" cy="570541"/>
          </a:xfrm>
        </p:spPr>
        <p:txBody>
          <a:bodyPr/>
          <a:lstStyle>
            <a:lvl1pPr marL="0" indent="0">
              <a:buNone/>
              <a:defRPr sz="1000">
                <a:solidFill>
                  <a:srgbClr val="9D9D9D"/>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Click to add caption</a:t>
            </a:r>
            <a:endParaRPr lang="en-US" dirty="0"/>
          </a:p>
        </p:txBody>
      </p:sp>
      <p:sp>
        <p:nvSpPr>
          <p:cNvPr id="10" name="Text Placeholder 3"/>
          <p:cNvSpPr>
            <a:spLocks noGrp="1"/>
          </p:cNvSpPr>
          <p:nvPr>
            <p:ph type="body" sz="quarter" idx="12" hasCustomPrompt="1"/>
          </p:nvPr>
        </p:nvSpPr>
        <p:spPr>
          <a:xfrm>
            <a:off x="7095256" y="791391"/>
            <a:ext cx="1591545" cy="257175"/>
          </a:xfrm>
        </p:spPr>
        <p:txBody>
          <a:bodyPr/>
          <a:lstStyle>
            <a:lvl1pPr marL="0" indent="0" algn="r">
              <a:buNone/>
              <a:defRPr sz="1200">
                <a:solidFill>
                  <a:srgbClr val="003E74"/>
                </a:solidFill>
              </a:defRPr>
            </a:lvl1pPr>
          </a:lstStyle>
          <a:p>
            <a:pPr lvl="0"/>
            <a:r>
              <a:rPr lang="en-US" dirty="0"/>
              <a:t>Click to add the date</a:t>
            </a:r>
          </a:p>
        </p:txBody>
      </p:sp>
    </p:spTree>
    <p:extLst>
      <p:ext uri="{BB962C8B-B14F-4D97-AF65-F5344CB8AC3E}">
        <p14:creationId xmlns:p14="http://schemas.microsoft.com/office/powerpoint/2010/main" val="847259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image/media and caption">
    <p:spTree>
      <p:nvGrpSpPr>
        <p:cNvPr id="1" name=""/>
        <p:cNvGrpSpPr/>
        <p:nvPr/>
      </p:nvGrpSpPr>
      <p:grpSpPr>
        <a:xfrm>
          <a:off x="0" y="0"/>
          <a:ext cx="0" cy="0"/>
          <a:chOff x="0" y="0"/>
          <a:chExt cx="0" cy="0"/>
        </a:xfrm>
      </p:grpSpPr>
      <p:sp>
        <p:nvSpPr>
          <p:cNvPr id="6" name="Text Placeholder 7"/>
          <p:cNvSpPr>
            <a:spLocks noGrp="1"/>
          </p:cNvSpPr>
          <p:nvPr>
            <p:ph type="body" sz="quarter" idx="10" hasCustomPrompt="1"/>
          </p:nvPr>
        </p:nvSpPr>
        <p:spPr>
          <a:xfrm>
            <a:off x="6340638" y="469900"/>
            <a:ext cx="2346162" cy="312291"/>
          </a:xfrm>
        </p:spPr>
        <p:txBody>
          <a:bodyPr/>
          <a:lstStyle>
            <a:lvl1pPr marL="0" indent="0" algn="r">
              <a:buNone/>
              <a:defRPr sz="12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dirty="0"/>
              <a:t>Click to edit presentation title</a:t>
            </a:r>
            <a:endParaRPr lang="en-US" dirty="0"/>
          </a:p>
        </p:txBody>
      </p:sp>
      <p:sp>
        <p:nvSpPr>
          <p:cNvPr id="7" name="Picture Placeholder 8"/>
          <p:cNvSpPr>
            <a:spLocks noGrp="1"/>
          </p:cNvSpPr>
          <p:nvPr>
            <p:ph type="pic" sz="quarter" idx="13"/>
          </p:nvPr>
        </p:nvSpPr>
        <p:spPr>
          <a:xfrm>
            <a:off x="457199" y="1487908"/>
            <a:ext cx="8229601" cy="3646965"/>
          </a:xfrm>
        </p:spPr>
        <p:txBody>
          <a:bodyPr/>
          <a:lstStyle>
            <a:lvl1pPr>
              <a:buClr>
                <a:srgbClr val="0085CA"/>
              </a:buClr>
              <a:defRPr/>
            </a:lvl1pPr>
          </a:lstStyle>
          <a:p>
            <a:endParaRPr lang="en-US" dirty="0"/>
          </a:p>
        </p:txBody>
      </p:sp>
      <p:sp>
        <p:nvSpPr>
          <p:cNvPr id="8" name="Text Placeholder 12"/>
          <p:cNvSpPr>
            <a:spLocks noGrp="1"/>
          </p:cNvSpPr>
          <p:nvPr>
            <p:ph type="body" sz="quarter" idx="14" hasCustomPrompt="1"/>
          </p:nvPr>
        </p:nvSpPr>
        <p:spPr>
          <a:xfrm>
            <a:off x="457199" y="5420143"/>
            <a:ext cx="3951287" cy="570541"/>
          </a:xfrm>
        </p:spPr>
        <p:txBody>
          <a:bodyPr/>
          <a:lstStyle>
            <a:lvl1pPr marL="0" indent="0">
              <a:buNone/>
              <a:defRPr sz="1000">
                <a:solidFill>
                  <a:srgbClr val="9D9D9D"/>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Click to add caption</a:t>
            </a:r>
            <a:endParaRPr lang="en-US" dirty="0"/>
          </a:p>
        </p:txBody>
      </p:sp>
      <p:sp>
        <p:nvSpPr>
          <p:cNvPr id="10" name="Text Placeholder 3"/>
          <p:cNvSpPr>
            <a:spLocks noGrp="1"/>
          </p:cNvSpPr>
          <p:nvPr>
            <p:ph type="body" sz="quarter" idx="12" hasCustomPrompt="1"/>
          </p:nvPr>
        </p:nvSpPr>
        <p:spPr>
          <a:xfrm>
            <a:off x="7095256" y="791391"/>
            <a:ext cx="1591545" cy="257175"/>
          </a:xfrm>
        </p:spPr>
        <p:txBody>
          <a:bodyPr/>
          <a:lstStyle>
            <a:lvl1pPr marL="0" indent="0" algn="r">
              <a:buNone/>
              <a:defRPr sz="1200">
                <a:solidFill>
                  <a:srgbClr val="003E74"/>
                </a:solidFill>
              </a:defRPr>
            </a:lvl1pPr>
          </a:lstStyle>
          <a:p>
            <a:pPr lvl="0"/>
            <a:r>
              <a:rPr lang="en-US" dirty="0"/>
              <a:t>Click to add the date</a:t>
            </a:r>
          </a:p>
        </p:txBody>
      </p:sp>
    </p:spTree>
    <p:extLst>
      <p:ext uri="{BB962C8B-B14F-4D97-AF65-F5344CB8AC3E}">
        <p14:creationId xmlns:p14="http://schemas.microsoft.com/office/powerpoint/2010/main" val="3929557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ultiple images/media and caption">
    <p:spTree>
      <p:nvGrpSpPr>
        <p:cNvPr id="1" name=""/>
        <p:cNvGrpSpPr/>
        <p:nvPr/>
      </p:nvGrpSpPr>
      <p:grpSpPr>
        <a:xfrm>
          <a:off x="0" y="0"/>
          <a:ext cx="0" cy="0"/>
          <a:chOff x="0" y="0"/>
          <a:chExt cx="0" cy="0"/>
        </a:xfrm>
      </p:grpSpPr>
      <p:sp>
        <p:nvSpPr>
          <p:cNvPr id="4" name="Text Placeholder 7"/>
          <p:cNvSpPr>
            <a:spLocks noGrp="1"/>
          </p:cNvSpPr>
          <p:nvPr>
            <p:ph type="body" sz="quarter" idx="10" hasCustomPrompt="1"/>
          </p:nvPr>
        </p:nvSpPr>
        <p:spPr>
          <a:xfrm>
            <a:off x="6340638" y="469900"/>
            <a:ext cx="2346162" cy="312291"/>
          </a:xfrm>
        </p:spPr>
        <p:txBody>
          <a:bodyPr/>
          <a:lstStyle>
            <a:lvl1pPr marL="0" indent="0" algn="r">
              <a:buNone/>
              <a:defRPr sz="12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dirty="0"/>
              <a:t>Click to edit presentation title</a:t>
            </a:r>
            <a:endParaRPr lang="en-US" dirty="0"/>
          </a:p>
        </p:txBody>
      </p:sp>
      <p:sp>
        <p:nvSpPr>
          <p:cNvPr id="5" name="Picture Placeholder 8"/>
          <p:cNvSpPr>
            <a:spLocks noGrp="1"/>
          </p:cNvSpPr>
          <p:nvPr>
            <p:ph type="pic" sz="quarter" idx="13"/>
          </p:nvPr>
        </p:nvSpPr>
        <p:spPr>
          <a:xfrm>
            <a:off x="457199" y="1487908"/>
            <a:ext cx="3951287" cy="3646965"/>
          </a:xfrm>
        </p:spPr>
        <p:txBody>
          <a:bodyPr/>
          <a:lstStyle>
            <a:lvl1pPr>
              <a:buClr>
                <a:srgbClr val="0085CA"/>
              </a:buClr>
              <a:defRPr/>
            </a:lvl1pPr>
          </a:lstStyle>
          <a:p>
            <a:endParaRPr lang="en-US" dirty="0"/>
          </a:p>
        </p:txBody>
      </p:sp>
      <p:sp>
        <p:nvSpPr>
          <p:cNvPr id="6" name="Text Placeholder 12"/>
          <p:cNvSpPr>
            <a:spLocks noGrp="1"/>
          </p:cNvSpPr>
          <p:nvPr>
            <p:ph type="body" sz="quarter" idx="14" hasCustomPrompt="1"/>
          </p:nvPr>
        </p:nvSpPr>
        <p:spPr>
          <a:xfrm>
            <a:off x="457199" y="5420143"/>
            <a:ext cx="3951287" cy="570541"/>
          </a:xfrm>
        </p:spPr>
        <p:txBody>
          <a:bodyPr/>
          <a:lstStyle>
            <a:lvl1pPr marL="0" indent="0">
              <a:buNone/>
              <a:defRPr sz="1000">
                <a:solidFill>
                  <a:srgbClr val="9D9D9D"/>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Click to add caption</a:t>
            </a:r>
            <a:endParaRPr lang="en-US" dirty="0"/>
          </a:p>
        </p:txBody>
      </p:sp>
      <p:sp>
        <p:nvSpPr>
          <p:cNvPr id="7" name="Picture Placeholder 8"/>
          <p:cNvSpPr>
            <a:spLocks noGrp="1"/>
          </p:cNvSpPr>
          <p:nvPr>
            <p:ph type="pic" sz="quarter" idx="15"/>
          </p:nvPr>
        </p:nvSpPr>
        <p:spPr>
          <a:xfrm>
            <a:off x="4735513" y="1487908"/>
            <a:ext cx="3951287" cy="2395455"/>
          </a:xfrm>
        </p:spPr>
        <p:txBody>
          <a:bodyPr/>
          <a:lstStyle>
            <a:lvl1pPr>
              <a:buClr>
                <a:srgbClr val="0085CA"/>
              </a:buClr>
              <a:defRPr/>
            </a:lvl1pPr>
          </a:lstStyle>
          <a:p>
            <a:endParaRPr lang="en-US" dirty="0"/>
          </a:p>
        </p:txBody>
      </p:sp>
      <p:sp>
        <p:nvSpPr>
          <p:cNvPr id="9" name="Picture Placeholder 8"/>
          <p:cNvSpPr>
            <a:spLocks noGrp="1"/>
          </p:cNvSpPr>
          <p:nvPr>
            <p:ph type="pic" sz="quarter" idx="16"/>
          </p:nvPr>
        </p:nvSpPr>
        <p:spPr>
          <a:xfrm>
            <a:off x="4735513" y="4214645"/>
            <a:ext cx="3951287" cy="1776040"/>
          </a:xfrm>
        </p:spPr>
        <p:txBody>
          <a:bodyPr/>
          <a:lstStyle>
            <a:lvl1pPr>
              <a:buClr>
                <a:srgbClr val="0085CA"/>
              </a:buClr>
              <a:defRPr/>
            </a:lvl1pPr>
          </a:lstStyle>
          <a:p>
            <a:endParaRPr lang="en-US" dirty="0"/>
          </a:p>
        </p:txBody>
      </p:sp>
      <p:sp>
        <p:nvSpPr>
          <p:cNvPr id="10" name="Text Placeholder 3"/>
          <p:cNvSpPr>
            <a:spLocks noGrp="1"/>
          </p:cNvSpPr>
          <p:nvPr>
            <p:ph type="body" sz="quarter" idx="12" hasCustomPrompt="1"/>
          </p:nvPr>
        </p:nvSpPr>
        <p:spPr>
          <a:xfrm>
            <a:off x="7095256" y="791391"/>
            <a:ext cx="1591545" cy="257175"/>
          </a:xfrm>
        </p:spPr>
        <p:txBody>
          <a:bodyPr/>
          <a:lstStyle>
            <a:lvl1pPr marL="0" indent="0" algn="r">
              <a:buNone/>
              <a:defRPr sz="1200">
                <a:solidFill>
                  <a:srgbClr val="003E74"/>
                </a:solidFill>
              </a:defRPr>
            </a:lvl1pPr>
          </a:lstStyle>
          <a:p>
            <a:pPr lvl="0"/>
            <a:r>
              <a:rPr lang="en-US" dirty="0"/>
              <a:t>Click to add the date</a:t>
            </a:r>
          </a:p>
        </p:txBody>
      </p:sp>
    </p:spTree>
    <p:extLst>
      <p:ext uri="{BB962C8B-B14F-4D97-AF65-F5344CB8AC3E}">
        <p14:creationId xmlns:p14="http://schemas.microsoft.com/office/powerpoint/2010/main" val="1250341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ext Placeholder 7"/>
          <p:cNvSpPr>
            <a:spLocks noGrp="1"/>
          </p:cNvSpPr>
          <p:nvPr>
            <p:ph type="body" sz="quarter" idx="10" hasCustomPrompt="1"/>
          </p:nvPr>
        </p:nvSpPr>
        <p:spPr>
          <a:xfrm>
            <a:off x="6340638" y="469900"/>
            <a:ext cx="2346162" cy="312291"/>
          </a:xfrm>
        </p:spPr>
        <p:txBody>
          <a:bodyPr/>
          <a:lstStyle>
            <a:lvl1pPr marL="0" indent="0" algn="r">
              <a:buNone/>
              <a:defRPr sz="12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dirty="0"/>
              <a:t>Click to edit presentation title</a:t>
            </a:r>
            <a:endParaRPr lang="en-US" dirty="0"/>
          </a:p>
        </p:txBody>
      </p:sp>
      <p:sp>
        <p:nvSpPr>
          <p:cNvPr id="5" name="Text Placeholder 3"/>
          <p:cNvSpPr>
            <a:spLocks noGrp="1"/>
          </p:cNvSpPr>
          <p:nvPr>
            <p:ph type="body" sz="quarter" idx="12" hasCustomPrompt="1"/>
          </p:nvPr>
        </p:nvSpPr>
        <p:spPr>
          <a:xfrm>
            <a:off x="7095256" y="791391"/>
            <a:ext cx="1591545" cy="257175"/>
          </a:xfrm>
        </p:spPr>
        <p:txBody>
          <a:bodyPr/>
          <a:lstStyle>
            <a:lvl1pPr marL="0" indent="0" algn="r">
              <a:buNone/>
              <a:defRPr sz="1200">
                <a:solidFill>
                  <a:srgbClr val="003E74"/>
                </a:solidFill>
              </a:defRPr>
            </a:lvl1pPr>
          </a:lstStyle>
          <a:p>
            <a:pPr lvl="0"/>
            <a:r>
              <a:rPr lang="en-US" dirty="0"/>
              <a:t>Click to add the date</a:t>
            </a:r>
          </a:p>
        </p:txBody>
      </p:sp>
    </p:spTree>
    <p:extLst>
      <p:ext uri="{BB962C8B-B14F-4D97-AF65-F5344CB8AC3E}">
        <p14:creationId xmlns:p14="http://schemas.microsoft.com/office/powerpoint/2010/main" val="406725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5096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Line 5"/>
          <p:cNvSpPr>
            <a:spLocks noChangeShapeType="1"/>
          </p:cNvSpPr>
          <p:nvPr/>
        </p:nvSpPr>
        <p:spPr bwMode="auto">
          <a:xfrm flipV="1">
            <a:off x="325438" y="4103540"/>
            <a:ext cx="8455025" cy="0"/>
          </a:xfrm>
          <a:prstGeom prst="line">
            <a:avLst/>
          </a:prstGeom>
          <a:noFill/>
          <a:ln w="12700">
            <a:solidFill>
              <a:srgbClr val="0059BD"/>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 name="Rectangle 9"/>
          <p:cNvSpPr>
            <a:spLocks noChangeArrowheads="1"/>
          </p:cNvSpPr>
          <p:nvPr/>
        </p:nvSpPr>
        <p:spPr bwMode="auto">
          <a:xfrm>
            <a:off x="0" y="6732588"/>
            <a:ext cx="9144000" cy="125412"/>
          </a:xfrm>
          <a:prstGeom prst="rect">
            <a:avLst/>
          </a:prstGeom>
          <a:solidFill>
            <a:srgbClr val="0059BD"/>
          </a:solidFill>
          <a:ln>
            <a:noFill/>
          </a:ln>
          <a:effectLst/>
        </p:spPr>
        <p:txBody>
          <a:bodyPr wrap="none" lIns="0" tIns="0" rIns="0" bIns="0" anchor="ctr">
            <a:spAutoFit/>
          </a:bodyPr>
          <a:lstStyle>
            <a:lvl1pPr eaLnBrk="0" hangingPunct="0">
              <a:defRPr sz="1300">
                <a:solidFill>
                  <a:srgbClr val="003399"/>
                </a:solidFill>
                <a:latin typeface="Verdana" pitchFamily="34" charset="0"/>
                <a:cs typeface="Arial" charset="0"/>
              </a:defRPr>
            </a:lvl1pPr>
            <a:lvl2pPr marL="742950" indent="-285750" eaLnBrk="0" hangingPunct="0">
              <a:defRPr sz="1300">
                <a:solidFill>
                  <a:srgbClr val="003399"/>
                </a:solidFill>
                <a:latin typeface="Verdana" pitchFamily="34" charset="0"/>
                <a:cs typeface="Arial" charset="0"/>
              </a:defRPr>
            </a:lvl2pPr>
            <a:lvl3pPr marL="1143000" indent="-228600" eaLnBrk="0" hangingPunct="0">
              <a:defRPr sz="1300">
                <a:solidFill>
                  <a:srgbClr val="003399"/>
                </a:solidFill>
                <a:latin typeface="Verdana" pitchFamily="34" charset="0"/>
                <a:cs typeface="Arial" charset="0"/>
              </a:defRPr>
            </a:lvl3pPr>
            <a:lvl4pPr marL="1600200" indent="-228600" eaLnBrk="0" hangingPunct="0">
              <a:defRPr sz="1300">
                <a:solidFill>
                  <a:srgbClr val="003399"/>
                </a:solidFill>
                <a:latin typeface="Verdana" pitchFamily="34" charset="0"/>
                <a:cs typeface="Arial" charset="0"/>
              </a:defRPr>
            </a:lvl4pPr>
            <a:lvl5pPr marL="2057400" indent="-228600" eaLnBrk="0" hangingPunct="0">
              <a:defRPr sz="1300">
                <a:solidFill>
                  <a:srgbClr val="003399"/>
                </a:solidFill>
                <a:latin typeface="Verdana" pitchFamily="34" charset="0"/>
                <a:cs typeface="Arial" charset="0"/>
              </a:defRPr>
            </a:lvl5pPr>
            <a:lvl6pPr marL="25146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6pPr>
            <a:lvl7pPr marL="29718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7pPr>
            <a:lvl8pPr marL="34290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8pPr>
            <a:lvl9pPr marL="38862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9pPr>
          </a:lstStyle>
          <a:p>
            <a:pPr eaLnBrk="1" hangingPunct="1">
              <a:lnSpc>
                <a:spcPct val="100000"/>
              </a:lnSpc>
              <a:defRPr/>
            </a:pPr>
            <a:endParaRPr lang="en-US" altLang="en-US" sz="1800">
              <a:solidFill>
                <a:srgbClr val="000000"/>
              </a:solidFill>
            </a:endParaRPr>
          </a:p>
        </p:txBody>
      </p:sp>
      <p:grpSp>
        <p:nvGrpSpPr>
          <p:cNvPr id="6" name="Group 26"/>
          <p:cNvGrpSpPr>
            <a:grpSpLocks/>
          </p:cNvGrpSpPr>
          <p:nvPr/>
        </p:nvGrpSpPr>
        <p:grpSpPr bwMode="auto">
          <a:xfrm>
            <a:off x="0" y="-31750"/>
            <a:ext cx="9144000" cy="2898775"/>
            <a:chOff x="0" y="0"/>
            <a:chExt cx="5760" cy="1826"/>
          </a:xfrm>
        </p:grpSpPr>
        <p:sp>
          <p:nvSpPr>
            <p:cNvPr id="7" name="Rectangle 25"/>
            <p:cNvSpPr>
              <a:spLocks noChangeArrowheads="1"/>
            </p:cNvSpPr>
            <p:nvPr userDrawn="1"/>
          </p:nvSpPr>
          <p:spPr bwMode="auto">
            <a:xfrm>
              <a:off x="0" y="888"/>
              <a:ext cx="5760" cy="296"/>
            </a:xfrm>
            <a:prstGeom prst="rect">
              <a:avLst/>
            </a:prstGeom>
            <a:solidFill>
              <a:srgbClr val="DEF3F7"/>
            </a:solidFill>
            <a:ln>
              <a:noFill/>
            </a:ln>
            <a:effectLst/>
          </p:spPr>
          <p:txBody>
            <a:bodyPr wrap="none" lIns="0" tIns="0" rIns="0" bIns="0" anchor="ctr"/>
            <a:lstStyle>
              <a:lvl1pPr eaLnBrk="0" hangingPunct="0">
                <a:defRPr sz="1300">
                  <a:solidFill>
                    <a:srgbClr val="003399"/>
                  </a:solidFill>
                  <a:latin typeface="Verdana" pitchFamily="34" charset="0"/>
                  <a:cs typeface="Arial" charset="0"/>
                </a:defRPr>
              </a:lvl1pPr>
              <a:lvl2pPr marL="742950" indent="-285750" eaLnBrk="0" hangingPunct="0">
                <a:defRPr sz="1300">
                  <a:solidFill>
                    <a:srgbClr val="003399"/>
                  </a:solidFill>
                  <a:latin typeface="Verdana" pitchFamily="34" charset="0"/>
                  <a:cs typeface="Arial" charset="0"/>
                </a:defRPr>
              </a:lvl2pPr>
              <a:lvl3pPr marL="1143000" indent="-228600" eaLnBrk="0" hangingPunct="0">
                <a:defRPr sz="1300">
                  <a:solidFill>
                    <a:srgbClr val="003399"/>
                  </a:solidFill>
                  <a:latin typeface="Verdana" pitchFamily="34" charset="0"/>
                  <a:cs typeface="Arial" charset="0"/>
                </a:defRPr>
              </a:lvl3pPr>
              <a:lvl4pPr marL="1600200" indent="-228600" eaLnBrk="0" hangingPunct="0">
                <a:defRPr sz="1300">
                  <a:solidFill>
                    <a:srgbClr val="003399"/>
                  </a:solidFill>
                  <a:latin typeface="Verdana" pitchFamily="34" charset="0"/>
                  <a:cs typeface="Arial" charset="0"/>
                </a:defRPr>
              </a:lvl4pPr>
              <a:lvl5pPr marL="2057400" indent="-228600" eaLnBrk="0" hangingPunct="0">
                <a:defRPr sz="1300">
                  <a:solidFill>
                    <a:srgbClr val="003399"/>
                  </a:solidFill>
                  <a:latin typeface="Verdana" pitchFamily="34" charset="0"/>
                  <a:cs typeface="Arial" charset="0"/>
                </a:defRPr>
              </a:lvl5pPr>
              <a:lvl6pPr marL="25146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6pPr>
              <a:lvl7pPr marL="29718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7pPr>
              <a:lvl8pPr marL="34290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8pPr>
              <a:lvl9pPr marL="38862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9pPr>
            </a:lstStyle>
            <a:p>
              <a:pPr eaLnBrk="1" hangingPunct="1">
                <a:lnSpc>
                  <a:spcPct val="100000"/>
                </a:lnSpc>
                <a:defRPr/>
              </a:pPr>
              <a:endParaRPr lang="en-US" altLang="en-US" sz="1800">
                <a:solidFill>
                  <a:srgbClr val="000000"/>
                </a:solidFill>
              </a:endParaRPr>
            </a:p>
          </p:txBody>
        </p:sp>
        <p:sp>
          <p:nvSpPr>
            <p:cNvPr id="8" name="Rectangle 23"/>
            <p:cNvSpPr>
              <a:spLocks noChangeArrowheads="1"/>
            </p:cNvSpPr>
            <p:nvPr userDrawn="1"/>
          </p:nvSpPr>
          <p:spPr bwMode="auto">
            <a:xfrm>
              <a:off x="0" y="0"/>
              <a:ext cx="5760" cy="1016"/>
            </a:xfrm>
            <a:prstGeom prst="rect">
              <a:avLst/>
            </a:prstGeom>
            <a:gradFill rotWithShape="1">
              <a:gsLst>
                <a:gs pos="0">
                  <a:srgbClr val="7BC342"/>
                </a:gs>
                <a:gs pos="100000">
                  <a:srgbClr val="DEF3F7"/>
                </a:gs>
              </a:gsLst>
              <a:lin ang="5400000" scaled="1"/>
            </a:gradFill>
            <a:ln>
              <a:noFill/>
            </a:ln>
            <a:effectLst/>
          </p:spPr>
          <p:txBody>
            <a:bodyPr wrap="none" lIns="0" tIns="0" rIns="0" bIns="0" anchor="ctr"/>
            <a:lstStyle>
              <a:lvl1pPr eaLnBrk="0" hangingPunct="0">
                <a:defRPr sz="1300">
                  <a:solidFill>
                    <a:srgbClr val="003399"/>
                  </a:solidFill>
                  <a:latin typeface="Verdana" pitchFamily="34" charset="0"/>
                  <a:cs typeface="Arial" charset="0"/>
                </a:defRPr>
              </a:lvl1pPr>
              <a:lvl2pPr marL="742950" indent="-285750" eaLnBrk="0" hangingPunct="0">
                <a:defRPr sz="1300">
                  <a:solidFill>
                    <a:srgbClr val="003399"/>
                  </a:solidFill>
                  <a:latin typeface="Verdana" pitchFamily="34" charset="0"/>
                  <a:cs typeface="Arial" charset="0"/>
                </a:defRPr>
              </a:lvl2pPr>
              <a:lvl3pPr marL="1143000" indent="-228600" eaLnBrk="0" hangingPunct="0">
                <a:defRPr sz="1300">
                  <a:solidFill>
                    <a:srgbClr val="003399"/>
                  </a:solidFill>
                  <a:latin typeface="Verdana" pitchFamily="34" charset="0"/>
                  <a:cs typeface="Arial" charset="0"/>
                </a:defRPr>
              </a:lvl3pPr>
              <a:lvl4pPr marL="1600200" indent="-228600" eaLnBrk="0" hangingPunct="0">
                <a:defRPr sz="1300">
                  <a:solidFill>
                    <a:srgbClr val="003399"/>
                  </a:solidFill>
                  <a:latin typeface="Verdana" pitchFamily="34" charset="0"/>
                  <a:cs typeface="Arial" charset="0"/>
                </a:defRPr>
              </a:lvl4pPr>
              <a:lvl5pPr marL="2057400" indent="-228600" eaLnBrk="0" hangingPunct="0">
                <a:defRPr sz="1300">
                  <a:solidFill>
                    <a:srgbClr val="003399"/>
                  </a:solidFill>
                  <a:latin typeface="Verdana" pitchFamily="34" charset="0"/>
                  <a:cs typeface="Arial" charset="0"/>
                </a:defRPr>
              </a:lvl5pPr>
              <a:lvl6pPr marL="25146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6pPr>
              <a:lvl7pPr marL="29718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7pPr>
              <a:lvl8pPr marL="34290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8pPr>
              <a:lvl9pPr marL="38862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9pPr>
            </a:lstStyle>
            <a:p>
              <a:pPr eaLnBrk="1" hangingPunct="1">
                <a:lnSpc>
                  <a:spcPct val="100000"/>
                </a:lnSpc>
                <a:defRPr/>
              </a:pPr>
              <a:endParaRPr lang="en-US" altLang="en-US" sz="1800">
                <a:solidFill>
                  <a:srgbClr val="000000"/>
                </a:solidFill>
              </a:endParaRPr>
            </a:p>
          </p:txBody>
        </p:sp>
        <p:pic>
          <p:nvPicPr>
            <p:cNvPr id="9" name="Picture 22"/>
            <p:cNvPicPr>
              <a:picLocks noChangeAspect="1" noChangeArrowheads="1"/>
            </p:cNvPicPr>
            <p:nvPr/>
          </p:nvPicPr>
          <p:blipFill>
            <a:blip r:embed="rId2">
              <a:extLst>
                <a:ext uri="{28A0092B-C50C-407E-A947-70E740481C1C}">
                  <a14:useLocalDpi xmlns:a14="http://schemas.microsoft.com/office/drawing/2010/main" val="0"/>
                </a:ext>
              </a:extLst>
            </a:blip>
            <a:srcRect r="12596"/>
            <a:stretch>
              <a:fillRect/>
            </a:stretch>
          </p:blipFill>
          <p:spPr bwMode="auto">
            <a:xfrm>
              <a:off x="0" y="1166"/>
              <a:ext cx="5760" cy="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21"/>
            <p:cNvSpPr>
              <a:spLocks noChangeArrowheads="1"/>
            </p:cNvSpPr>
            <p:nvPr/>
          </p:nvSpPr>
          <p:spPr bwMode="auto">
            <a:xfrm>
              <a:off x="0" y="1742"/>
              <a:ext cx="5760" cy="84"/>
            </a:xfrm>
            <a:prstGeom prst="rect">
              <a:avLst/>
            </a:prstGeom>
            <a:solidFill>
              <a:srgbClr val="7BC342"/>
            </a:solidFill>
            <a:ln>
              <a:noFill/>
            </a:ln>
            <a:effectLst/>
          </p:spPr>
          <p:txBody>
            <a:bodyPr wrap="none" lIns="0" tIns="0" rIns="0" bIns="0" anchor="ctr"/>
            <a:lstStyle>
              <a:lvl1pPr eaLnBrk="0" hangingPunct="0">
                <a:defRPr sz="1300">
                  <a:solidFill>
                    <a:srgbClr val="003399"/>
                  </a:solidFill>
                  <a:latin typeface="Verdana" pitchFamily="34" charset="0"/>
                  <a:cs typeface="Arial" charset="0"/>
                </a:defRPr>
              </a:lvl1pPr>
              <a:lvl2pPr marL="742950" indent="-285750" eaLnBrk="0" hangingPunct="0">
                <a:defRPr sz="1300">
                  <a:solidFill>
                    <a:srgbClr val="003399"/>
                  </a:solidFill>
                  <a:latin typeface="Verdana" pitchFamily="34" charset="0"/>
                  <a:cs typeface="Arial" charset="0"/>
                </a:defRPr>
              </a:lvl2pPr>
              <a:lvl3pPr marL="1143000" indent="-228600" eaLnBrk="0" hangingPunct="0">
                <a:defRPr sz="1300">
                  <a:solidFill>
                    <a:srgbClr val="003399"/>
                  </a:solidFill>
                  <a:latin typeface="Verdana" pitchFamily="34" charset="0"/>
                  <a:cs typeface="Arial" charset="0"/>
                </a:defRPr>
              </a:lvl3pPr>
              <a:lvl4pPr marL="1600200" indent="-228600" eaLnBrk="0" hangingPunct="0">
                <a:defRPr sz="1300">
                  <a:solidFill>
                    <a:srgbClr val="003399"/>
                  </a:solidFill>
                  <a:latin typeface="Verdana" pitchFamily="34" charset="0"/>
                  <a:cs typeface="Arial" charset="0"/>
                </a:defRPr>
              </a:lvl4pPr>
              <a:lvl5pPr marL="2057400" indent="-228600" eaLnBrk="0" hangingPunct="0">
                <a:defRPr sz="1300">
                  <a:solidFill>
                    <a:srgbClr val="003399"/>
                  </a:solidFill>
                  <a:latin typeface="Verdana" pitchFamily="34" charset="0"/>
                  <a:cs typeface="Arial" charset="0"/>
                </a:defRPr>
              </a:lvl5pPr>
              <a:lvl6pPr marL="25146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6pPr>
              <a:lvl7pPr marL="29718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7pPr>
              <a:lvl8pPr marL="34290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8pPr>
              <a:lvl9pPr marL="38862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9pPr>
            </a:lstStyle>
            <a:p>
              <a:pPr eaLnBrk="1" hangingPunct="1">
                <a:lnSpc>
                  <a:spcPct val="100000"/>
                </a:lnSpc>
                <a:defRPr/>
              </a:pPr>
              <a:endParaRPr lang="en-US" altLang="en-US" sz="1800">
                <a:solidFill>
                  <a:srgbClr val="000000"/>
                </a:solidFill>
              </a:endParaRPr>
            </a:p>
          </p:txBody>
        </p:sp>
      </p:grpSp>
      <p:sp>
        <p:nvSpPr>
          <p:cNvPr id="5123" name="Rectangle 3"/>
          <p:cNvSpPr>
            <a:spLocks noGrp="1" noChangeArrowheads="1"/>
          </p:cNvSpPr>
          <p:nvPr>
            <p:ph type="ctrTitle"/>
          </p:nvPr>
        </p:nvSpPr>
        <p:spPr>
          <a:xfrm>
            <a:off x="308174" y="2805708"/>
            <a:ext cx="8455025" cy="1283213"/>
          </a:xfrm>
        </p:spPr>
        <p:txBody>
          <a:bodyPr anchor="b"/>
          <a:lstStyle>
            <a:lvl1pPr>
              <a:lnSpc>
                <a:spcPct val="100000"/>
              </a:lnSpc>
              <a:defRPr sz="3600"/>
            </a:lvl1pPr>
          </a:lstStyle>
          <a:p>
            <a:pPr lvl="0"/>
            <a:r>
              <a:rPr lang="en-US" noProof="0" dirty="0"/>
              <a:t>Click to edit Master title style</a:t>
            </a:r>
          </a:p>
        </p:txBody>
      </p:sp>
      <p:sp>
        <p:nvSpPr>
          <p:cNvPr id="5124" name="Rectangle 4"/>
          <p:cNvSpPr>
            <a:spLocks noGrp="1" noChangeArrowheads="1"/>
          </p:cNvSpPr>
          <p:nvPr>
            <p:ph type="subTitle" idx="1"/>
          </p:nvPr>
        </p:nvSpPr>
        <p:spPr>
          <a:xfrm>
            <a:off x="357188" y="5301208"/>
            <a:ext cx="8455025" cy="385763"/>
          </a:xfrm>
        </p:spPr>
        <p:txBody>
          <a:bodyPr anchor="ctr"/>
          <a:lstStyle>
            <a:lvl1pPr marL="0" indent="0">
              <a:buFontTx/>
              <a:buNone/>
              <a:defRPr sz="2800"/>
            </a:lvl1pPr>
          </a:lstStyle>
          <a:p>
            <a:pPr lvl="0"/>
            <a:r>
              <a:rPr lang="en-US" noProof="0"/>
              <a:t>Click to edit Master subtitle style</a:t>
            </a:r>
          </a:p>
        </p:txBody>
      </p:sp>
    </p:spTree>
    <p:extLst>
      <p:ext uri="{BB962C8B-B14F-4D97-AF65-F5344CB8AC3E}">
        <p14:creationId xmlns:p14="http://schemas.microsoft.com/office/powerpoint/2010/main" val="2065900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3528" y="764704"/>
            <a:ext cx="8491537" cy="784225"/>
          </a:xfrm>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a:defRPr>
                <a:solidFill>
                  <a:srgbClr val="000074"/>
                </a:solidFill>
              </a:defRPr>
            </a:lvl1pPr>
            <a:lvl2pPr>
              <a:defRPr>
                <a:solidFill>
                  <a:srgbClr val="000074"/>
                </a:solidFill>
              </a:defRPr>
            </a:lvl2pPr>
            <a:lvl3pPr>
              <a:defRPr>
                <a:solidFill>
                  <a:srgbClr val="000074"/>
                </a:solidFill>
              </a:defRPr>
            </a:lvl3pPr>
            <a:lvl4pPr>
              <a:defRPr>
                <a:solidFill>
                  <a:srgbClr val="000074"/>
                </a:solidFill>
              </a:defRPr>
            </a:lvl4pPr>
            <a:lvl5pPr>
              <a:defRPr>
                <a:solidFill>
                  <a:srgbClr val="000074"/>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Rectangle 4"/>
          <p:cNvSpPr>
            <a:spLocks noGrp="1" noChangeArrowheads="1"/>
          </p:cNvSpPr>
          <p:nvPr>
            <p:ph type="ftr" sz="quarter" idx="10"/>
          </p:nvPr>
        </p:nvSpPr>
        <p:spPr>
          <a:ln/>
        </p:spPr>
        <p:txBody>
          <a:bodyPr/>
          <a:lstStyle>
            <a:lvl1pPr>
              <a:defRPr/>
            </a:lvl1pPr>
          </a:lstStyle>
          <a:p>
            <a:pPr>
              <a:defRPr/>
            </a:pPr>
            <a:endParaRPr lang="en-GB"/>
          </a:p>
        </p:txBody>
      </p:sp>
      <p:sp>
        <p:nvSpPr>
          <p:cNvPr id="5" name="Rectangle 5"/>
          <p:cNvSpPr>
            <a:spLocks noGrp="1" noChangeArrowheads="1"/>
          </p:cNvSpPr>
          <p:nvPr>
            <p:ph type="sldNum" sz="quarter" idx="11"/>
          </p:nvPr>
        </p:nvSpPr>
        <p:spPr>
          <a:ln/>
        </p:spPr>
        <p:txBody>
          <a:bodyPr/>
          <a:lstStyle>
            <a:lvl1pPr>
              <a:defRPr/>
            </a:lvl1pPr>
          </a:lstStyle>
          <a:p>
            <a:fld id="{23BC4CBC-2251-49B4-B304-8243152DA9F1}" type="slidenum">
              <a:rPr lang="en-US" altLang="en-US" smtClean="0"/>
              <a:pPr/>
              <a:t>‹#›</a:t>
            </a:fld>
            <a:endParaRPr lang="en-US" altLang="en-US"/>
          </a:p>
        </p:txBody>
      </p:sp>
      <p:pic>
        <p:nvPicPr>
          <p:cNvPr id="6" name="Picture 1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r="66667"/>
          <a:stretch>
            <a:fillRect/>
          </a:stretch>
        </p:blipFill>
        <p:spPr bwMode="auto">
          <a:xfrm>
            <a:off x="1" y="6473299"/>
            <a:ext cx="943324" cy="2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4228356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endParaRPr lang="en-GB"/>
          </a:p>
        </p:txBody>
      </p:sp>
      <p:sp>
        <p:nvSpPr>
          <p:cNvPr id="5" name="Rectangle 5"/>
          <p:cNvSpPr>
            <a:spLocks noGrp="1" noChangeArrowheads="1"/>
          </p:cNvSpPr>
          <p:nvPr>
            <p:ph type="sldNum" sz="quarter" idx="11"/>
          </p:nvPr>
        </p:nvSpPr>
        <p:spPr>
          <a:ln/>
        </p:spPr>
        <p:txBody>
          <a:bodyPr/>
          <a:lstStyle>
            <a:lvl1pPr>
              <a:defRPr/>
            </a:lvl1pPr>
          </a:lstStyle>
          <a:p>
            <a:fld id="{23BC4CBC-2251-49B4-B304-8243152DA9F1}" type="slidenum">
              <a:rPr lang="en-US" altLang="en-US" smtClean="0"/>
              <a:pPr/>
              <a:t>‹#›</a:t>
            </a:fld>
            <a:endParaRPr lang="en-US" altLang="en-US"/>
          </a:p>
        </p:txBody>
      </p:sp>
      <p:pic>
        <p:nvPicPr>
          <p:cNvPr id="6" name="Picture 1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r="66667"/>
          <a:stretch>
            <a:fillRect/>
          </a:stretch>
        </p:blipFill>
        <p:spPr bwMode="auto">
          <a:xfrm>
            <a:off x="1" y="6473299"/>
            <a:ext cx="943324" cy="2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13396018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25438" y="1995488"/>
            <a:ext cx="4168775" cy="4367212"/>
          </a:xfrm>
        </p:spPr>
        <p:txBody>
          <a:bodyPr/>
          <a:lstStyle>
            <a:lvl1pPr>
              <a:defRPr sz="2800">
                <a:solidFill>
                  <a:srgbClr val="000074"/>
                </a:solidFill>
              </a:defRPr>
            </a:lvl1pPr>
            <a:lvl2pPr>
              <a:defRPr sz="2400">
                <a:solidFill>
                  <a:srgbClr val="000074"/>
                </a:solidFill>
              </a:defRPr>
            </a:lvl2pPr>
            <a:lvl3pPr>
              <a:defRPr sz="2000">
                <a:solidFill>
                  <a:srgbClr val="000074"/>
                </a:solidFill>
              </a:defRPr>
            </a:lvl3pPr>
            <a:lvl4pPr>
              <a:defRPr sz="1800">
                <a:solidFill>
                  <a:srgbClr val="000074"/>
                </a:solidFill>
              </a:defRPr>
            </a:lvl4pPr>
            <a:lvl5pPr>
              <a:defRPr sz="1800">
                <a:solidFill>
                  <a:srgbClr val="000074"/>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646613" y="1995488"/>
            <a:ext cx="4170362" cy="4367212"/>
          </a:xfrm>
        </p:spPr>
        <p:txBody>
          <a:bodyPr/>
          <a:lstStyle>
            <a:lvl1pPr>
              <a:defRPr sz="2800">
                <a:solidFill>
                  <a:srgbClr val="000074"/>
                </a:solidFill>
              </a:defRPr>
            </a:lvl1pPr>
            <a:lvl2pPr>
              <a:defRPr sz="2400">
                <a:solidFill>
                  <a:srgbClr val="000074"/>
                </a:solidFill>
              </a:defRPr>
            </a:lvl2pPr>
            <a:lvl3pPr>
              <a:defRPr sz="2000">
                <a:solidFill>
                  <a:srgbClr val="000074"/>
                </a:solidFill>
              </a:defRPr>
            </a:lvl3pPr>
            <a:lvl4pPr>
              <a:defRPr sz="1800">
                <a:solidFill>
                  <a:srgbClr val="000074"/>
                </a:solidFill>
              </a:defRPr>
            </a:lvl4pPr>
            <a:lvl5pPr>
              <a:defRPr sz="1800">
                <a:solidFill>
                  <a:srgbClr val="000074"/>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ftr" sz="quarter" idx="10"/>
          </p:nvPr>
        </p:nvSpPr>
        <p:spPr>
          <a:ln/>
        </p:spPr>
        <p:txBody>
          <a:bodyPr/>
          <a:lstStyle>
            <a:lvl1pPr>
              <a:defRPr/>
            </a:lvl1pPr>
          </a:lstStyle>
          <a:p>
            <a:pPr>
              <a:defRPr/>
            </a:pPr>
            <a:endParaRPr lang="en-GB"/>
          </a:p>
        </p:txBody>
      </p:sp>
      <p:sp>
        <p:nvSpPr>
          <p:cNvPr id="6" name="Rectangle 5"/>
          <p:cNvSpPr>
            <a:spLocks noGrp="1" noChangeArrowheads="1"/>
          </p:cNvSpPr>
          <p:nvPr>
            <p:ph type="sldNum" sz="quarter" idx="11"/>
          </p:nvPr>
        </p:nvSpPr>
        <p:spPr>
          <a:ln/>
        </p:spPr>
        <p:txBody>
          <a:bodyPr/>
          <a:lstStyle>
            <a:lvl1pPr>
              <a:defRPr/>
            </a:lvl1pPr>
          </a:lstStyle>
          <a:p>
            <a:fld id="{23BC4CBC-2251-49B4-B304-8243152DA9F1}" type="slidenum">
              <a:rPr lang="en-US" altLang="en-US" smtClean="0"/>
              <a:pPr/>
              <a:t>‹#›</a:t>
            </a:fld>
            <a:endParaRPr lang="en-US" altLang="en-US"/>
          </a:p>
        </p:txBody>
      </p:sp>
      <p:pic>
        <p:nvPicPr>
          <p:cNvPr id="7" name="Picture 1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r="66667"/>
          <a:stretch>
            <a:fillRect/>
          </a:stretch>
        </p:blipFill>
        <p:spPr bwMode="auto">
          <a:xfrm>
            <a:off x="1" y="6473299"/>
            <a:ext cx="943324" cy="2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5002685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ftr" sz="quarter" idx="10"/>
          </p:nvPr>
        </p:nvSpPr>
        <p:spPr>
          <a:ln/>
        </p:spPr>
        <p:txBody>
          <a:bodyPr/>
          <a:lstStyle>
            <a:lvl1pPr>
              <a:defRPr/>
            </a:lvl1pPr>
          </a:lstStyle>
          <a:p>
            <a:pPr>
              <a:defRPr/>
            </a:pPr>
            <a:endParaRPr lang="en-GB"/>
          </a:p>
        </p:txBody>
      </p:sp>
      <p:sp>
        <p:nvSpPr>
          <p:cNvPr id="8" name="Rectangle 5"/>
          <p:cNvSpPr>
            <a:spLocks noGrp="1" noChangeArrowheads="1"/>
          </p:cNvSpPr>
          <p:nvPr>
            <p:ph type="sldNum" sz="quarter" idx="11"/>
          </p:nvPr>
        </p:nvSpPr>
        <p:spPr>
          <a:ln/>
        </p:spPr>
        <p:txBody>
          <a:bodyPr/>
          <a:lstStyle>
            <a:lvl1pPr>
              <a:defRPr/>
            </a:lvl1pPr>
          </a:lstStyle>
          <a:p>
            <a:fld id="{23BC4CBC-2251-49B4-B304-8243152DA9F1}" type="slidenum">
              <a:rPr lang="en-US" altLang="en-US" smtClean="0"/>
              <a:pPr/>
              <a:t>‹#›</a:t>
            </a:fld>
            <a:endParaRPr lang="en-US" altLang="en-US"/>
          </a:p>
        </p:txBody>
      </p:sp>
      <p:pic>
        <p:nvPicPr>
          <p:cNvPr id="9" name="Picture 1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r="66667"/>
          <a:stretch>
            <a:fillRect/>
          </a:stretch>
        </p:blipFill>
        <p:spPr bwMode="auto">
          <a:xfrm>
            <a:off x="1" y="6473299"/>
            <a:ext cx="943324" cy="2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15686518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ftr" sz="quarter" idx="10"/>
          </p:nvPr>
        </p:nvSpPr>
        <p:spPr>
          <a:ln/>
        </p:spPr>
        <p:txBody>
          <a:bodyPr/>
          <a:lstStyle>
            <a:lvl1pPr>
              <a:defRPr/>
            </a:lvl1pPr>
          </a:lstStyle>
          <a:p>
            <a:pPr>
              <a:defRPr/>
            </a:pPr>
            <a:endParaRPr lang="en-GB"/>
          </a:p>
        </p:txBody>
      </p:sp>
      <p:sp>
        <p:nvSpPr>
          <p:cNvPr id="4" name="Rectangle 5"/>
          <p:cNvSpPr>
            <a:spLocks noGrp="1" noChangeArrowheads="1"/>
          </p:cNvSpPr>
          <p:nvPr>
            <p:ph type="sldNum" sz="quarter" idx="11"/>
          </p:nvPr>
        </p:nvSpPr>
        <p:spPr>
          <a:ln/>
        </p:spPr>
        <p:txBody>
          <a:bodyPr/>
          <a:lstStyle>
            <a:lvl1pPr>
              <a:defRPr/>
            </a:lvl1pPr>
          </a:lstStyle>
          <a:p>
            <a:fld id="{23BC4CBC-2251-49B4-B304-8243152DA9F1}" type="slidenum">
              <a:rPr lang="en-US" altLang="en-US" smtClean="0"/>
              <a:pPr/>
              <a:t>‹#›</a:t>
            </a:fld>
            <a:endParaRPr lang="en-US" altLang="en-US"/>
          </a:p>
        </p:txBody>
      </p:sp>
      <p:pic>
        <p:nvPicPr>
          <p:cNvPr id="5" name="Picture 1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r="66667"/>
          <a:stretch>
            <a:fillRect/>
          </a:stretch>
        </p:blipFill>
        <p:spPr bwMode="auto">
          <a:xfrm>
            <a:off x="1" y="6473299"/>
            <a:ext cx="943324" cy="2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3250790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endParaRPr lang="en-GB"/>
          </a:p>
        </p:txBody>
      </p:sp>
      <p:sp>
        <p:nvSpPr>
          <p:cNvPr id="3" name="Rectangle 5"/>
          <p:cNvSpPr>
            <a:spLocks noGrp="1" noChangeArrowheads="1"/>
          </p:cNvSpPr>
          <p:nvPr>
            <p:ph type="sldNum" sz="quarter" idx="11"/>
          </p:nvPr>
        </p:nvSpPr>
        <p:spPr>
          <a:ln/>
        </p:spPr>
        <p:txBody>
          <a:bodyPr/>
          <a:lstStyle>
            <a:lvl1pPr>
              <a:defRPr/>
            </a:lvl1pPr>
          </a:lstStyle>
          <a:p>
            <a:fld id="{23BC4CBC-2251-49B4-B304-8243152DA9F1}" type="slidenum">
              <a:rPr lang="en-US" altLang="en-US" smtClean="0"/>
              <a:pPr/>
              <a:t>‹#›</a:t>
            </a:fld>
            <a:endParaRPr lang="en-US" altLang="en-US"/>
          </a:p>
        </p:txBody>
      </p:sp>
      <p:pic>
        <p:nvPicPr>
          <p:cNvPr id="4" name="Picture 1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r="66667"/>
          <a:stretch>
            <a:fillRect/>
          </a:stretch>
        </p:blipFill>
        <p:spPr bwMode="auto">
          <a:xfrm>
            <a:off x="1" y="6473299"/>
            <a:ext cx="943324" cy="2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0383423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endParaRPr lang="en-GB"/>
          </a:p>
        </p:txBody>
      </p:sp>
      <p:sp>
        <p:nvSpPr>
          <p:cNvPr id="6" name="Rectangle 5"/>
          <p:cNvSpPr>
            <a:spLocks noGrp="1" noChangeArrowheads="1"/>
          </p:cNvSpPr>
          <p:nvPr>
            <p:ph type="sldNum" sz="quarter" idx="11"/>
          </p:nvPr>
        </p:nvSpPr>
        <p:spPr>
          <a:ln/>
        </p:spPr>
        <p:txBody>
          <a:bodyPr/>
          <a:lstStyle>
            <a:lvl1pPr>
              <a:defRPr/>
            </a:lvl1pPr>
          </a:lstStyle>
          <a:p>
            <a:fld id="{23BC4CBC-2251-49B4-B304-8243152DA9F1}" type="slidenum">
              <a:rPr lang="en-US" altLang="en-US" smtClean="0"/>
              <a:pPr/>
              <a:t>‹#›</a:t>
            </a:fld>
            <a:endParaRPr lang="en-US" altLang="en-US"/>
          </a:p>
        </p:txBody>
      </p:sp>
      <p:pic>
        <p:nvPicPr>
          <p:cNvPr id="7" name="Picture 1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r="66667"/>
          <a:stretch>
            <a:fillRect/>
          </a:stretch>
        </p:blipFill>
        <p:spPr bwMode="auto">
          <a:xfrm>
            <a:off x="1" y="6473299"/>
            <a:ext cx="943324" cy="2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14080534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endParaRPr lang="en-GB"/>
          </a:p>
        </p:txBody>
      </p:sp>
      <p:sp>
        <p:nvSpPr>
          <p:cNvPr id="6" name="Rectangle 5"/>
          <p:cNvSpPr>
            <a:spLocks noGrp="1" noChangeArrowheads="1"/>
          </p:cNvSpPr>
          <p:nvPr>
            <p:ph type="sldNum" sz="quarter" idx="11"/>
          </p:nvPr>
        </p:nvSpPr>
        <p:spPr>
          <a:ln/>
        </p:spPr>
        <p:txBody>
          <a:bodyPr/>
          <a:lstStyle>
            <a:lvl1pPr>
              <a:defRPr/>
            </a:lvl1pPr>
          </a:lstStyle>
          <a:p>
            <a:fld id="{23BC4CBC-2251-49B4-B304-8243152DA9F1}" type="slidenum">
              <a:rPr lang="en-US" altLang="en-US" smtClean="0"/>
              <a:pPr/>
              <a:t>‹#›</a:t>
            </a:fld>
            <a:endParaRPr lang="en-US" altLang="en-US"/>
          </a:p>
        </p:txBody>
      </p:sp>
      <p:pic>
        <p:nvPicPr>
          <p:cNvPr id="7" name="Picture 1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r="66667"/>
          <a:stretch>
            <a:fillRect/>
          </a:stretch>
        </p:blipFill>
        <p:spPr bwMode="auto">
          <a:xfrm>
            <a:off x="1" y="6473299"/>
            <a:ext cx="943324" cy="2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6171258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ftr" sz="quarter" idx="10"/>
          </p:nvPr>
        </p:nvSpPr>
        <p:spPr>
          <a:ln/>
        </p:spPr>
        <p:txBody>
          <a:bodyPr/>
          <a:lstStyle>
            <a:lvl1pPr>
              <a:defRPr/>
            </a:lvl1pPr>
          </a:lstStyle>
          <a:p>
            <a:pPr>
              <a:defRPr/>
            </a:pPr>
            <a:endParaRPr lang="en-GB"/>
          </a:p>
        </p:txBody>
      </p:sp>
      <p:sp>
        <p:nvSpPr>
          <p:cNvPr id="5" name="Rectangle 5"/>
          <p:cNvSpPr>
            <a:spLocks noGrp="1" noChangeArrowheads="1"/>
          </p:cNvSpPr>
          <p:nvPr>
            <p:ph type="sldNum" sz="quarter" idx="11"/>
          </p:nvPr>
        </p:nvSpPr>
        <p:spPr>
          <a:ln/>
        </p:spPr>
        <p:txBody>
          <a:bodyPr/>
          <a:lstStyle>
            <a:lvl1pPr>
              <a:defRPr/>
            </a:lvl1pPr>
          </a:lstStyle>
          <a:p>
            <a:fld id="{23BC4CBC-2251-49B4-B304-8243152DA9F1}" type="slidenum">
              <a:rPr lang="en-US" altLang="en-US" smtClean="0"/>
              <a:pPr/>
              <a:t>‹#›</a:t>
            </a:fld>
            <a:endParaRPr lang="en-US" altLang="en-US"/>
          </a:p>
        </p:txBody>
      </p:sp>
      <p:pic>
        <p:nvPicPr>
          <p:cNvPr id="6" name="Picture 1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r="66667"/>
          <a:stretch>
            <a:fillRect/>
          </a:stretch>
        </p:blipFill>
        <p:spPr bwMode="auto">
          <a:xfrm>
            <a:off x="1" y="6473299"/>
            <a:ext cx="943324" cy="2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37759444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94488" y="938213"/>
            <a:ext cx="2122487" cy="5424487"/>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25438" y="938213"/>
            <a:ext cx="6216650" cy="54244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ftr" sz="quarter" idx="10"/>
          </p:nvPr>
        </p:nvSpPr>
        <p:spPr>
          <a:ln/>
        </p:spPr>
        <p:txBody>
          <a:bodyPr/>
          <a:lstStyle>
            <a:lvl1pPr>
              <a:defRPr/>
            </a:lvl1pPr>
          </a:lstStyle>
          <a:p>
            <a:pPr>
              <a:defRPr/>
            </a:pPr>
            <a:endParaRPr lang="en-GB"/>
          </a:p>
        </p:txBody>
      </p:sp>
      <p:sp>
        <p:nvSpPr>
          <p:cNvPr id="5" name="Rectangle 5"/>
          <p:cNvSpPr>
            <a:spLocks noGrp="1" noChangeArrowheads="1"/>
          </p:cNvSpPr>
          <p:nvPr>
            <p:ph type="sldNum" sz="quarter" idx="11"/>
          </p:nvPr>
        </p:nvSpPr>
        <p:spPr>
          <a:ln/>
        </p:spPr>
        <p:txBody>
          <a:bodyPr/>
          <a:lstStyle>
            <a:lvl1pPr>
              <a:defRPr/>
            </a:lvl1pPr>
          </a:lstStyle>
          <a:p>
            <a:fld id="{23BC4CBC-2251-49B4-B304-8243152DA9F1}" type="slidenum">
              <a:rPr lang="en-US" altLang="en-US" smtClean="0"/>
              <a:pPr/>
              <a:t>‹#›</a:t>
            </a:fld>
            <a:endParaRPr lang="en-US" altLang="en-US"/>
          </a:p>
        </p:txBody>
      </p:sp>
      <p:pic>
        <p:nvPicPr>
          <p:cNvPr id="6" name="Picture 1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r="66667"/>
          <a:stretch>
            <a:fillRect/>
          </a:stretch>
        </p:blipFill>
        <p:spPr bwMode="auto">
          <a:xfrm>
            <a:off x="1" y="6473299"/>
            <a:ext cx="943324" cy="2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8269496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438" y="938213"/>
            <a:ext cx="8491537" cy="784225"/>
          </a:xfrm>
        </p:spPr>
        <p:txBody>
          <a:bodyPr/>
          <a:lstStyle/>
          <a:p>
            <a:r>
              <a:rPr lang="en-US"/>
              <a:t>Click to edit Master title style</a:t>
            </a:r>
            <a:endParaRPr lang="en-GB"/>
          </a:p>
        </p:txBody>
      </p:sp>
      <p:sp>
        <p:nvSpPr>
          <p:cNvPr id="3" name="Text Placeholder 2"/>
          <p:cNvSpPr>
            <a:spLocks noGrp="1"/>
          </p:cNvSpPr>
          <p:nvPr>
            <p:ph type="body" sz="half" idx="1"/>
          </p:nvPr>
        </p:nvSpPr>
        <p:spPr>
          <a:xfrm>
            <a:off x="325438" y="1995488"/>
            <a:ext cx="4168775" cy="4367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95488"/>
            <a:ext cx="4170362" cy="4367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ftr" sz="quarter" idx="10"/>
          </p:nvPr>
        </p:nvSpPr>
        <p:spPr>
          <a:ln/>
        </p:spPr>
        <p:txBody>
          <a:bodyPr/>
          <a:lstStyle>
            <a:lvl1pPr>
              <a:defRPr/>
            </a:lvl1pPr>
          </a:lstStyle>
          <a:p>
            <a:pPr>
              <a:defRPr/>
            </a:pPr>
            <a:endParaRPr lang="en-GB"/>
          </a:p>
        </p:txBody>
      </p:sp>
      <p:sp>
        <p:nvSpPr>
          <p:cNvPr id="6" name="Rectangle 5"/>
          <p:cNvSpPr>
            <a:spLocks noGrp="1" noChangeArrowheads="1"/>
          </p:cNvSpPr>
          <p:nvPr>
            <p:ph type="sldNum" sz="quarter" idx="11"/>
          </p:nvPr>
        </p:nvSpPr>
        <p:spPr>
          <a:ln/>
        </p:spPr>
        <p:txBody>
          <a:bodyPr/>
          <a:lstStyle>
            <a:lvl1pPr>
              <a:defRPr/>
            </a:lvl1pPr>
          </a:lstStyle>
          <a:p>
            <a:fld id="{23BC4CBC-2251-49B4-B304-8243152DA9F1}" type="slidenum">
              <a:rPr lang="en-US" altLang="en-US" smtClean="0"/>
              <a:pPr/>
              <a:t>‹#›</a:t>
            </a:fld>
            <a:endParaRPr lang="en-US" altLang="en-US"/>
          </a:p>
        </p:txBody>
      </p:sp>
      <p:pic>
        <p:nvPicPr>
          <p:cNvPr id="7" name="Picture 1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r="66667"/>
          <a:stretch>
            <a:fillRect/>
          </a:stretch>
        </p:blipFill>
        <p:spPr bwMode="auto">
          <a:xfrm>
            <a:off x="1" y="6473299"/>
            <a:ext cx="943324" cy="2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9015016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5" name="Line 5"/>
          <p:cNvSpPr>
            <a:spLocks noChangeShapeType="1"/>
          </p:cNvSpPr>
          <p:nvPr/>
        </p:nvSpPr>
        <p:spPr bwMode="auto">
          <a:xfrm flipV="1">
            <a:off x="325438" y="3171825"/>
            <a:ext cx="8455025" cy="0"/>
          </a:xfrm>
          <a:prstGeom prst="line">
            <a:avLst/>
          </a:prstGeom>
          <a:noFill/>
          <a:ln w="12700">
            <a:solidFill>
              <a:srgbClr val="0059BD"/>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 name="Rectangle 9"/>
          <p:cNvSpPr>
            <a:spLocks noChangeArrowheads="1"/>
          </p:cNvSpPr>
          <p:nvPr/>
        </p:nvSpPr>
        <p:spPr bwMode="auto">
          <a:xfrm>
            <a:off x="0" y="6732588"/>
            <a:ext cx="9144000" cy="125412"/>
          </a:xfrm>
          <a:prstGeom prst="rect">
            <a:avLst/>
          </a:prstGeom>
          <a:solidFill>
            <a:srgbClr val="0059B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eaLnBrk="0" hangingPunct="0">
              <a:defRPr sz="1300">
                <a:solidFill>
                  <a:srgbClr val="003399"/>
                </a:solidFill>
                <a:latin typeface="Verdana" pitchFamily="34" charset="0"/>
                <a:cs typeface="Arial" charset="0"/>
              </a:defRPr>
            </a:lvl1pPr>
            <a:lvl2pPr marL="742950" indent="-285750" eaLnBrk="0" hangingPunct="0">
              <a:defRPr sz="1300">
                <a:solidFill>
                  <a:srgbClr val="003399"/>
                </a:solidFill>
                <a:latin typeface="Verdana" pitchFamily="34" charset="0"/>
                <a:cs typeface="Arial" charset="0"/>
              </a:defRPr>
            </a:lvl2pPr>
            <a:lvl3pPr marL="1143000" indent="-228600" eaLnBrk="0" hangingPunct="0">
              <a:defRPr sz="1300">
                <a:solidFill>
                  <a:srgbClr val="003399"/>
                </a:solidFill>
                <a:latin typeface="Verdana" pitchFamily="34" charset="0"/>
                <a:cs typeface="Arial" charset="0"/>
              </a:defRPr>
            </a:lvl3pPr>
            <a:lvl4pPr marL="1600200" indent="-228600" eaLnBrk="0" hangingPunct="0">
              <a:defRPr sz="1300">
                <a:solidFill>
                  <a:srgbClr val="003399"/>
                </a:solidFill>
                <a:latin typeface="Verdana" pitchFamily="34" charset="0"/>
                <a:cs typeface="Arial" charset="0"/>
              </a:defRPr>
            </a:lvl4pPr>
            <a:lvl5pPr marL="2057400" indent="-228600" eaLnBrk="0" hangingPunct="0">
              <a:defRPr sz="1300">
                <a:solidFill>
                  <a:srgbClr val="003399"/>
                </a:solidFill>
                <a:latin typeface="Verdana" pitchFamily="34" charset="0"/>
                <a:cs typeface="Arial" charset="0"/>
              </a:defRPr>
            </a:lvl5pPr>
            <a:lvl6pPr marL="25146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6pPr>
            <a:lvl7pPr marL="29718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7pPr>
            <a:lvl8pPr marL="34290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8pPr>
            <a:lvl9pPr marL="38862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9pPr>
          </a:lstStyle>
          <a:p>
            <a:pPr eaLnBrk="1" hangingPunct="1">
              <a:defRPr/>
            </a:pPr>
            <a:endParaRPr lang="en-US" altLang="en-US"/>
          </a:p>
        </p:txBody>
      </p:sp>
      <p:sp>
        <p:nvSpPr>
          <p:cNvPr id="7" name="Rectangle 21"/>
          <p:cNvSpPr>
            <a:spLocks noChangeArrowheads="1"/>
          </p:cNvSpPr>
          <p:nvPr/>
        </p:nvSpPr>
        <p:spPr bwMode="auto">
          <a:xfrm>
            <a:off x="0" y="809625"/>
            <a:ext cx="9144000" cy="133350"/>
          </a:xfrm>
          <a:prstGeom prst="rect">
            <a:avLst/>
          </a:prstGeom>
          <a:solidFill>
            <a:srgbClr val="7BC342"/>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nchor="ctr"/>
          <a:lstStyle>
            <a:lvl1pPr eaLnBrk="0" hangingPunct="0">
              <a:defRPr sz="1300">
                <a:solidFill>
                  <a:srgbClr val="003399"/>
                </a:solidFill>
                <a:latin typeface="Verdana" pitchFamily="34" charset="0"/>
                <a:cs typeface="Arial" charset="0"/>
              </a:defRPr>
            </a:lvl1pPr>
            <a:lvl2pPr marL="742950" indent="-285750" eaLnBrk="0" hangingPunct="0">
              <a:defRPr sz="1300">
                <a:solidFill>
                  <a:srgbClr val="003399"/>
                </a:solidFill>
                <a:latin typeface="Verdana" pitchFamily="34" charset="0"/>
                <a:cs typeface="Arial" charset="0"/>
              </a:defRPr>
            </a:lvl2pPr>
            <a:lvl3pPr marL="1143000" indent="-228600" eaLnBrk="0" hangingPunct="0">
              <a:defRPr sz="1300">
                <a:solidFill>
                  <a:srgbClr val="003399"/>
                </a:solidFill>
                <a:latin typeface="Verdana" pitchFamily="34" charset="0"/>
                <a:cs typeface="Arial" charset="0"/>
              </a:defRPr>
            </a:lvl3pPr>
            <a:lvl4pPr marL="1600200" indent="-228600" eaLnBrk="0" hangingPunct="0">
              <a:defRPr sz="1300">
                <a:solidFill>
                  <a:srgbClr val="003399"/>
                </a:solidFill>
                <a:latin typeface="Verdana" pitchFamily="34" charset="0"/>
                <a:cs typeface="Arial" charset="0"/>
              </a:defRPr>
            </a:lvl4pPr>
            <a:lvl5pPr marL="2057400" indent="-228600" eaLnBrk="0" hangingPunct="0">
              <a:defRPr sz="1300">
                <a:solidFill>
                  <a:srgbClr val="003399"/>
                </a:solidFill>
                <a:latin typeface="Verdana" pitchFamily="34" charset="0"/>
                <a:cs typeface="Arial" charset="0"/>
              </a:defRPr>
            </a:lvl5pPr>
            <a:lvl6pPr marL="25146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6pPr>
            <a:lvl7pPr marL="29718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7pPr>
            <a:lvl8pPr marL="34290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8pPr>
            <a:lvl9pPr marL="38862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9pPr>
          </a:lstStyle>
          <a:p>
            <a:pPr eaLnBrk="1" hangingPunct="1">
              <a:defRPr/>
            </a:pPr>
            <a:endParaRPr lang="en-US" altLang="en-US"/>
          </a:p>
        </p:txBody>
      </p:sp>
      <p:pic>
        <p:nvPicPr>
          <p:cNvPr id="8" name="Picture 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Rectangle 3"/>
          <p:cNvSpPr>
            <a:spLocks noGrp="1" noChangeArrowheads="1"/>
          </p:cNvSpPr>
          <p:nvPr>
            <p:ph type="ctrTitle"/>
          </p:nvPr>
        </p:nvSpPr>
        <p:spPr>
          <a:xfrm>
            <a:off x="325438" y="1290638"/>
            <a:ext cx="8455025" cy="1666875"/>
          </a:xfrm>
          <a:extLst>
            <a:ext uri="{91240B29-F687-4F45-9708-019B960494DF}">
              <a14:hiddenLine xmlns:a14="http://schemas.microsoft.com/office/drawing/2010/main" w="12700">
                <a:solidFill>
                  <a:srgbClr val="003399"/>
                </a:solidFill>
                <a:miter lim="800000"/>
                <a:headEnd/>
                <a:tailEnd/>
              </a14:hiddenLine>
            </a:ext>
          </a:extLst>
        </p:spPr>
        <p:txBody>
          <a:bodyPr anchor="b"/>
          <a:lstStyle>
            <a:lvl1pPr>
              <a:lnSpc>
                <a:spcPct val="100000"/>
              </a:lnSpc>
              <a:defRPr sz="3600"/>
            </a:lvl1pPr>
          </a:lstStyle>
          <a:p>
            <a:pPr lvl="0"/>
            <a:r>
              <a:rPr lang="en-US" noProof="0"/>
              <a:t>Click to edit Master title style</a:t>
            </a:r>
          </a:p>
        </p:txBody>
      </p:sp>
      <p:sp>
        <p:nvSpPr>
          <p:cNvPr id="5124" name="Rectangle 4"/>
          <p:cNvSpPr>
            <a:spLocks noGrp="1" noChangeArrowheads="1"/>
          </p:cNvSpPr>
          <p:nvPr>
            <p:ph type="subTitle" idx="1"/>
          </p:nvPr>
        </p:nvSpPr>
        <p:spPr>
          <a:xfrm>
            <a:off x="325438" y="3429000"/>
            <a:ext cx="8455025" cy="385763"/>
          </a:xfrm>
        </p:spPr>
        <p:txBody>
          <a:bodyPr/>
          <a:lstStyle>
            <a:lvl1pPr>
              <a:lnSpc>
                <a:spcPct val="100000"/>
              </a:lnSpc>
              <a:spcAft>
                <a:spcPct val="0"/>
              </a:spcAft>
              <a:defRPr sz="2800"/>
            </a:lvl1pPr>
          </a:lstStyle>
          <a:p>
            <a:pPr lvl="0"/>
            <a:r>
              <a:rPr lang="en-US" noProof="0"/>
              <a:t>Click to edit Master subtitle style</a:t>
            </a:r>
          </a:p>
        </p:txBody>
      </p:sp>
      <p:sp>
        <p:nvSpPr>
          <p:cNvPr id="3" name="Text Placeholder 2"/>
          <p:cNvSpPr>
            <a:spLocks noGrp="1"/>
          </p:cNvSpPr>
          <p:nvPr>
            <p:ph type="body" sz="quarter" idx="10"/>
          </p:nvPr>
        </p:nvSpPr>
        <p:spPr>
          <a:xfrm>
            <a:off x="325438" y="5589388"/>
            <a:ext cx="6766842" cy="935956"/>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2713097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ollege_Powerpoint_Background.png"/>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ext Placeholder 2"/>
          <p:cNvSpPr>
            <a:spLocks noGrp="1"/>
          </p:cNvSpPr>
          <p:nvPr>
            <p:ph type="body" idx="1"/>
          </p:nvPr>
        </p:nvSpPr>
        <p:spPr>
          <a:xfrm>
            <a:off x="457200" y="2346581"/>
            <a:ext cx="8229600" cy="3644104"/>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itle Placeholder 1"/>
          <p:cNvSpPr>
            <a:spLocks noGrp="1"/>
          </p:cNvSpPr>
          <p:nvPr>
            <p:ph type="title"/>
          </p:nvPr>
        </p:nvSpPr>
        <p:spPr>
          <a:xfrm>
            <a:off x="457200" y="1487908"/>
            <a:ext cx="8229600" cy="507556"/>
          </a:xfrm>
          <a:prstGeom prst="rect">
            <a:avLst/>
          </a:prstGeom>
        </p:spPr>
        <p:txBody>
          <a:bodyPr vert="horz" lIns="0" tIns="45720" rIns="0" bIns="0" rtlCol="0" anchor="ctr">
            <a:noAutofit/>
          </a:bodyPr>
          <a:lstStyle/>
          <a:p>
            <a:r>
              <a:rPr lang="en-GB" dirty="0"/>
              <a:t>Click to edit Master title style</a:t>
            </a:r>
            <a:endParaRPr lang="en-US" dirty="0"/>
          </a:p>
        </p:txBody>
      </p:sp>
    </p:spTree>
    <p:extLst>
      <p:ext uri="{BB962C8B-B14F-4D97-AF65-F5344CB8AC3E}">
        <p14:creationId xmlns:p14="http://schemas.microsoft.com/office/powerpoint/2010/main" val="2585372813"/>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0" r:id="rId3"/>
    <p:sldLayoutId id="2147483652" r:id="rId4"/>
    <p:sldLayoutId id="2147483660" r:id="rId5"/>
    <p:sldLayoutId id="2147483657" r:id="rId6"/>
    <p:sldLayoutId id="2147483658" r:id="rId7"/>
    <p:sldLayoutId id="2147483659" r:id="rId8"/>
    <p:sldLayoutId id="2147483655" r:id="rId9"/>
    <p:sldLayoutId id="2147483661" r:id="rId10"/>
  </p:sldLayoutIdLst>
  <p:hf hdr="0"/>
  <p:txStyles>
    <p:titleStyle>
      <a:lvl1pPr algn="l" defTabSz="457200" rtl="0" eaLnBrk="1" latinLnBrk="0" hangingPunct="1">
        <a:spcBef>
          <a:spcPct val="0"/>
        </a:spcBef>
        <a:buNone/>
        <a:defRPr sz="2800" b="1" kern="1200">
          <a:solidFill>
            <a:srgbClr val="0085CA"/>
          </a:solidFill>
          <a:latin typeface="Arial"/>
          <a:ea typeface="+mj-ea"/>
          <a:cs typeface="Arial"/>
        </a:defRPr>
      </a:lvl1pPr>
    </p:titleStyle>
    <p:bodyStyle>
      <a:lvl1pPr marL="342900" indent="-34290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gs>
            <a:gs pos="48000">
              <a:schemeClr val="accent3">
                <a:lumMod val="97000"/>
                <a:lumOff val="3000"/>
              </a:schemeClr>
            </a:gs>
            <a:gs pos="100000">
              <a:schemeClr val="accent3">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050" name="Rectangle 3"/>
          <p:cNvSpPr>
            <a:spLocks noGrp="1" noChangeArrowheads="1"/>
          </p:cNvSpPr>
          <p:nvPr>
            <p:ph type="body" idx="1"/>
          </p:nvPr>
        </p:nvSpPr>
        <p:spPr bwMode="auto">
          <a:xfrm>
            <a:off x="325438" y="1724557"/>
            <a:ext cx="8491537" cy="436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GB" altLang="en-US"/>
              <a:t>…</a:t>
            </a:r>
            <a:endParaRPr lang="en-US" altLang="en-US"/>
          </a:p>
        </p:txBody>
      </p:sp>
      <p:sp>
        <p:nvSpPr>
          <p:cNvPr id="4100" name="Rectangle 4"/>
          <p:cNvSpPr>
            <a:spLocks noGrp="1" noChangeArrowheads="1"/>
          </p:cNvSpPr>
          <p:nvPr>
            <p:ph type="ftr" sz="quarter" idx="3"/>
          </p:nvPr>
        </p:nvSpPr>
        <p:spPr bwMode="auto">
          <a:xfrm>
            <a:off x="325438" y="6369050"/>
            <a:ext cx="8056562" cy="255588"/>
          </a:xfrm>
          <a:prstGeom prst="rect">
            <a:avLst/>
          </a:prstGeom>
          <a:noFill/>
          <a:ln>
            <a:noFill/>
          </a:ln>
          <a:effectLst/>
        </p:spPr>
        <p:txBody>
          <a:bodyPr vert="horz" wrap="square" lIns="0" tIns="0" rIns="0" bIns="0" numCol="1" anchor="b" anchorCtr="0" compatLnSpc="1">
            <a:prstTxWarp prst="textNoShape">
              <a:avLst/>
            </a:prstTxWarp>
          </a:bodyPr>
          <a:lstStyle>
            <a:lvl1pPr>
              <a:lnSpc>
                <a:spcPts val="1300"/>
              </a:lnSpc>
              <a:defRPr sz="1100">
                <a:solidFill>
                  <a:srgbClr val="6D6F71"/>
                </a:solidFill>
                <a:cs typeface="Arial" charset="0"/>
              </a:defRPr>
            </a:lvl1pPr>
          </a:lstStyle>
          <a:p>
            <a:pPr>
              <a:defRPr/>
            </a:pPr>
            <a:endParaRPr lang="en-GB"/>
          </a:p>
        </p:txBody>
      </p:sp>
      <p:sp>
        <p:nvSpPr>
          <p:cNvPr id="4101" name="Rectangle 5"/>
          <p:cNvSpPr>
            <a:spLocks noGrp="1" noChangeArrowheads="1"/>
          </p:cNvSpPr>
          <p:nvPr>
            <p:ph type="sldNum" sz="quarter" idx="4"/>
          </p:nvPr>
        </p:nvSpPr>
        <p:spPr bwMode="auto">
          <a:xfrm>
            <a:off x="8472488" y="6384925"/>
            <a:ext cx="307975" cy="239713"/>
          </a:xfrm>
          <a:prstGeom prst="rect">
            <a:avLst/>
          </a:prstGeom>
          <a:noFill/>
          <a:ln>
            <a:noFill/>
          </a:ln>
          <a:effectLst/>
        </p:spPr>
        <p:txBody>
          <a:bodyPr vert="horz" wrap="square" lIns="0" tIns="0" rIns="0" bIns="0" numCol="1" anchor="b" anchorCtr="0" compatLnSpc="1">
            <a:prstTxWarp prst="textNoShape">
              <a:avLst/>
            </a:prstTxWarp>
          </a:bodyPr>
          <a:lstStyle>
            <a:lvl1pPr algn="r">
              <a:lnSpc>
                <a:spcPct val="100000"/>
              </a:lnSpc>
              <a:defRPr sz="1100">
                <a:solidFill>
                  <a:srgbClr val="0070C0"/>
                </a:solidFill>
              </a:defRPr>
            </a:lvl1pPr>
          </a:lstStyle>
          <a:p>
            <a:fld id="{23BC4CBC-2251-49B4-B304-8243152DA9F1}" type="slidenum">
              <a:rPr lang="en-US" altLang="en-US" smtClean="0"/>
              <a:pPr/>
              <a:t>‹#›</a:t>
            </a:fld>
            <a:endParaRPr lang="en-US" altLang="en-US"/>
          </a:p>
        </p:txBody>
      </p:sp>
      <p:sp>
        <p:nvSpPr>
          <p:cNvPr id="2053" name="Rectangle 7"/>
          <p:cNvSpPr>
            <a:spLocks noChangeArrowheads="1"/>
          </p:cNvSpPr>
          <p:nvPr/>
        </p:nvSpPr>
        <p:spPr bwMode="auto">
          <a:xfrm>
            <a:off x="5734050" y="0"/>
            <a:ext cx="679450" cy="457200"/>
          </a:xfrm>
          <a:prstGeom prst="rect">
            <a:avLst/>
          </a:prstGeom>
          <a:noFill/>
          <a:ln>
            <a:noFill/>
          </a:ln>
          <a:effectLst/>
        </p:spPr>
        <p:txBody>
          <a:bodyPr wrap="none" lIns="0" tIns="0" rIns="0" bIns="0" anchor="ctr">
            <a:spAutoFit/>
          </a:bodyPr>
          <a:lstStyle>
            <a:lvl1pPr eaLnBrk="0" hangingPunct="0">
              <a:defRPr sz="1300">
                <a:solidFill>
                  <a:srgbClr val="003399"/>
                </a:solidFill>
                <a:latin typeface="Verdana" pitchFamily="34" charset="0"/>
                <a:cs typeface="Arial" charset="0"/>
              </a:defRPr>
            </a:lvl1pPr>
            <a:lvl2pPr marL="742950" indent="-285750" eaLnBrk="0" hangingPunct="0">
              <a:defRPr sz="1300">
                <a:solidFill>
                  <a:srgbClr val="003399"/>
                </a:solidFill>
                <a:latin typeface="Verdana" pitchFamily="34" charset="0"/>
                <a:cs typeface="Arial" charset="0"/>
              </a:defRPr>
            </a:lvl2pPr>
            <a:lvl3pPr marL="1143000" indent="-228600" eaLnBrk="0" hangingPunct="0">
              <a:defRPr sz="1300">
                <a:solidFill>
                  <a:srgbClr val="003399"/>
                </a:solidFill>
                <a:latin typeface="Verdana" pitchFamily="34" charset="0"/>
                <a:cs typeface="Arial" charset="0"/>
              </a:defRPr>
            </a:lvl3pPr>
            <a:lvl4pPr marL="1600200" indent="-228600" eaLnBrk="0" hangingPunct="0">
              <a:defRPr sz="1300">
                <a:solidFill>
                  <a:srgbClr val="003399"/>
                </a:solidFill>
                <a:latin typeface="Verdana" pitchFamily="34" charset="0"/>
                <a:cs typeface="Arial" charset="0"/>
              </a:defRPr>
            </a:lvl4pPr>
            <a:lvl5pPr marL="2057400" indent="-228600" eaLnBrk="0" hangingPunct="0">
              <a:defRPr sz="1300">
                <a:solidFill>
                  <a:srgbClr val="003399"/>
                </a:solidFill>
                <a:latin typeface="Verdana" pitchFamily="34" charset="0"/>
                <a:cs typeface="Arial" charset="0"/>
              </a:defRPr>
            </a:lvl5pPr>
            <a:lvl6pPr marL="25146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6pPr>
            <a:lvl7pPr marL="29718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7pPr>
            <a:lvl8pPr marL="34290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8pPr>
            <a:lvl9pPr marL="38862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9pPr>
          </a:lstStyle>
          <a:p>
            <a:pPr eaLnBrk="1" hangingPunct="1">
              <a:lnSpc>
                <a:spcPct val="100000"/>
              </a:lnSpc>
              <a:defRPr/>
            </a:pPr>
            <a:endParaRPr lang="en-US" altLang="en-US" sz="1800">
              <a:solidFill>
                <a:srgbClr val="000000"/>
              </a:solidFill>
            </a:endParaRPr>
          </a:p>
        </p:txBody>
      </p:sp>
      <p:sp>
        <p:nvSpPr>
          <p:cNvPr id="2054" name="Rectangle 9"/>
          <p:cNvSpPr>
            <a:spLocks noChangeArrowheads="1"/>
          </p:cNvSpPr>
          <p:nvPr/>
        </p:nvSpPr>
        <p:spPr bwMode="auto">
          <a:xfrm>
            <a:off x="0" y="6732588"/>
            <a:ext cx="9144000" cy="125412"/>
          </a:xfrm>
          <a:prstGeom prst="rect">
            <a:avLst/>
          </a:prstGeom>
          <a:solidFill>
            <a:srgbClr val="0059BD"/>
          </a:solidFill>
          <a:ln>
            <a:noFill/>
          </a:ln>
          <a:effectLst/>
        </p:spPr>
        <p:txBody>
          <a:bodyPr wrap="none" lIns="0" tIns="0" rIns="0" bIns="0" anchor="ctr">
            <a:spAutoFit/>
          </a:bodyPr>
          <a:lstStyle>
            <a:lvl1pPr eaLnBrk="0" hangingPunct="0">
              <a:defRPr sz="1300">
                <a:solidFill>
                  <a:srgbClr val="003399"/>
                </a:solidFill>
                <a:latin typeface="Verdana" pitchFamily="34" charset="0"/>
                <a:cs typeface="Arial" charset="0"/>
              </a:defRPr>
            </a:lvl1pPr>
            <a:lvl2pPr marL="742950" indent="-285750" eaLnBrk="0" hangingPunct="0">
              <a:defRPr sz="1300">
                <a:solidFill>
                  <a:srgbClr val="003399"/>
                </a:solidFill>
                <a:latin typeface="Verdana" pitchFamily="34" charset="0"/>
                <a:cs typeface="Arial" charset="0"/>
              </a:defRPr>
            </a:lvl2pPr>
            <a:lvl3pPr marL="1143000" indent="-228600" eaLnBrk="0" hangingPunct="0">
              <a:defRPr sz="1300">
                <a:solidFill>
                  <a:srgbClr val="003399"/>
                </a:solidFill>
                <a:latin typeface="Verdana" pitchFamily="34" charset="0"/>
                <a:cs typeface="Arial" charset="0"/>
              </a:defRPr>
            </a:lvl3pPr>
            <a:lvl4pPr marL="1600200" indent="-228600" eaLnBrk="0" hangingPunct="0">
              <a:defRPr sz="1300">
                <a:solidFill>
                  <a:srgbClr val="003399"/>
                </a:solidFill>
                <a:latin typeface="Verdana" pitchFamily="34" charset="0"/>
                <a:cs typeface="Arial" charset="0"/>
              </a:defRPr>
            </a:lvl4pPr>
            <a:lvl5pPr marL="2057400" indent="-228600" eaLnBrk="0" hangingPunct="0">
              <a:defRPr sz="1300">
                <a:solidFill>
                  <a:srgbClr val="003399"/>
                </a:solidFill>
                <a:latin typeface="Verdana" pitchFamily="34" charset="0"/>
                <a:cs typeface="Arial" charset="0"/>
              </a:defRPr>
            </a:lvl5pPr>
            <a:lvl6pPr marL="25146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6pPr>
            <a:lvl7pPr marL="29718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7pPr>
            <a:lvl8pPr marL="34290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8pPr>
            <a:lvl9pPr marL="3886200" indent="-228600" eaLnBrk="0" fontAlgn="base" hangingPunct="0">
              <a:lnSpc>
                <a:spcPts val="1600"/>
              </a:lnSpc>
              <a:spcBef>
                <a:spcPct val="0"/>
              </a:spcBef>
              <a:spcAft>
                <a:spcPct val="0"/>
              </a:spcAft>
              <a:defRPr sz="1300">
                <a:solidFill>
                  <a:srgbClr val="003399"/>
                </a:solidFill>
                <a:latin typeface="Verdana" pitchFamily="34" charset="0"/>
                <a:cs typeface="Arial" charset="0"/>
              </a:defRPr>
            </a:lvl9pPr>
          </a:lstStyle>
          <a:p>
            <a:pPr eaLnBrk="1" hangingPunct="1">
              <a:lnSpc>
                <a:spcPct val="100000"/>
              </a:lnSpc>
              <a:defRPr/>
            </a:pPr>
            <a:endParaRPr lang="en-US" altLang="en-US" sz="1800">
              <a:solidFill>
                <a:srgbClr val="000000"/>
              </a:solidFill>
            </a:endParaRPr>
          </a:p>
        </p:txBody>
      </p:sp>
      <p:sp>
        <p:nvSpPr>
          <p:cNvPr id="2055" name="Rectangle 14"/>
          <p:cNvSpPr>
            <a:spLocks noGrp="1" noChangeArrowheads="1"/>
          </p:cNvSpPr>
          <p:nvPr>
            <p:ph type="title"/>
          </p:nvPr>
        </p:nvSpPr>
        <p:spPr bwMode="auto">
          <a:xfrm>
            <a:off x="325438" y="667282"/>
            <a:ext cx="8491537"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en-US"/>
              <a:t>Click to edit Master title style</a:t>
            </a:r>
          </a:p>
        </p:txBody>
      </p:sp>
      <p:sp>
        <p:nvSpPr>
          <p:cNvPr id="2056" name="Line 6"/>
          <p:cNvSpPr>
            <a:spLocks noChangeShapeType="1"/>
          </p:cNvSpPr>
          <p:nvPr/>
        </p:nvSpPr>
        <p:spPr bwMode="auto">
          <a:xfrm>
            <a:off x="325438" y="1478494"/>
            <a:ext cx="8455025" cy="0"/>
          </a:xfrm>
          <a:prstGeom prst="line">
            <a:avLst/>
          </a:prstGeom>
          <a:noFill/>
          <a:ln w="12700">
            <a:solidFill>
              <a:srgbClr val="003399"/>
            </a:solidFill>
            <a:round/>
            <a:headEnd/>
            <a:tailEnd/>
          </a:ln>
          <a:extLst>
            <a:ext uri="{909E8E84-426E-40DD-AFC4-6F175D3DCCD1}">
              <a14:hiddenFill xmlns:a14="http://schemas.microsoft.com/office/drawing/2010/main">
                <a:noFill/>
              </a14:hiddenFill>
            </a:ext>
          </a:extLst>
        </p:spPr>
        <p:txBody>
          <a:bodyPr/>
          <a:lstStyle/>
          <a:p>
            <a:endParaRPr lang="en-GB"/>
          </a:p>
        </p:txBody>
      </p:sp>
    </p:spTree>
    <p:extLst>
      <p:ext uri="{BB962C8B-B14F-4D97-AF65-F5344CB8AC3E}">
        <p14:creationId xmlns:p14="http://schemas.microsoft.com/office/powerpoint/2010/main" val="256104991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hdr="0" ftr="0" dt="0"/>
  <p:txStyles>
    <p:titleStyle>
      <a:lvl1pPr algn="l" rtl="0" eaLnBrk="1" fontAlgn="base" hangingPunct="1">
        <a:lnSpc>
          <a:spcPts val="3600"/>
        </a:lnSpc>
        <a:spcBef>
          <a:spcPct val="0"/>
        </a:spcBef>
        <a:spcAft>
          <a:spcPct val="0"/>
        </a:spcAft>
        <a:defRPr sz="2800" b="1">
          <a:solidFill>
            <a:srgbClr val="0059BD"/>
          </a:solidFill>
          <a:latin typeface="+mj-lt"/>
          <a:ea typeface="+mj-ea"/>
          <a:cs typeface="+mj-cs"/>
        </a:defRPr>
      </a:lvl1pPr>
      <a:lvl2pPr algn="l" rtl="0" eaLnBrk="1" fontAlgn="base" hangingPunct="1">
        <a:lnSpc>
          <a:spcPts val="3600"/>
        </a:lnSpc>
        <a:spcBef>
          <a:spcPct val="0"/>
        </a:spcBef>
        <a:spcAft>
          <a:spcPct val="0"/>
        </a:spcAft>
        <a:defRPr sz="2800" b="1">
          <a:solidFill>
            <a:srgbClr val="0059BD"/>
          </a:solidFill>
          <a:latin typeface="Verdana" pitchFamily="34" charset="0"/>
          <a:cs typeface="Arial" charset="0"/>
        </a:defRPr>
      </a:lvl2pPr>
      <a:lvl3pPr algn="l" rtl="0" eaLnBrk="1" fontAlgn="base" hangingPunct="1">
        <a:lnSpc>
          <a:spcPts val="3600"/>
        </a:lnSpc>
        <a:spcBef>
          <a:spcPct val="0"/>
        </a:spcBef>
        <a:spcAft>
          <a:spcPct val="0"/>
        </a:spcAft>
        <a:defRPr sz="2800" b="1">
          <a:solidFill>
            <a:srgbClr val="0059BD"/>
          </a:solidFill>
          <a:latin typeface="Verdana" pitchFamily="34" charset="0"/>
          <a:cs typeface="Arial" charset="0"/>
        </a:defRPr>
      </a:lvl3pPr>
      <a:lvl4pPr algn="l" rtl="0" eaLnBrk="1" fontAlgn="base" hangingPunct="1">
        <a:lnSpc>
          <a:spcPts val="3600"/>
        </a:lnSpc>
        <a:spcBef>
          <a:spcPct val="0"/>
        </a:spcBef>
        <a:spcAft>
          <a:spcPct val="0"/>
        </a:spcAft>
        <a:defRPr sz="2800" b="1">
          <a:solidFill>
            <a:srgbClr val="0059BD"/>
          </a:solidFill>
          <a:latin typeface="Verdana" pitchFamily="34" charset="0"/>
          <a:cs typeface="Arial" charset="0"/>
        </a:defRPr>
      </a:lvl4pPr>
      <a:lvl5pPr algn="l" rtl="0" eaLnBrk="1" fontAlgn="base" hangingPunct="1">
        <a:lnSpc>
          <a:spcPts val="3600"/>
        </a:lnSpc>
        <a:spcBef>
          <a:spcPct val="0"/>
        </a:spcBef>
        <a:spcAft>
          <a:spcPct val="0"/>
        </a:spcAft>
        <a:defRPr sz="2800" b="1">
          <a:solidFill>
            <a:srgbClr val="0059BD"/>
          </a:solidFill>
          <a:latin typeface="Verdana" pitchFamily="34" charset="0"/>
          <a:cs typeface="Arial" charset="0"/>
        </a:defRPr>
      </a:lvl5pPr>
      <a:lvl6pPr marL="457200" algn="l" rtl="0" eaLnBrk="1" fontAlgn="base" hangingPunct="1">
        <a:lnSpc>
          <a:spcPts val="3600"/>
        </a:lnSpc>
        <a:spcBef>
          <a:spcPct val="0"/>
        </a:spcBef>
        <a:spcAft>
          <a:spcPct val="0"/>
        </a:spcAft>
        <a:defRPr sz="2800" b="1">
          <a:solidFill>
            <a:srgbClr val="0059BD"/>
          </a:solidFill>
          <a:latin typeface="Verdana" pitchFamily="34" charset="0"/>
          <a:cs typeface="Arial" charset="0"/>
        </a:defRPr>
      </a:lvl6pPr>
      <a:lvl7pPr marL="914400" algn="l" rtl="0" eaLnBrk="1" fontAlgn="base" hangingPunct="1">
        <a:lnSpc>
          <a:spcPts val="3600"/>
        </a:lnSpc>
        <a:spcBef>
          <a:spcPct val="0"/>
        </a:spcBef>
        <a:spcAft>
          <a:spcPct val="0"/>
        </a:spcAft>
        <a:defRPr sz="2800" b="1">
          <a:solidFill>
            <a:srgbClr val="0059BD"/>
          </a:solidFill>
          <a:latin typeface="Verdana" pitchFamily="34" charset="0"/>
          <a:cs typeface="Arial" charset="0"/>
        </a:defRPr>
      </a:lvl7pPr>
      <a:lvl8pPr marL="1371600" algn="l" rtl="0" eaLnBrk="1" fontAlgn="base" hangingPunct="1">
        <a:lnSpc>
          <a:spcPts val="3600"/>
        </a:lnSpc>
        <a:spcBef>
          <a:spcPct val="0"/>
        </a:spcBef>
        <a:spcAft>
          <a:spcPct val="0"/>
        </a:spcAft>
        <a:defRPr sz="2800" b="1">
          <a:solidFill>
            <a:srgbClr val="0059BD"/>
          </a:solidFill>
          <a:latin typeface="Verdana" pitchFamily="34" charset="0"/>
          <a:cs typeface="Arial" charset="0"/>
        </a:defRPr>
      </a:lvl8pPr>
      <a:lvl9pPr marL="1828800" algn="l" rtl="0" eaLnBrk="1" fontAlgn="base" hangingPunct="1">
        <a:lnSpc>
          <a:spcPts val="3600"/>
        </a:lnSpc>
        <a:spcBef>
          <a:spcPct val="0"/>
        </a:spcBef>
        <a:spcAft>
          <a:spcPct val="0"/>
        </a:spcAft>
        <a:defRPr sz="2800" b="1">
          <a:solidFill>
            <a:srgbClr val="0059BD"/>
          </a:solidFill>
          <a:latin typeface="Verdana" pitchFamily="34" charset="0"/>
          <a:cs typeface="Arial" charset="0"/>
        </a:defRPr>
      </a:lvl9pPr>
    </p:titleStyle>
    <p:bodyStyle>
      <a:lvl1pPr marL="357188" indent="-357188" algn="l" defTabSz="8067675" rtl="0" eaLnBrk="1" fontAlgn="base" hangingPunct="1">
        <a:spcBef>
          <a:spcPct val="30000"/>
        </a:spcBef>
        <a:spcAft>
          <a:spcPct val="0"/>
        </a:spcAft>
        <a:buClr>
          <a:srgbClr val="0059BD"/>
        </a:buClr>
        <a:buChar char="•"/>
        <a:defRPr sz="2400">
          <a:solidFill>
            <a:srgbClr val="000074"/>
          </a:solidFill>
          <a:latin typeface="+mn-lt"/>
          <a:ea typeface="+mn-ea"/>
          <a:cs typeface="+mn-cs"/>
        </a:defRPr>
      </a:lvl1pPr>
      <a:lvl2pPr marL="630238" indent="-271463" algn="l" defTabSz="8067675" rtl="0" eaLnBrk="1" fontAlgn="base" hangingPunct="1">
        <a:spcBef>
          <a:spcPct val="30000"/>
        </a:spcBef>
        <a:spcAft>
          <a:spcPct val="0"/>
        </a:spcAft>
        <a:buClr>
          <a:srgbClr val="0059BD"/>
        </a:buClr>
        <a:buFont typeface="Verdana" panose="020B0604030504040204" pitchFamily="34" charset="0"/>
        <a:buChar char="–"/>
        <a:defRPr sz="2200">
          <a:solidFill>
            <a:srgbClr val="000074"/>
          </a:solidFill>
          <a:latin typeface="+mn-lt"/>
          <a:cs typeface="+mn-cs"/>
        </a:defRPr>
      </a:lvl2pPr>
      <a:lvl3pPr marL="903288" indent="-271463" algn="l" defTabSz="8067675" rtl="0" eaLnBrk="1" fontAlgn="base" hangingPunct="1">
        <a:spcBef>
          <a:spcPct val="30000"/>
        </a:spcBef>
        <a:spcAft>
          <a:spcPct val="0"/>
        </a:spcAft>
        <a:buClr>
          <a:srgbClr val="0059BD"/>
        </a:buClr>
        <a:buFont typeface="Wingdings" panose="05000000000000000000" pitchFamily="2" charset="2"/>
        <a:buChar char="w"/>
        <a:defRPr sz="2000">
          <a:solidFill>
            <a:srgbClr val="000074"/>
          </a:solidFill>
          <a:latin typeface="+mn-lt"/>
          <a:cs typeface="+mn-cs"/>
        </a:defRPr>
      </a:lvl3pPr>
      <a:lvl4pPr marL="1187450" indent="-282575" algn="l" defTabSz="8067675" rtl="0" eaLnBrk="1" fontAlgn="base" hangingPunct="1">
        <a:spcBef>
          <a:spcPct val="30000"/>
        </a:spcBef>
        <a:spcAft>
          <a:spcPct val="0"/>
        </a:spcAft>
        <a:buClr>
          <a:srgbClr val="0059BD"/>
        </a:buClr>
        <a:buFont typeface="Wingdings" panose="05000000000000000000" pitchFamily="2" charset="2"/>
        <a:buChar char="§"/>
        <a:defRPr>
          <a:solidFill>
            <a:srgbClr val="000074"/>
          </a:solidFill>
          <a:latin typeface="+mn-lt"/>
          <a:cs typeface="+mn-cs"/>
        </a:defRPr>
      </a:lvl4pPr>
      <a:lvl5pPr marL="2795588" indent="-369888" algn="l" defTabSz="8067675" rtl="0" eaLnBrk="1" fontAlgn="base" hangingPunct="1">
        <a:lnSpc>
          <a:spcPts val="2200"/>
        </a:lnSpc>
        <a:spcBef>
          <a:spcPct val="0"/>
        </a:spcBef>
        <a:spcAft>
          <a:spcPts val="600"/>
        </a:spcAft>
        <a:buFont typeface="Verdana" panose="020B0604030504040204" pitchFamily="34" charset="0"/>
        <a:buChar char="–"/>
        <a:defRPr sz="2000">
          <a:solidFill>
            <a:schemeClr val="tx1"/>
          </a:solidFill>
          <a:latin typeface="+mn-lt"/>
          <a:cs typeface="+mn-cs"/>
        </a:defRPr>
      </a:lvl5pPr>
      <a:lvl6pPr marL="3252788" indent="-369888" algn="l" defTabSz="8067675" rtl="0" eaLnBrk="1" fontAlgn="base" hangingPunct="1">
        <a:lnSpc>
          <a:spcPts val="2200"/>
        </a:lnSpc>
        <a:spcBef>
          <a:spcPct val="0"/>
        </a:spcBef>
        <a:spcAft>
          <a:spcPts val="600"/>
        </a:spcAft>
        <a:buFont typeface="Verdana" pitchFamily="34" charset="0"/>
        <a:buChar char="–"/>
        <a:defRPr sz="2000">
          <a:solidFill>
            <a:schemeClr val="tx1"/>
          </a:solidFill>
          <a:latin typeface="+mn-lt"/>
          <a:cs typeface="+mn-cs"/>
        </a:defRPr>
      </a:lvl6pPr>
      <a:lvl7pPr marL="3709988" indent="-369888" algn="l" defTabSz="8067675" rtl="0" eaLnBrk="1" fontAlgn="base" hangingPunct="1">
        <a:lnSpc>
          <a:spcPts val="2200"/>
        </a:lnSpc>
        <a:spcBef>
          <a:spcPct val="0"/>
        </a:spcBef>
        <a:spcAft>
          <a:spcPts val="600"/>
        </a:spcAft>
        <a:buFont typeface="Verdana" pitchFamily="34" charset="0"/>
        <a:buChar char="–"/>
        <a:defRPr sz="2000">
          <a:solidFill>
            <a:schemeClr val="tx1"/>
          </a:solidFill>
          <a:latin typeface="+mn-lt"/>
          <a:cs typeface="+mn-cs"/>
        </a:defRPr>
      </a:lvl7pPr>
      <a:lvl8pPr marL="4167188" indent="-369888" algn="l" defTabSz="8067675" rtl="0" eaLnBrk="1" fontAlgn="base" hangingPunct="1">
        <a:lnSpc>
          <a:spcPts val="2200"/>
        </a:lnSpc>
        <a:spcBef>
          <a:spcPct val="0"/>
        </a:spcBef>
        <a:spcAft>
          <a:spcPts val="600"/>
        </a:spcAft>
        <a:buFont typeface="Verdana" pitchFamily="34" charset="0"/>
        <a:buChar char="–"/>
        <a:defRPr sz="2000">
          <a:solidFill>
            <a:schemeClr val="tx1"/>
          </a:solidFill>
          <a:latin typeface="+mn-lt"/>
          <a:cs typeface="+mn-cs"/>
        </a:defRPr>
      </a:lvl8pPr>
      <a:lvl9pPr marL="4624388" indent="-369888" algn="l" defTabSz="8067675" rtl="0" eaLnBrk="1" fontAlgn="base" hangingPunct="1">
        <a:lnSpc>
          <a:spcPts val="2200"/>
        </a:lnSpc>
        <a:spcBef>
          <a:spcPct val="0"/>
        </a:spcBef>
        <a:spcAft>
          <a:spcPts val="600"/>
        </a:spcAft>
        <a:buFont typeface="Verdana" pitchFamily="34" charset="0"/>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3.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hyperlink" Target="http://onlinelibrary.wiley.com/doi/10.1002/pds.3636/abstract" TargetMode="External"/><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hyperlink" Target="http://protectbenefitrisk.eu/" TargetMode="External"/><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image" Target="../media/image20.gif"/><Relationship Id="rId13" Type="http://schemas.openxmlformats.org/officeDocument/2006/relationships/hyperlink" Target="https://rss.onlinelibrary.wiley.com/toc/17409713/2016/13/3" TargetMode="External"/><Relationship Id="rId18" Type="http://schemas.openxmlformats.org/officeDocument/2006/relationships/image" Target="../media/image25.gif"/><Relationship Id="rId3" Type="http://schemas.openxmlformats.org/officeDocument/2006/relationships/image" Target="../media/image17.gif"/><Relationship Id="rId7" Type="http://schemas.openxmlformats.org/officeDocument/2006/relationships/hyperlink" Target="https://rss.onlinelibrary.wiley.com/toc/17409713/2017/14/5" TargetMode="External"/><Relationship Id="rId12" Type="http://schemas.openxmlformats.org/officeDocument/2006/relationships/image" Target="../media/image22.gif"/><Relationship Id="rId17" Type="http://schemas.openxmlformats.org/officeDocument/2006/relationships/hyperlink" Target="https://rss.onlinelibrary.wiley.com/toc/17409713/2019/16/1" TargetMode="External"/><Relationship Id="rId2" Type="http://schemas.openxmlformats.org/officeDocument/2006/relationships/hyperlink" Target="https://rss.onlinelibrary.wiley.com/toc/17409713/2019/16/5" TargetMode="External"/><Relationship Id="rId16" Type="http://schemas.openxmlformats.org/officeDocument/2006/relationships/image" Target="../media/image24.jpeg"/><Relationship Id="rId1" Type="http://schemas.openxmlformats.org/officeDocument/2006/relationships/slideLayout" Target="../slideLayouts/slideLayout3.xml"/><Relationship Id="rId6" Type="http://schemas.openxmlformats.org/officeDocument/2006/relationships/image" Target="../media/image19.gif"/><Relationship Id="rId11" Type="http://schemas.openxmlformats.org/officeDocument/2006/relationships/hyperlink" Target="https://rss.onlinelibrary.wiley.com/toc/17409713/2016/13/2" TargetMode="External"/><Relationship Id="rId5" Type="http://schemas.openxmlformats.org/officeDocument/2006/relationships/image" Target="../media/image18.gif"/><Relationship Id="rId15" Type="http://schemas.openxmlformats.org/officeDocument/2006/relationships/hyperlink" Target="https://rss.onlinelibrary.wiley.com/toc/17409713/2015/12/3" TargetMode="External"/><Relationship Id="rId10" Type="http://schemas.openxmlformats.org/officeDocument/2006/relationships/image" Target="../media/image21.jpeg"/><Relationship Id="rId19" Type="http://schemas.openxmlformats.org/officeDocument/2006/relationships/image" Target="../media/image26.gif"/><Relationship Id="rId4" Type="http://schemas.openxmlformats.org/officeDocument/2006/relationships/hyperlink" Target="https://rss.onlinelibrary.wiley.com/toc/17409713/2019/16/3" TargetMode="External"/><Relationship Id="rId9" Type="http://schemas.openxmlformats.org/officeDocument/2006/relationships/hyperlink" Target="https://rss.onlinelibrary.wiley.com/toc/17409713/2016/13/6" TargetMode="External"/><Relationship Id="rId14"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457200" y="3602767"/>
            <a:ext cx="6400800" cy="604513"/>
          </a:xfrm>
        </p:spPr>
        <p:txBody>
          <a:bodyPr/>
          <a:lstStyle/>
          <a:p>
            <a:r>
              <a:rPr lang="en-US" dirty="0"/>
              <a:t>Professor Deborah Ashby</a:t>
            </a:r>
            <a:br>
              <a:rPr lang="en-US" dirty="0"/>
            </a:br>
            <a:r>
              <a:rPr lang="en-US" sz="2400" dirty="0"/>
              <a:t>Director, School of Public Health, </a:t>
            </a:r>
          </a:p>
          <a:p>
            <a:r>
              <a:rPr lang="en-US" sz="2400" dirty="0"/>
              <a:t>Imperial College London</a:t>
            </a:r>
          </a:p>
          <a:p>
            <a:r>
              <a:rPr lang="en-US" sz="2400" dirty="0"/>
              <a:t>President, Royal Statistical Society</a:t>
            </a:r>
          </a:p>
        </p:txBody>
      </p:sp>
      <p:sp>
        <p:nvSpPr>
          <p:cNvPr id="3" name="Title 2"/>
          <p:cNvSpPr>
            <a:spLocks noGrp="1"/>
          </p:cNvSpPr>
          <p:nvPr>
            <p:ph type="title"/>
          </p:nvPr>
        </p:nvSpPr>
        <p:spPr/>
        <p:txBody>
          <a:bodyPr/>
          <a:lstStyle/>
          <a:p>
            <a:r>
              <a:rPr lang="en-GB" sz="3600" b="1" dirty="0"/>
              <a:t>Retire Statistical Significance (!) (?) – How Do We Know What We Know?</a:t>
            </a:r>
            <a:endParaRPr lang="en-US" sz="3600" b="1" dirty="0"/>
          </a:p>
        </p:txBody>
      </p:sp>
      <p:sp>
        <p:nvSpPr>
          <p:cNvPr id="4" name="Text Placeholder 3"/>
          <p:cNvSpPr>
            <a:spLocks noGrp="1"/>
          </p:cNvSpPr>
          <p:nvPr>
            <p:ph type="body" sz="quarter" idx="11"/>
          </p:nvPr>
        </p:nvSpPr>
        <p:spPr>
          <a:xfrm>
            <a:off x="457200" y="5547946"/>
            <a:ext cx="6400800" cy="518746"/>
          </a:xfrm>
        </p:spPr>
        <p:txBody>
          <a:bodyPr/>
          <a:lstStyle/>
          <a:p>
            <a:r>
              <a:rPr lang="en-US" dirty="0"/>
              <a:t>PSI Conference 2020</a:t>
            </a:r>
          </a:p>
          <a:p>
            <a:r>
              <a:rPr lang="en-US" dirty="0"/>
              <a:t>10</a:t>
            </a:r>
            <a:r>
              <a:rPr lang="en-US" baseline="30000" dirty="0"/>
              <a:t>th</a:t>
            </a:r>
            <a:r>
              <a:rPr lang="en-US" dirty="0"/>
              <a:t> June 2020</a:t>
            </a:r>
          </a:p>
        </p:txBody>
      </p:sp>
      <p:sp>
        <p:nvSpPr>
          <p:cNvPr id="5" name="Text Placeholder 4"/>
          <p:cNvSpPr>
            <a:spLocks noGrp="1"/>
          </p:cNvSpPr>
          <p:nvPr>
            <p:ph type="body" sz="quarter" idx="13"/>
          </p:nvPr>
        </p:nvSpPr>
        <p:spPr/>
        <p:txBody>
          <a:bodyPr/>
          <a:lstStyle/>
          <a:p>
            <a:endParaRPr lang="en-US" dirty="0"/>
          </a:p>
        </p:txBody>
      </p:sp>
    </p:spTree>
    <p:extLst>
      <p:ext uri="{BB962C8B-B14F-4D97-AF65-F5344CB8AC3E}">
        <p14:creationId xmlns:p14="http://schemas.microsoft.com/office/powerpoint/2010/main" val="954329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 the following have in common?</a:t>
            </a:r>
          </a:p>
        </p:txBody>
      </p:sp>
      <p:sp>
        <p:nvSpPr>
          <p:cNvPr id="3" name="Content Placeholder 2"/>
          <p:cNvSpPr>
            <a:spLocks noGrp="1"/>
          </p:cNvSpPr>
          <p:nvPr>
            <p:ph idx="1"/>
          </p:nvPr>
        </p:nvSpPr>
        <p:spPr/>
        <p:txBody>
          <a:bodyPr/>
          <a:lstStyle/>
          <a:p>
            <a:r>
              <a:rPr lang="en-US" sz="2000" dirty="0"/>
              <a:t>Fire</a:t>
            </a:r>
          </a:p>
          <a:p>
            <a:endParaRPr lang="en-US" sz="2000" dirty="0"/>
          </a:p>
          <a:p>
            <a:r>
              <a:rPr lang="en-US" sz="2000" dirty="0"/>
              <a:t>Money</a:t>
            </a:r>
          </a:p>
          <a:p>
            <a:pPr marL="0" indent="0">
              <a:buNone/>
            </a:pPr>
            <a:endParaRPr lang="en-US" sz="2000" dirty="0"/>
          </a:p>
          <a:p>
            <a:r>
              <a:rPr lang="en-US" sz="2000" dirty="0"/>
              <a:t>Knives</a:t>
            </a:r>
          </a:p>
          <a:p>
            <a:endParaRPr lang="en-US" sz="2000" dirty="0"/>
          </a:p>
          <a:p>
            <a:r>
              <a:rPr lang="en-US" sz="2000" dirty="0"/>
              <a:t>Power</a:t>
            </a:r>
          </a:p>
          <a:p>
            <a:pPr marL="0" indent="0">
              <a:buNone/>
            </a:pPr>
            <a:endParaRPr lang="en-US" sz="2000" dirty="0"/>
          </a:p>
          <a:p>
            <a:r>
              <a:rPr lang="en-US" sz="2000" dirty="0"/>
              <a:t>Statistical significance</a:t>
            </a:r>
          </a:p>
        </p:txBody>
      </p:sp>
      <p:sp>
        <p:nvSpPr>
          <p:cNvPr id="4" name="Text Placeholder 3"/>
          <p:cNvSpPr>
            <a:spLocks noGrp="1"/>
          </p:cNvSpPr>
          <p:nvPr>
            <p:ph type="body" sz="quarter" idx="10"/>
          </p:nvPr>
        </p:nvSpPr>
        <p:spPr/>
        <p:txBody>
          <a:bodyPr/>
          <a:lstStyle/>
          <a:p>
            <a:endParaRPr lang="en-US"/>
          </a:p>
        </p:txBody>
      </p:sp>
      <p:sp>
        <p:nvSpPr>
          <p:cNvPr id="5" name="Text Placeholder 4"/>
          <p:cNvSpPr>
            <a:spLocks noGrp="1"/>
          </p:cNvSpPr>
          <p:nvPr>
            <p:ph type="body" sz="quarter" idx="12"/>
          </p:nvPr>
        </p:nvSpPr>
        <p:spPr/>
        <p:txBody>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6109" y="2180492"/>
            <a:ext cx="3868614" cy="2541589"/>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0554" y="3713385"/>
            <a:ext cx="3376247" cy="2532185"/>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74904" y="2063375"/>
            <a:ext cx="2735650" cy="2470320"/>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49436" y="4091156"/>
            <a:ext cx="3385372" cy="2250646"/>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85403" y="2924654"/>
            <a:ext cx="3567190" cy="2675393"/>
          </a:xfrm>
          <a:prstGeom prst="rect">
            <a:avLst/>
          </a:prstGeom>
        </p:spPr>
      </p:pic>
    </p:spTree>
    <p:extLst>
      <p:ext uri="{BB962C8B-B14F-4D97-AF65-F5344CB8AC3E}">
        <p14:creationId xmlns:p14="http://schemas.microsoft.com/office/powerpoint/2010/main" val="2179187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Inappropriate use of significance testing:</a:t>
            </a:r>
            <a:br>
              <a:rPr lang="en-GB" dirty="0"/>
            </a:br>
            <a:r>
              <a:rPr lang="en-GB" dirty="0"/>
              <a:t>bioequivalence</a:t>
            </a:r>
          </a:p>
        </p:txBody>
      </p:sp>
      <p:sp>
        <p:nvSpPr>
          <p:cNvPr id="3" name="Content Placeholder 2"/>
          <p:cNvSpPr>
            <a:spLocks noGrp="1"/>
          </p:cNvSpPr>
          <p:nvPr>
            <p:ph idx="1"/>
          </p:nvPr>
        </p:nvSpPr>
        <p:spPr/>
        <p:txBody>
          <a:bodyPr/>
          <a:lstStyle/>
          <a:p>
            <a:endParaRPr lang="en-GB" dirty="0"/>
          </a:p>
          <a:p>
            <a:r>
              <a:rPr lang="en-GB" dirty="0"/>
              <a:t>Not significantly different does NOT imply equivalence</a:t>
            </a:r>
          </a:p>
          <a:p>
            <a:endParaRPr lang="en-GB" dirty="0"/>
          </a:p>
          <a:p>
            <a:r>
              <a:rPr lang="en-GB" dirty="0"/>
              <a:t>Need to specify equivalence margins for parameter of interest </a:t>
            </a:r>
          </a:p>
          <a:p>
            <a:pPr marL="0" indent="0">
              <a:buNone/>
            </a:pPr>
            <a:r>
              <a:rPr lang="en-GB" dirty="0"/>
              <a:t>          	</a:t>
            </a:r>
            <a:r>
              <a:rPr lang="en-GB" dirty="0" err="1"/>
              <a:t>eg</a:t>
            </a:r>
            <a:r>
              <a:rPr lang="en-GB" dirty="0"/>
              <a:t> 90% CI for ratio of AUCs within (80%, 125%)</a:t>
            </a:r>
          </a:p>
          <a:p>
            <a:pPr marL="0" indent="0">
              <a:buNone/>
            </a:pPr>
            <a:r>
              <a:rPr lang="en-GB" dirty="0"/>
              <a:t> 		(Drug regulation mid-1990’s)</a:t>
            </a:r>
          </a:p>
          <a:p>
            <a:pPr marL="0" indent="0">
              <a:buNone/>
            </a:pPr>
            <a:endParaRPr lang="en-GB" dirty="0"/>
          </a:p>
          <a:p>
            <a:r>
              <a:rPr lang="en-GB" dirty="0"/>
              <a:t>“To be inside the acceptance interval the lower bound should be ≥ 80.00% when rounded to two decimal places and the upper bound should be ≤ 125.00% when rounded to two decimal places.” </a:t>
            </a:r>
          </a:p>
          <a:p>
            <a:pPr lvl="1"/>
            <a:r>
              <a:rPr lang="en-GB" dirty="0"/>
              <a:t>(CHMP Guideline on the Investigation of Bioequivalence 2010)</a:t>
            </a:r>
          </a:p>
          <a:p>
            <a:endParaRPr lang="en-GB" dirty="0"/>
          </a:p>
          <a:p>
            <a:endParaRPr lang="en-GB" dirty="0"/>
          </a:p>
        </p:txBody>
      </p:sp>
      <p:sp>
        <p:nvSpPr>
          <p:cNvPr id="4" name="Text Placeholder 3"/>
          <p:cNvSpPr>
            <a:spLocks noGrp="1"/>
          </p:cNvSpPr>
          <p:nvPr>
            <p:ph type="body" sz="quarter" idx="10"/>
          </p:nvPr>
        </p:nvSpPr>
        <p:spPr/>
        <p:txBody>
          <a:bodyPr/>
          <a:lstStyle/>
          <a:p>
            <a:endParaRPr lang="en-GB"/>
          </a:p>
        </p:txBody>
      </p:sp>
      <p:sp>
        <p:nvSpPr>
          <p:cNvPr id="5" name="Text Placeholder 4"/>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895616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Inappropriate use of significance testing: baseline testing</a:t>
            </a:r>
          </a:p>
        </p:txBody>
      </p:sp>
      <p:sp>
        <p:nvSpPr>
          <p:cNvPr id="3" name="Content Placeholder 2"/>
          <p:cNvSpPr>
            <a:spLocks noGrp="1"/>
          </p:cNvSpPr>
          <p:nvPr>
            <p:ph idx="1"/>
          </p:nvPr>
        </p:nvSpPr>
        <p:spPr/>
        <p:txBody>
          <a:bodyPr/>
          <a:lstStyle/>
          <a:p>
            <a:pPr marL="0" indent="0">
              <a:buNone/>
            </a:pPr>
            <a:r>
              <a:rPr lang="en-GB" dirty="0"/>
              <a:t>From the ‘editors concerns’ from NEJM clinical trial submission 2016:</a:t>
            </a:r>
          </a:p>
          <a:p>
            <a:pPr marL="0" indent="0">
              <a:buNone/>
            </a:pPr>
            <a:r>
              <a:rPr lang="en-GB" i="1" dirty="0"/>
              <a:t>6) The editors generally request that tables of baseline characteristics include information about the baseline variables, since strictly speaking all baseline differences have presumably occurred at random. However, we consider it useful to calculate the (nominal) P values for these comparisons, and to indicate with an asterisk and footnote which (if any) of the baseline characteristics differ at P &lt;0.05. Please provide this information for new Table 1 and 2.</a:t>
            </a:r>
          </a:p>
          <a:p>
            <a:pPr marL="0" indent="0">
              <a:buNone/>
            </a:pPr>
            <a:endParaRPr lang="en-GB" i="1" dirty="0"/>
          </a:p>
          <a:p>
            <a:pPr marL="0" indent="0">
              <a:buNone/>
            </a:pPr>
            <a:r>
              <a:rPr lang="en-GB" i="1" dirty="0"/>
              <a:t>So, on the basis of choosing our fights carefully, we ended up with a similar statement to the other statistician’s as footnotes to the first two tables. We declined to use the recommended asterisk, we did give the actual P-value. Table 1 had no sig diffs, Table 2 had one at P=0.02. </a:t>
            </a:r>
            <a:r>
              <a:rPr lang="en-GB" i="1" dirty="0" err="1"/>
              <a:t>Quelle</a:t>
            </a:r>
            <a:r>
              <a:rPr lang="en-GB" i="1" dirty="0"/>
              <a:t> surprise!</a:t>
            </a:r>
          </a:p>
          <a:p>
            <a:pPr marL="0" indent="0">
              <a:buNone/>
            </a:pPr>
            <a:r>
              <a:rPr lang="en-GB" dirty="0"/>
              <a:t> (Correspondence with Doug Altman, who was facing similar battles with NEJM)</a:t>
            </a:r>
          </a:p>
          <a:p>
            <a:pPr marL="0" indent="0">
              <a:buNone/>
            </a:pPr>
            <a:endParaRPr lang="en-GB" dirty="0"/>
          </a:p>
        </p:txBody>
      </p:sp>
      <p:sp>
        <p:nvSpPr>
          <p:cNvPr id="4" name="Text Placeholder 3"/>
          <p:cNvSpPr>
            <a:spLocks noGrp="1"/>
          </p:cNvSpPr>
          <p:nvPr>
            <p:ph type="body" sz="quarter" idx="10"/>
          </p:nvPr>
        </p:nvSpPr>
        <p:spPr/>
        <p:txBody>
          <a:bodyPr/>
          <a:lstStyle/>
          <a:p>
            <a:endParaRPr lang="en-GB"/>
          </a:p>
        </p:txBody>
      </p:sp>
      <p:sp>
        <p:nvSpPr>
          <p:cNvPr id="5" name="Text Placeholder 4"/>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3067647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Appropriate use of significance testing:</a:t>
            </a:r>
            <a:br>
              <a:rPr lang="en-GB" dirty="0"/>
            </a:br>
            <a:r>
              <a:rPr lang="en-GB" dirty="0"/>
              <a:t>baseline testing</a:t>
            </a:r>
          </a:p>
        </p:txBody>
      </p:sp>
      <p:sp>
        <p:nvSpPr>
          <p:cNvPr id="3" name="Content Placeholder 2"/>
          <p:cNvSpPr>
            <a:spLocks noGrp="1"/>
          </p:cNvSpPr>
          <p:nvPr>
            <p:ph idx="1"/>
          </p:nvPr>
        </p:nvSpPr>
        <p:spPr/>
        <p:txBody>
          <a:bodyPr/>
          <a:lstStyle/>
          <a:p>
            <a:endParaRPr lang="en-GB" dirty="0"/>
          </a:p>
          <a:p>
            <a:r>
              <a:rPr lang="en-GB" dirty="0"/>
              <a:t>Fraud detection in clinical trials</a:t>
            </a:r>
          </a:p>
        </p:txBody>
      </p:sp>
      <p:sp>
        <p:nvSpPr>
          <p:cNvPr id="4" name="Text Placeholder 3"/>
          <p:cNvSpPr>
            <a:spLocks noGrp="1"/>
          </p:cNvSpPr>
          <p:nvPr>
            <p:ph type="body" sz="quarter" idx="10"/>
          </p:nvPr>
        </p:nvSpPr>
        <p:spPr/>
        <p:txBody>
          <a:bodyPr/>
          <a:lstStyle/>
          <a:p>
            <a:endParaRPr lang="en-GB"/>
          </a:p>
        </p:txBody>
      </p:sp>
      <p:sp>
        <p:nvSpPr>
          <p:cNvPr id="5" name="Text Placeholder 4"/>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32160154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496310"/>
            <a:ext cx="8229600" cy="507556"/>
          </a:xfrm>
        </p:spPr>
        <p:txBody>
          <a:bodyPr/>
          <a:lstStyle/>
          <a:p>
            <a:r>
              <a:rPr lang="en-GB" dirty="0"/>
              <a:t>Quantifying heterogeneity in a meta-analysis</a:t>
            </a:r>
            <a:br>
              <a:rPr lang="en-GB" dirty="0"/>
            </a:br>
            <a:endParaRPr lang="en-GB" dirty="0"/>
          </a:p>
        </p:txBody>
      </p:sp>
      <p:sp>
        <p:nvSpPr>
          <p:cNvPr id="3" name="Content Placeholder 2"/>
          <p:cNvSpPr>
            <a:spLocks noGrp="1"/>
          </p:cNvSpPr>
          <p:nvPr>
            <p:ph idx="1"/>
          </p:nvPr>
        </p:nvSpPr>
        <p:spPr/>
        <p:txBody>
          <a:bodyPr/>
          <a:lstStyle/>
          <a:p>
            <a:r>
              <a:rPr lang="en-GB" dirty="0"/>
              <a:t>I</a:t>
            </a:r>
            <a:r>
              <a:rPr lang="en-GB" baseline="30000" dirty="0"/>
              <a:t>2</a:t>
            </a:r>
            <a:r>
              <a:rPr lang="en-GB" dirty="0"/>
              <a:t> much more informative than Q</a:t>
            </a:r>
          </a:p>
          <a:p>
            <a:pPr marL="0" indent="0">
              <a:buNone/>
            </a:pPr>
            <a:endParaRPr lang="en-GB" dirty="0"/>
          </a:p>
          <a:p>
            <a:pPr marL="0" indent="0">
              <a:buNone/>
            </a:pPr>
            <a:r>
              <a:rPr lang="en-GB" dirty="0"/>
              <a:t>		(Julian Higgins and Simon Thompson </a:t>
            </a:r>
            <a:r>
              <a:rPr lang="en-GB" dirty="0" err="1"/>
              <a:t>SiM</a:t>
            </a:r>
            <a:r>
              <a:rPr lang="en-GB" dirty="0"/>
              <a:t>, 2002)</a:t>
            </a:r>
          </a:p>
          <a:p>
            <a:endParaRPr lang="en-GB" dirty="0"/>
          </a:p>
        </p:txBody>
      </p:sp>
      <p:sp>
        <p:nvSpPr>
          <p:cNvPr id="4" name="Text Placeholder 3"/>
          <p:cNvSpPr>
            <a:spLocks noGrp="1"/>
          </p:cNvSpPr>
          <p:nvPr>
            <p:ph type="body" sz="quarter" idx="10"/>
          </p:nvPr>
        </p:nvSpPr>
        <p:spPr/>
        <p:txBody>
          <a:bodyPr/>
          <a:lstStyle/>
          <a:p>
            <a:endParaRPr lang="en-GB"/>
          </a:p>
        </p:txBody>
      </p:sp>
      <p:sp>
        <p:nvSpPr>
          <p:cNvPr id="5" name="Text Placeholder 4"/>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300646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Text Box 1"/>
          <p:cNvSpPr txBox="1">
            <a:spLocks noChangeArrowheads="1"/>
          </p:cNvSpPr>
          <p:nvPr/>
        </p:nvSpPr>
        <p:spPr bwMode="auto">
          <a:xfrm>
            <a:off x="304800" y="1447800"/>
            <a:ext cx="8493120" cy="414764"/>
          </a:xfrm>
          <a:prstGeom prst="rect">
            <a:avLst/>
          </a:prstGeom>
          <a:noFill/>
          <a:ln w="9525">
            <a:noFill/>
            <a:round/>
            <a:headEnd/>
            <a:tailEnd/>
          </a:ln>
          <a:effectLst/>
        </p:spPr>
        <p:txBody>
          <a:bodyPr lIns="0" tIns="0" rIns="0" bIns="0"/>
          <a:lstStyle/>
          <a:p>
            <a:pPr algn="ct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dirty="0">
                <a:solidFill>
                  <a:schemeClr val="tx2"/>
                </a:solidFill>
                <a:ea typeface="msgothic" charset="0"/>
                <a:cs typeface="msgothic" charset="0"/>
              </a:rPr>
              <a:t>Forest plot of the effectiveness of </a:t>
            </a:r>
            <a:r>
              <a:rPr lang="en-GB" dirty="0" err="1">
                <a:solidFill>
                  <a:schemeClr val="tx2"/>
                </a:solidFill>
                <a:ea typeface="msgothic" charset="0"/>
                <a:cs typeface="msgothic" charset="0"/>
              </a:rPr>
              <a:t>dexamethasone</a:t>
            </a:r>
            <a:r>
              <a:rPr lang="en-GB" dirty="0">
                <a:solidFill>
                  <a:schemeClr val="tx2"/>
                </a:solidFill>
                <a:ea typeface="msgothic" charset="0"/>
                <a:cs typeface="msgothic" charset="0"/>
              </a:rPr>
              <a:t> in preventing the recurrence of acute severe migraine headache in adults compared with placebo. </a:t>
            </a:r>
          </a:p>
        </p:txBody>
      </p:sp>
      <p:pic>
        <p:nvPicPr>
          <p:cNvPr id="3074" name="Picture 2"/>
          <p:cNvPicPr>
            <a:picLocks noChangeAspect="1" noChangeArrowheads="1"/>
          </p:cNvPicPr>
          <p:nvPr/>
        </p:nvPicPr>
        <p:blipFill>
          <a:blip r:embed="rId3" cstate="print"/>
          <a:srcRect/>
          <a:stretch>
            <a:fillRect/>
          </a:stretch>
        </p:blipFill>
        <p:spPr bwMode="auto">
          <a:xfrm>
            <a:off x="7935840" y="6205612"/>
            <a:ext cx="816480" cy="522774"/>
          </a:xfrm>
          <a:prstGeom prst="rect">
            <a:avLst/>
          </a:prstGeom>
          <a:noFill/>
          <a:ln w="9525">
            <a:noFill/>
            <a:round/>
            <a:headEnd/>
            <a:tailEnd/>
          </a:ln>
          <a:effectLst/>
        </p:spPr>
      </p:pic>
      <p:pic>
        <p:nvPicPr>
          <p:cNvPr id="3075" name="Picture 3"/>
          <p:cNvPicPr>
            <a:picLocks noChangeAspect="1" noChangeArrowheads="1"/>
          </p:cNvPicPr>
          <p:nvPr/>
        </p:nvPicPr>
        <p:blipFill>
          <a:blip r:embed="rId4" cstate="print"/>
          <a:srcRect/>
          <a:stretch>
            <a:fillRect/>
          </a:stretch>
        </p:blipFill>
        <p:spPr bwMode="auto">
          <a:xfrm>
            <a:off x="671040" y="2526249"/>
            <a:ext cx="7804800" cy="3341151"/>
          </a:xfrm>
          <a:prstGeom prst="rect">
            <a:avLst/>
          </a:prstGeom>
          <a:noFill/>
          <a:ln w="9525">
            <a:noFill/>
            <a:round/>
            <a:headEnd/>
            <a:tailEnd/>
          </a:ln>
          <a:effectLst/>
        </p:spPr>
      </p:pic>
      <p:sp>
        <p:nvSpPr>
          <p:cNvPr id="3076" name="Text Box 4"/>
          <p:cNvSpPr txBox="1">
            <a:spLocks noChangeArrowheads="1"/>
          </p:cNvSpPr>
          <p:nvPr/>
        </p:nvSpPr>
        <p:spPr bwMode="auto">
          <a:xfrm>
            <a:off x="671040" y="5972308"/>
            <a:ext cx="3918240" cy="231864"/>
          </a:xfrm>
          <a:prstGeom prst="rect">
            <a:avLst/>
          </a:prstGeom>
          <a:noFill/>
          <a:ln w="9525">
            <a:noFill/>
            <a:round/>
            <a:headEnd/>
            <a:tailEnd/>
          </a:ln>
          <a:effectLst/>
        </p:spPr>
        <p:txBody>
          <a:bodyPr lIns="0" tIns="0" rIns="0" bIns="0"/>
          <a:lstStyle/>
          <a:p>
            <a:pPr>
              <a:tabLst>
                <a:tab pos="656650" algn="l"/>
                <a:tab pos="1313299" algn="l"/>
                <a:tab pos="1969949" algn="l"/>
                <a:tab pos="2626599" algn="l"/>
                <a:tab pos="3283248" algn="l"/>
              </a:tabLst>
            </a:pPr>
            <a:r>
              <a:rPr lang="en-GB" sz="1100" b="1" dirty="0">
                <a:solidFill>
                  <a:srgbClr val="000000"/>
                </a:solidFill>
                <a:ea typeface="msgothic" charset="0"/>
                <a:cs typeface="msgothic" charset="0"/>
              </a:rPr>
              <a:t>Sedgwick P BMJ 2011;341:bmj.d229</a:t>
            </a:r>
          </a:p>
        </p:txBody>
      </p:sp>
      <p:sp>
        <p:nvSpPr>
          <p:cNvPr id="3077" name="Text Box 5"/>
          <p:cNvSpPr txBox="1">
            <a:spLocks noChangeArrowheads="1"/>
          </p:cNvSpPr>
          <p:nvPr/>
        </p:nvSpPr>
        <p:spPr bwMode="auto">
          <a:xfrm>
            <a:off x="97920" y="6613175"/>
            <a:ext cx="4930560" cy="3470764"/>
          </a:xfrm>
          <a:prstGeom prst="rect">
            <a:avLst/>
          </a:prstGeom>
          <a:noFill/>
          <a:ln w="9525">
            <a:noFill/>
            <a:round/>
            <a:headEnd/>
            <a:tailEnd/>
          </a:ln>
          <a:effectLst/>
        </p:spPr>
        <p:txBody>
          <a:bodyPr lIns="0" tIns="0" rIns="0" bIns="0"/>
          <a:lstStyle/>
          <a:p>
            <a:pPr marL="77761" indent="-77761">
              <a:tabLst>
                <a:tab pos="656650" algn="l"/>
                <a:tab pos="1313299" algn="l"/>
                <a:tab pos="1969949" algn="l"/>
                <a:tab pos="2626599" algn="l"/>
                <a:tab pos="3283248" algn="l"/>
                <a:tab pos="3939898" algn="l"/>
                <a:tab pos="4596548" algn="l"/>
              </a:tabLst>
            </a:pPr>
            <a:r>
              <a:rPr lang="en-GB" sz="900" dirty="0">
                <a:solidFill>
                  <a:srgbClr val="000000"/>
                </a:solidFill>
                <a:ea typeface="msgothic" charset="0"/>
                <a:cs typeface="msgothic" charset="0"/>
              </a:rPr>
              <a:t>©2011 by British Medical Journal Publishing Group</a:t>
            </a:r>
          </a:p>
        </p:txBody>
      </p:sp>
      <p:sp>
        <p:nvSpPr>
          <p:cNvPr id="7" name="Title 1"/>
          <p:cNvSpPr txBox="1">
            <a:spLocks/>
          </p:cNvSpPr>
          <p:nvPr/>
        </p:nvSpPr>
        <p:spPr>
          <a:xfrm>
            <a:off x="304800" y="733425"/>
            <a:ext cx="8443913" cy="638175"/>
          </a:xfrm>
          <a:prstGeom prst="rect">
            <a:avLst/>
          </a:prstGeom>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2600" b="0" i="0" u="none" strike="noStrike" kern="0" cap="none" spc="0" normalizeH="0" baseline="0" noProof="0" dirty="0">
                <a:ln>
                  <a:noFill/>
                </a:ln>
                <a:solidFill>
                  <a:srgbClr val="C51538"/>
                </a:solidFill>
                <a:effectLst/>
                <a:uLnTx/>
                <a:uFillTx/>
                <a:latin typeface="+mj-lt"/>
                <a:ea typeface="+mj-ea"/>
                <a:cs typeface="+mj-cs"/>
              </a:rPr>
              <a:t>Meta-Analysis: Forest plot</a:t>
            </a:r>
          </a:p>
        </p:txBody>
      </p:sp>
    </p:spTree>
    <p:extLst>
      <p:ext uri="{BB962C8B-B14F-4D97-AF65-F5344CB8AC3E}">
        <p14:creationId xmlns:p14="http://schemas.microsoft.com/office/powerpoint/2010/main" val="330000642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Text Box 1"/>
          <p:cNvSpPr txBox="1">
            <a:spLocks noChangeArrowheads="1"/>
          </p:cNvSpPr>
          <p:nvPr/>
        </p:nvSpPr>
        <p:spPr bwMode="auto">
          <a:xfrm>
            <a:off x="325440" y="1295400"/>
            <a:ext cx="8493120" cy="414764"/>
          </a:xfrm>
          <a:prstGeom prst="rect">
            <a:avLst/>
          </a:prstGeom>
          <a:noFill/>
          <a:ln w="9525">
            <a:noFill/>
            <a:round/>
            <a:headEnd/>
            <a:tailEnd/>
          </a:ln>
          <a:effectLst/>
        </p:spPr>
        <p:txBody>
          <a:bodyPr lIns="0" tIns="0" rIns="0" bIns="0"/>
          <a:lstStyle/>
          <a:p>
            <a:pPr algn="ct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GB" dirty="0">
                <a:solidFill>
                  <a:schemeClr val="tx2"/>
                </a:solidFill>
                <a:ea typeface="msgothic" charset="0"/>
                <a:cs typeface="msgothic" charset="0"/>
              </a:rPr>
              <a:t>Comparison of fixed and random effects meta-analytical estimates of the effect of intravenous magnesium on mortality after myocardial infarction. </a:t>
            </a:r>
          </a:p>
        </p:txBody>
      </p:sp>
      <p:pic>
        <p:nvPicPr>
          <p:cNvPr id="3075" name="Picture 3"/>
          <p:cNvPicPr>
            <a:picLocks noChangeAspect="1" noChangeArrowheads="1"/>
          </p:cNvPicPr>
          <p:nvPr/>
        </p:nvPicPr>
        <p:blipFill>
          <a:blip r:embed="rId3" cstate="print"/>
          <a:srcRect/>
          <a:stretch>
            <a:fillRect/>
          </a:stretch>
        </p:blipFill>
        <p:spPr bwMode="auto">
          <a:xfrm>
            <a:off x="914400" y="1876425"/>
            <a:ext cx="7315200" cy="4371975"/>
          </a:xfrm>
          <a:prstGeom prst="rect">
            <a:avLst/>
          </a:prstGeom>
          <a:noFill/>
          <a:ln w="9525">
            <a:noFill/>
            <a:round/>
            <a:headEnd/>
            <a:tailEnd/>
          </a:ln>
          <a:effectLst/>
        </p:spPr>
      </p:pic>
      <p:sp>
        <p:nvSpPr>
          <p:cNvPr id="3076" name="Text Box 4"/>
          <p:cNvSpPr txBox="1">
            <a:spLocks noChangeArrowheads="1"/>
          </p:cNvSpPr>
          <p:nvPr/>
        </p:nvSpPr>
        <p:spPr bwMode="auto">
          <a:xfrm>
            <a:off x="671040" y="6321336"/>
            <a:ext cx="3918240" cy="231864"/>
          </a:xfrm>
          <a:prstGeom prst="rect">
            <a:avLst/>
          </a:prstGeom>
          <a:noFill/>
          <a:ln w="9525">
            <a:noFill/>
            <a:round/>
            <a:headEnd/>
            <a:tailEnd/>
          </a:ln>
          <a:effectLst/>
        </p:spPr>
        <p:txBody>
          <a:bodyPr lIns="0" tIns="0" rIns="0" bIns="0"/>
          <a:lstStyle/>
          <a:p>
            <a:pPr>
              <a:tabLst>
                <a:tab pos="656650" algn="l"/>
                <a:tab pos="1313299" algn="l"/>
                <a:tab pos="1969949" algn="l"/>
                <a:tab pos="2626599" algn="l"/>
                <a:tab pos="3283248" algn="l"/>
              </a:tabLst>
            </a:pPr>
            <a:r>
              <a:rPr lang="en-GB" sz="1100" b="1" dirty="0">
                <a:solidFill>
                  <a:srgbClr val="000000"/>
                </a:solidFill>
                <a:ea typeface="msgothic" charset="0"/>
                <a:cs typeface="msgothic" charset="0"/>
              </a:rPr>
              <a:t>Sterne J A C et al. BMJ 2011;343:bmj.d4002</a:t>
            </a:r>
          </a:p>
        </p:txBody>
      </p:sp>
      <p:sp>
        <p:nvSpPr>
          <p:cNvPr id="3077" name="Text Box 5"/>
          <p:cNvSpPr txBox="1">
            <a:spLocks noChangeArrowheads="1"/>
          </p:cNvSpPr>
          <p:nvPr/>
        </p:nvSpPr>
        <p:spPr bwMode="auto">
          <a:xfrm>
            <a:off x="97920" y="6613175"/>
            <a:ext cx="4930560" cy="3470764"/>
          </a:xfrm>
          <a:prstGeom prst="rect">
            <a:avLst/>
          </a:prstGeom>
          <a:noFill/>
          <a:ln w="9525">
            <a:noFill/>
            <a:round/>
            <a:headEnd/>
            <a:tailEnd/>
          </a:ln>
          <a:effectLst/>
        </p:spPr>
        <p:txBody>
          <a:bodyPr lIns="0" tIns="0" rIns="0" bIns="0"/>
          <a:lstStyle/>
          <a:p>
            <a:pPr marL="77761" indent="-77761">
              <a:tabLst>
                <a:tab pos="656650" algn="l"/>
                <a:tab pos="1313299" algn="l"/>
                <a:tab pos="1969949" algn="l"/>
                <a:tab pos="2626599" algn="l"/>
                <a:tab pos="3283248" algn="l"/>
                <a:tab pos="3939898" algn="l"/>
                <a:tab pos="4596548" algn="l"/>
              </a:tabLst>
            </a:pPr>
            <a:r>
              <a:rPr lang="en-GB" sz="900" dirty="0">
                <a:solidFill>
                  <a:srgbClr val="000000"/>
                </a:solidFill>
                <a:ea typeface="msgothic" charset="0"/>
                <a:cs typeface="msgothic" charset="0"/>
              </a:rPr>
              <a:t>©2011 by British Medical Journal Publishing Group</a:t>
            </a:r>
          </a:p>
        </p:txBody>
      </p:sp>
      <p:pic>
        <p:nvPicPr>
          <p:cNvPr id="3074" name="Picture 2"/>
          <p:cNvPicPr>
            <a:picLocks noChangeAspect="1" noChangeArrowheads="1"/>
          </p:cNvPicPr>
          <p:nvPr/>
        </p:nvPicPr>
        <p:blipFill>
          <a:blip r:embed="rId4" cstate="print"/>
          <a:srcRect/>
          <a:stretch>
            <a:fillRect/>
          </a:stretch>
        </p:blipFill>
        <p:spPr bwMode="auto">
          <a:xfrm>
            <a:off x="7935840" y="6205612"/>
            <a:ext cx="816480" cy="522774"/>
          </a:xfrm>
          <a:prstGeom prst="rect">
            <a:avLst/>
          </a:prstGeom>
          <a:noFill/>
          <a:ln w="9525">
            <a:noFill/>
            <a:round/>
            <a:headEnd/>
            <a:tailEnd/>
          </a:ln>
          <a:effectLst/>
        </p:spPr>
      </p:pic>
      <p:sp>
        <p:nvSpPr>
          <p:cNvPr id="7" name="Title 1"/>
          <p:cNvSpPr txBox="1">
            <a:spLocks/>
          </p:cNvSpPr>
          <p:nvPr/>
        </p:nvSpPr>
        <p:spPr>
          <a:xfrm>
            <a:off x="395288" y="733425"/>
            <a:ext cx="8353425" cy="638175"/>
          </a:xfrm>
          <a:prstGeom prst="rect">
            <a:avLst/>
          </a:prstGeom>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2600" b="0" i="0" u="none" strike="noStrike" kern="0" cap="none" spc="0" normalizeH="0" baseline="0" noProof="0" dirty="0">
                <a:ln>
                  <a:noFill/>
                </a:ln>
                <a:solidFill>
                  <a:srgbClr val="C51538"/>
                </a:solidFill>
                <a:effectLst/>
                <a:uLnTx/>
                <a:uFillTx/>
                <a:latin typeface="+mj-lt"/>
                <a:ea typeface="+mj-ea"/>
                <a:cs typeface="+mj-cs"/>
              </a:rPr>
              <a:t>Meta-Analysis: Forest plot</a:t>
            </a:r>
          </a:p>
        </p:txBody>
      </p:sp>
    </p:spTree>
    <p:extLst>
      <p:ext uri="{BB962C8B-B14F-4D97-AF65-F5344CB8AC3E}">
        <p14:creationId xmlns:p14="http://schemas.microsoft.com/office/powerpoint/2010/main" val="135136955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is statistical significance so abused?</a:t>
            </a:r>
          </a:p>
        </p:txBody>
      </p:sp>
      <p:sp>
        <p:nvSpPr>
          <p:cNvPr id="3" name="Content Placeholder 2"/>
          <p:cNvSpPr>
            <a:spLocks noGrp="1"/>
          </p:cNvSpPr>
          <p:nvPr>
            <p:ph idx="1"/>
          </p:nvPr>
        </p:nvSpPr>
        <p:spPr/>
        <p:txBody>
          <a:bodyPr/>
          <a:lstStyle/>
          <a:p>
            <a:r>
              <a:rPr lang="en-GB" dirty="0"/>
              <a:t>Stems from a desire to make decisions</a:t>
            </a:r>
          </a:p>
          <a:p>
            <a:endParaRPr lang="en-GB" dirty="0"/>
          </a:p>
          <a:p>
            <a:r>
              <a:rPr lang="en-GB" dirty="0"/>
              <a:t>Seems nicely binary with language of “reject” and “accept”</a:t>
            </a:r>
          </a:p>
          <a:p>
            <a:endParaRPr lang="en-GB" dirty="0"/>
          </a:p>
          <a:p>
            <a:r>
              <a:rPr lang="en-GB" dirty="0" err="1"/>
              <a:t>cf</a:t>
            </a:r>
            <a:r>
              <a:rPr lang="en-GB" dirty="0"/>
              <a:t> dichotomisation</a:t>
            </a:r>
          </a:p>
          <a:p>
            <a:endParaRPr lang="en-GB" dirty="0"/>
          </a:p>
          <a:p>
            <a:r>
              <a:rPr lang="en-GB" dirty="0"/>
              <a:t>We can always do better by focussing on estimation with its associated uncertainty </a:t>
            </a:r>
          </a:p>
        </p:txBody>
      </p:sp>
      <p:sp>
        <p:nvSpPr>
          <p:cNvPr id="4" name="Text Placeholder 3"/>
          <p:cNvSpPr>
            <a:spLocks noGrp="1"/>
          </p:cNvSpPr>
          <p:nvPr>
            <p:ph type="body" sz="quarter" idx="10"/>
          </p:nvPr>
        </p:nvSpPr>
        <p:spPr/>
        <p:txBody>
          <a:bodyPr/>
          <a:lstStyle/>
          <a:p>
            <a:endParaRPr lang="en-GB"/>
          </a:p>
        </p:txBody>
      </p:sp>
      <p:sp>
        <p:nvSpPr>
          <p:cNvPr id="5" name="Text Placeholder 4"/>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1883122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Should we retire statistical significance?</a:t>
            </a:r>
          </a:p>
        </p:txBody>
      </p:sp>
      <p:sp>
        <p:nvSpPr>
          <p:cNvPr id="3" name="Content Placeholder 2"/>
          <p:cNvSpPr>
            <a:spLocks noGrp="1"/>
          </p:cNvSpPr>
          <p:nvPr>
            <p:ph idx="1"/>
          </p:nvPr>
        </p:nvSpPr>
        <p:spPr/>
        <p:txBody>
          <a:bodyPr/>
          <a:lstStyle/>
          <a:p>
            <a:pPr marL="0" indent="0">
              <a:buNone/>
            </a:pPr>
            <a:r>
              <a:rPr lang="en-GB" b="1" dirty="0"/>
              <a:t>Nature</a:t>
            </a:r>
          </a:p>
          <a:p>
            <a:pPr marL="0" indent="0">
              <a:buNone/>
            </a:pPr>
            <a:r>
              <a:rPr lang="en-GB" i="1" dirty="0"/>
              <a:t>Comment</a:t>
            </a:r>
          </a:p>
          <a:p>
            <a:pPr marL="0" indent="0">
              <a:buNone/>
            </a:pPr>
            <a:r>
              <a:rPr lang="en-GB" dirty="0"/>
              <a:t>20 March 2019</a:t>
            </a:r>
          </a:p>
          <a:p>
            <a:pPr marL="0" indent="0">
              <a:buNone/>
            </a:pPr>
            <a:endParaRPr lang="en-GB" dirty="0"/>
          </a:p>
          <a:p>
            <a:pPr marL="0" indent="0">
              <a:buNone/>
            </a:pPr>
            <a:r>
              <a:rPr lang="en-GB" sz="3200" dirty="0"/>
              <a:t>Scientists rise up against statistical significance</a:t>
            </a:r>
          </a:p>
          <a:p>
            <a:pPr marL="0" indent="0">
              <a:buNone/>
            </a:pPr>
            <a:endParaRPr lang="en-GB" dirty="0"/>
          </a:p>
          <a:p>
            <a:pPr marL="0" indent="0">
              <a:buNone/>
            </a:pPr>
            <a:r>
              <a:rPr lang="en-GB" dirty="0" err="1"/>
              <a:t>Valentic</a:t>
            </a:r>
            <a:r>
              <a:rPr lang="en-GB" dirty="0"/>
              <a:t> </a:t>
            </a:r>
            <a:r>
              <a:rPr lang="en-GB" dirty="0" err="1"/>
              <a:t>Armhein</a:t>
            </a:r>
            <a:r>
              <a:rPr lang="en-GB" dirty="0"/>
              <a:t>, Sander Greenland, </a:t>
            </a:r>
            <a:r>
              <a:rPr lang="en-GB" dirty="0" err="1"/>
              <a:t>Blakce</a:t>
            </a:r>
            <a:r>
              <a:rPr lang="en-GB" dirty="0"/>
              <a:t> </a:t>
            </a:r>
            <a:r>
              <a:rPr lang="en-GB" dirty="0" err="1"/>
              <a:t>McShance</a:t>
            </a:r>
            <a:r>
              <a:rPr lang="en-GB" dirty="0"/>
              <a:t> and more than 800 signatories call of an end to hyped claims and the dismissal of possibly crucial effects.</a:t>
            </a:r>
          </a:p>
        </p:txBody>
      </p:sp>
      <p:sp>
        <p:nvSpPr>
          <p:cNvPr id="4" name="Text Placeholder 3"/>
          <p:cNvSpPr>
            <a:spLocks noGrp="1"/>
          </p:cNvSpPr>
          <p:nvPr>
            <p:ph type="body" sz="quarter" idx="10"/>
          </p:nvPr>
        </p:nvSpPr>
        <p:spPr/>
        <p:txBody>
          <a:bodyPr/>
          <a:lstStyle/>
          <a:p>
            <a:endParaRPr lang="en-GB"/>
          </a:p>
        </p:txBody>
      </p:sp>
      <p:sp>
        <p:nvSpPr>
          <p:cNvPr id="5" name="Text Placeholder 4"/>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2994273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RSS comments</a:t>
            </a:r>
          </a:p>
        </p:txBody>
      </p:sp>
      <p:sp>
        <p:nvSpPr>
          <p:cNvPr id="3" name="Content Placeholder 2"/>
          <p:cNvSpPr>
            <a:spLocks noGrp="1"/>
          </p:cNvSpPr>
          <p:nvPr>
            <p:ph idx="1"/>
          </p:nvPr>
        </p:nvSpPr>
        <p:spPr/>
        <p:txBody>
          <a:bodyPr/>
          <a:lstStyle/>
          <a:p>
            <a:r>
              <a:rPr lang="en-GB" dirty="0"/>
              <a:t>Deborah Ashby, RSS President</a:t>
            </a:r>
          </a:p>
          <a:p>
            <a:pPr marL="446088" indent="0">
              <a:buNone/>
            </a:pPr>
            <a:r>
              <a:rPr lang="en-GB" dirty="0"/>
              <a:t>“I understand the desire for a ‘simple’ rule of thumb – but a naïve interpretation of p-values can lead to seriously wrong conclusions such as whether medicines are effective of not. This is well understood by many but misused by many more. I’ve signed to help draw attention to the dangers of this outdated practice and promote the wider use of better alternatives.”</a:t>
            </a:r>
          </a:p>
          <a:p>
            <a:pPr marL="536575" indent="0">
              <a:buNone/>
            </a:pPr>
            <a:endParaRPr lang="en-GB" dirty="0"/>
          </a:p>
          <a:p>
            <a:pPr marL="355600" indent="-285750"/>
            <a:r>
              <a:rPr lang="en-GB" dirty="0"/>
              <a:t>David </a:t>
            </a:r>
            <a:r>
              <a:rPr lang="en-GB" dirty="0" err="1"/>
              <a:t>Spiegelhalter</a:t>
            </a:r>
            <a:r>
              <a:rPr lang="en-GB" dirty="0"/>
              <a:t>, RSS Past-President</a:t>
            </a:r>
          </a:p>
          <a:p>
            <a:pPr marL="469900" lvl="1" indent="0">
              <a:buNone/>
            </a:pPr>
            <a:r>
              <a:rPr lang="en-GB" dirty="0"/>
              <a:t>“I like p-values, but feel they are delicate things and should not be crudely split into “significant” and “not-significant”. I signed this article because I am fed up with researchers claiming a discovery when p&lt;0.05, and claiming there is no effect when p&gt;0.05.”</a:t>
            </a:r>
          </a:p>
          <a:p>
            <a:pPr marL="536575" indent="0">
              <a:buNone/>
            </a:pPr>
            <a:endParaRPr lang="en-GB" dirty="0"/>
          </a:p>
        </p:txBody>
      </p:sp>
      <p:sp>
        <p:nvSpPr>
          <p:cNvPr id="4" name="Text Placeholder 3"/>
          <p:cNvSpPr>
            <a:spLocks noGrp="1"/>
          </p:cNvSpPr>
          <p:nvPr>
            <p:ph type="body" sz="quarter" idx="10"/>
          </p:nvPr>
        </p:nvSpPr>
        <p:spPr/>
        <p:txBody>
          <a:bodyPr/>
          <a:lstStyle/>
          <a:p>
            <a:endParaRPr lang="en-GB"/>
          </a:p>
        </p:txBody>
      </p:sp>
      <p:sp>
        <p:nvSpPr>
          <p:cNvPr id="5" name="Text Placeholder 4"/>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3366927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RSS comments continued</a:t>
            </a:r>
          </a:p>
        </p:txBody>
      </p:sp>
      <p:sp>
        <p:nvSpPr>
          <p:cNvPr id="3" name="Content Placeholder 2"/>
          <p:cNvSpPr>
            <a:spLocks noGrp="1"/>
          </p:cNvSpPr>
          <p:nvPr>
            <p:ph idx="1"/>
          </p:nvPr>
        </p:nvSpPr>
        <p:spPr/>
        <p:txBody>
          <a:bodyPr/>
          <a:lstStyle/>
          <a:p>
            <a:r>
              <a:rPr lang="en-GB" dirty="0"/>
              <a:t>Guy </a:t>
            </a:r>
            <a:r>
              <a:rPr lang="en-GB" dirty="0" err="1"/>
              <a:t>Nason</a:t>
            </a:r>
            <a:r>
              <a:rPr lang="en-GB" dirty="0"/>
              <a:t>, RSS Vice-President for academic affairs</a:t>
            </a:r>
          </a:p>
          <a:p>
            <a:pPr marL="446088" indent="0">
              <a:buNone/>
            </a:pPr>
            <a:r>
              <a:rPr lang="en-GB" dirty="0"/>
              <a:t>“I signed the article because I agree with it! I am often surprised by how the outcomes of statistical methods are used to communicate results with unwarranted definiteness, based on assumptions, sometimes hidden, for which there is also usually considerable uncertainty. I particularly liked the article’s idea to talk about results’ compatibility with the data.”</a:t>
            </a:r>
          </a:p>
          <a:p>
            <a:pPr marL="536575" indent="0">
              <a:buNone/>
            </a:pPr>
            <a:endParaRPr lang="en-GB" dirty="0"/>
          </a:p>
          <a:p>
            <a:pPr marL="355600" indent="-285750"/>
            <a:r>
              <a:rPr lang="en-GB" dirty="0"/>
              <a:t>Stephen </a:t>
            </a:r>
            <a:r>
              <a:rPr lang="en-GB" dirty="0" err="1"/>
              <a:t>Senn</a:t>
            </a:r>
            <a:r>
              <a:rPr lang="en-GB" dirty="0"/>
              <a:t>, former RSS Council Member</a:t>
            </a:r>
          </a:p>
          <a:p>
            <a:pPr marL="469900" lvl="1" indent="0">
              <a:buNone/>
            </a:pPr>
            <a:r>
              <a:rPr lang="en-GB" dirty="0"/>
              <a:t>“Information is rarely dichotomous but decisions often are. Significance versus non-significance as a qualitative absolute distinction is ridiculous. As a threshold for action it may sometimes be justified but the appropriate standard will differ according to context.”</a:t>
            </a:r>
          </a:p>
          <a:p>
            <a:pPr marL="536575" indent="0">
              <a:buNone/>
            </a:pPr>
            <a:endParaRPr lang="en-GB" dirty="0"/>
          </a:p>
        </p:txBody>
      </p:sp>
      <p:sp>
        <p:nvSpPr>
          <p:cNvPr id="4" name="Text Placeholder 3"/>
          <p:cNvSpPr>
            <a:spLocks noGrp="1"/>
          </p:cNvSpPr>
          <p:nvPr>
            <p:ph type="body" sz="quarter" idx="10"/>
          </p:nvPr>
        </p:nvSpPr>
        <p:spPr/>
        <p:txBody>
          <a:bodyPr/>
          <a:lstStyle/>
          <a:p>
            <a:endParaRPr lang="en-GB"/>
          </a:p>
        </p:txBody>
      </p:sp>
      <p:sp>
        <p:nvSpPr>
          <p:cNvPr id="5" name="Text Placeholder 4"/>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284376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Decision making</a:t>
            </a:r>
          </a:p>
        </p:txBody>
      </p:sp>
      <p:sp>
        <p:nvSpPr>
          <p:cNvPr id="3" name="Content Placeholder 2"/>
          <p:cNvSpPr>
            <a:spLocks noGrp="1"/>
          </p:cNvSpPr>
          <p:nvPr>
            <p:ph idx="1"/>
          </p:nvPr>
        </p:nvSpPr>
        <p:spPr/>
        <p:txBody>
          <a:bodyPr/>
          <a:lstStyle/>
          <a:p>
            <a:r>
              <a:rPr lang="en-GB" dirty="0"/>
              <a:t>Proper approaches to decision making exist if we need to formalise it</a:t>
            </a:r>
          </a:p>
          <a:p>
            <a:r>
              <a:rPr lang="en-US" altLang="en-US" dirty="0">
                <a:solidFill>
                  <a:srgbClr val="000000"/>
                </a:solidFill>
              </a:rPr>
              <a:t>Decision-making under uncertainty closely allied with Bayesian statistics for decades, especially in health applications e.g. </a:t>
            </a:r>
            <a:r>
              <a:rPr lang="en-US" altLang="en-US" dirty="0" err="1">
                <a:solidFill>
                  <a:srgbClr val="000000"/>
                </a:solidFill>
              </a:rPr>
              <a:t>Raiffa</a:t>
            </a:r>
            <a:r>
              <a:rPr lang="en-US" altLang="en-US" dirty="0">
                <a:solidFill>
                  <a:srgbClr val="000000"/>
                </a:solidFill>
              </a:rPr>
              <a:t>, </a:t>
            </a:r>
            <a:r>
              <a:rPr lang="en-US" altLang="en-US" dirty="0" err="1">
                <a:solidFill>
                  <a:srgbClr val="000000"/>
                </a:solidFill>
              </a:rPr>
              <a:t>Schlaiffer</a:t>
            </a:r>
            <a:r>
              <a:rPr lang="en-US" altLang="en-US" dirty="0">
                <a:solidFill>
                  <a:srgbClr val="000000"/>
                </a:solidFill>
              </a:rPr>
              <a:t>, Cornfield, Lindley, Smith AFM, Smith J, Spiegelhalter, Berry, </a:t>
            </a:r>
            <a:r>
              <a:rPr lang="en-US" altLang="en-US" dirty="0" err="1">
                <a:solidFill>
                  <a:srgbClr val="000000"/>
                </a:solidFill>
              </a:rPr>
              <a:t>Parmigiani</a:t>
            </a:r>
            <a:r>
              <a:rPr lang="en-US" altLang="en-US" dirty="0">
                <a:solidFill>
                  <a:srgbClr val="000000"/>
                </a:solidFill>
              </a:rPr>
              <a:t> – see Ashby, </a:t>
            </a:r>
            <a:r>
              <a:rPr lang="en-US" altLang="en-US" dirty="0" err="1">
                <a:solidFill>
                  <a:srgbClr val="000000"/>
                </a:solidFill>
              </a:rPr>
              <a:t>SiM</a:t>
            </a:r>
            <a:r>
              <a:rPr lang="en-US" altLang="en-US" dirty="0">
                <a:solidFill>
                  <a:srgbClr val="000000"/>
                </a:solidFill>
              </a:rPr>
              <a:t>, 2006 for key references</a:t>
            </a:r>
          </a:p>
          <a:p>
            <a:r>
              <a:rPr lang="en-GB" altLang="en-US" dirty="0"/>
              <a:t>Extend uncertainty analysis in a probabilistic model</a:t>
            </a:r>
          </a:p>
          <a:p>
            <a:r>
              <a:rPr lang="en-GB" altLang="en-US" dirty="0"/>
              <a:t>Landscape for decisions through entire distributions</a:t>
            </a:r>
          </a:p>
          <a:p>
            <a:r>
              <a:rPr lang="en-US" altLang="en-US" dirty="0">
                <a:solidFill>
                  <a:srgbClr val="000000"/>
                </a:solidFill>
              </a:rPr>
              <a:t>Growing applications but there is still resistance</a:t>
            </a:r>
          </a:p>
          <a:p>
            <a:endParaRPr lang="en-GB" dirty="0"/>
          </a:p>
          <a:p>
            <a:endParaRPr lang="en-GB" dirty="0"/>
          </a:p>
          <a:p>
            <a:endParaRPr lang="en-GB" dirty="0"/>
          </a:p>
          <a:p>
            <a:pPr marL="0" indent="0">
              <a:buNone/>
            </a:pPr>
            <a:endParaRPr lang="en-GB" i="1" dirty="0">
              <a:solidFill>
                <a:srgbClr val="FF0000"/>
              </a:solidFill>
            </a:endParaRPr>
          </a:p>
        </p:txBody>
      </p:sp>
      <p:sp>
        <p:nvSpPr>
          <p:cNvPr id="4" name="Text Placeholder 3"/>
          <p:cNvSpPr>
            <a:spLocks noGrp="1"/>
          </p:cNvSpPr>
          <p:nvPr>
            <p:ph type="body" sz="quarter" idx="10"/>
          </p:nvPr>
        </p:nvSpPr>
        <p:spPr/>
        <p:txBody>
          <a:bodyPr/>
          <a:lstStyle/>
          <a:p>
            <a:endParaRPr lang="en-GB"/>
          </a:p>
        </p:txBody>
      </p:sp>
      <p:sp>
        <p:nvSpPr>
          <p:cNvPr id="5" name="Text Placeholder 4"/>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280476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GB" altLang="en-US" dirty="0"/>
              <a:t>The licensing challenge</a:t>
            </a:r>
          </a:p>
        </p:txBody>
      </p:sp>
      <p:sp>
        <p:nvSpPr>
          <p:cNvPr id="10243" name="Content Placeholder 2"/>
          <p:cNvSpPr>
            <a:spLocks noGrp="1"/>
          </p:cNvSpPr>
          <p:nvPr>
            <p:ph idx="1"/>
          </p:nvPr>
        </p:nvSpPr>
        <p:spPr/>
        <p:txBody>
          <a:bodyPr/>
          <a:lstStyle/>
          <a:p>
            <a:r>
              <a:rPr lang="en-US" altLang="en-US" sz="2200" dirty="0"/>
              <a:t>The task of regulators (e.g. EMA, FDA) is to make a good and defensible decisions on which medicines should receive a license for which indications, based on the available evidence of risks and benefits</a:t>
            </a:r>
          </a:p>
          <a:p>
            <a:r>
              <a:rPr lang="en-US" altLang="en-US" sz="2200" dirty="0"/>
              <a:t>It is increasingly important to be able to justify and explain these decisions to patients and other stakeholders.</a:t>
            </a:r>
          </a:p>
          <a:p>
            <a:r>
              <a:rPr lang="en-US" altLang="en-US" sz="2200" dirty="0"/>
              <a:t>Can more formal approaches of decision-making, and especially more modern methods of graphical display help regulators do these better? </a:t>
            </a:r>
          </a:p>
        </p:txBody>
      </p:sp>
    </p:spTree>
    <p:extLst>
      <p:ext uri="{BB962C8B-B14F-4D97-AF65-F5344CB8AC3E}">
        <p14:creationId xmlns:p14="http://schemas.microsoft.com/office/powerpoint/2010/main" val="2969789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Picture 54"/>
          <p:cNvPicPr>
            <a:picLocks noChangeAspect="1"/>
          </p:cNvPicPr>
          <p:nvPr/>
        </p:nvPicPr>
        <p:blipFill>
          <a:blip r:embed="rId3"/>
          <a:stretch>
            <a:fillRect/>
          </a:stretch>
        </p:blipFill>
        <p:spPr>
          <a:xfrm>
            <a:off x="69296" y="1399242"/>
            <a:ext cx="9000000" cy="4489285"/>
          </a:xfrm>
          <a:prstGeom prst="rect">
            <a:avLst/>
          </a:prstGeom>
        </p:spPr>
      </p:pic>
      <p:grpSp>
        <p:nvGrpSpPr>
          <p:cNvPr id="228" name="Group 227"/>
          <p:cNvGrpSpPr/>
          <p:nvPr/>
        </p:nvGrpSpPr>
        <p:grpSpPr>
          <a:xfrm>
            <a:off x="91787" y="2090551"/>
            <a:ext cx="8961090" cy="3667015"/>
            <a:chOff x="91787" y="2423056"/>
            <a:chExt cx="8961090" cy="3667015"/>
          </a:xfrm>
        </p:grpSpPr>
        <p:sp>
          <p:nvSpPr>
            <p:cNvPr id="229" name="Rectangle 228"/>
            <p:cNvSpPr>
              <a:spLocks noChangeArrowheads="1"/>
            </p:cNvSpPr>
            <p:nvPr/>
          </p:nvSpPr>
          <p:spPr bwMode="auto">
            <a:xfrm>
              <a:off x="91787" y="3478401"/>
              <a:ext cx="1265205" cy="2611670"/>
            </a:xfrm>
            <a:prstGeom prst="rect">
              <a:avLst/>
            </a:prstGeom>
            <a:blipFill dpi="0" rotWithShape="1">
              <a:blip r:embed="rId4">
                <a:alphaModFix amt="20000"/>
              </a:blip>
              <a:srcRect/>
              <a:tile tx="0" ty="0" sx="100000" sy="100000" flip="none" algn="tl"/>
            </a:blipFill>
            <a:ln>
              <a:noFill/>
            </a:ln>
          </p:spPr>
          <p:txBody>
            <a:bodyPr anchor="b"/>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l" defTabSz="457200" rtl="0" eaLnBrk="1" fontAlgn="auto" latinLnBrk="0" hangingPunct="1">
                <a:lnSpc>
                  <a:spcPct val="100000"/>
                </a:lnSpc>
                <a:spcBef>
                  <a:spcPts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rPr>
                <a:t>Non –quantitative</a:t>
              </a:r>
              <a:endParaRPr kumimoji="0" lang="en-US" altLang="en-US" sz="1800" b="1" i="0" u="none" strike="noStrike" kern="1200" cap="none" spc="0" normalizeH="0" baseline="0" noProof="0" dirty="0">
                <a:ln>
                  <a:noFill/>
                </a:ln>
                <a:solidFill>
                  <a:srgbClr val="000000"/>
                </a:solidFill>
                <a:effectLst/>
                <a:uLnTx/>
                <a:uFillTx/>
                <a:latin typeface="Arial" charset="0"/>
                <a:ea typeface="+mn-ea"/>
                <a:cs typeface="Arial" charset="0"/>
              </a:endParaRPr>
            </a:p>
          </p:txBody>
        </p:sp>
        <p:sp>
          <p:nvSpPr>
            <p:cNvPr id="230" name="AutoShape 5"/>
            <p:cNvSpPr>
              <a:spLocks noChangeArrowheads="1"/>
            </p:cNvSpPr>
            <p:nvPr/>
          </p:nvSpPr>
          <p:spPr bwMode="auto">
            <a:xfrm>
              <a:off x="634403" y="2432757"/>
              <a:ext cx="1317022" cy="689094"/>
            </a:xfrm>
            <a:prstGeom prst="roundRect">
              <a:avLst>
                <a:gd name="adj" fmla="val 16667"/>
              </a:avLst>
            </a:prstGeom>
            <a:solidFill>
              <a:srgbClr val="D8D8D8"/>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Benefit-risk assessment framework</a:t>
              </a:r>
              <a:endParaRPr kumimoji="0" lang="en-US" altLang="en-US" sz="1800" b="1"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231" name="AutoShape 6"/>
            <p:cNvSpPr>
              <a:spLocks noChangeArrowheads="1"/>
            </p:cNvSpPr>
            <p:nvPr/>
          </p:nvSpPr>
          <p:spPr bwMode="auto">
            <a:xfrm>
              <a:off x="3932399" y="2432857"/>
              <a:ext cx="1314522" cy="688994"/>
            </a:xfrm>
            <a:prstGeom prst="roundRect">
              <a:avLst>
                <a:gd name="adj" fmla="val 16667"/>
              </a:avLst>
            </a:prstGeom>
            <a:solidFill>
              <a:srgbClr val="D8D8D8"/>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Metric indices for B-R assessment</a:t>
              </a:r>
              <a:endParaRPr kumimoji="0" lang="en-US" altLang="en-US" sz="1800" b="1"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232" name="AutoShape 9"/>
            <p:cNvSpPr>
              <a:spLocks noChangeArrowheads="1"/>
            </p:cNvSpPr>
            <p:nvPr/>
          </p:nvSpPr>
          <p:spPr bwMode="auto">
            <a:xfrm>
              <a:off x="2695086" y="3896055"/>
              <a:ext cx="1224619" cy="1837849"/>
            </a:xfrm>
            <a:prstGeom prst="roundRect">
              <a:avLst>
                <a:gd name="adj" fmla="val 16667"/>
              </a:avLst>
            </a:prstGeom>
            <a:solidFill>
              <a:srgbClr val="FFFFFF"/>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NNT</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NNH</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AE-NNT</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RV-NNH</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Impact numbers</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MCE</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RV-MCE</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MAR</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NEAR</a:t>
              </a:r>
              <a:endParaRPr kumimoji="0" lang="en-US" alt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233" name="AutoShape 8"/>
            <p:cNvSpPr>
              <a:spLocks noChangeArrowheads="1"/>
            </p:cNvSpPr>
            <p:nvPr/>
          </p:nvSpPr>
          <p:spPr bwMode="auto">
            <a:xfrm>
              <a:off x="6531619" y="2432357"/>
              <a:ext cx="1102919" cy="689094"/>
            </a:xfrm>
            <a:prstGeom prst="roundRect">
              <a:avLst>
                <a:gd name="adj" fmla="val 16667"/>
              </a:avLst>
            </a:prstGeom>
            <a:solidFill>
              <a:srgbClr val="D8D8D8"/>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Estimation techniques</a:t>
              </a:r>
              <a:endParaRPr kumimoji="0" lang="en-US" altLang="en-US" sz="1800" b="1"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234" name="AutoShape 10"/>
            <p:cNvSpPr>
              <a:spLocks noChangeArrowheads="1"/>
            </p:cNvSpPr>
            <p:nvPr/>
          </p:nvSpPr>
          <p:spPr bwMode="auto">
            <a:xfrm>
              <a:off x="4022101" y="3894755"/>
              <a:ext cx="1152019" cy="916425"/>
            </a:xfrm>
            <a:prstGeom prst="roundRect">
              <a:avLst>
                <a:gd name="adj" fmla="val 16667"/>
              </a:avLst>
            </a:prstGeom>
            <a:solidFill>
              <a:srgbClr val="FFFFFF"/>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QALY</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DALY</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HALE</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Q-TWiST</a:t>
              </a:r>
              <a:endParaRPr kumimoji="0" lang="en-US" alt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235" name="AutoShape 14"/>
            <p:cNvSpPr>
              <a:spLocks noChangeArrowheads="1"/>
            </p:cNvSpPr>
            <p:nvPr/>
          </p:nvSpPr>
          <p:spPr bwMode="auto">
            <a:xfrm>
              <a:off x="5272921" y="3894755"/>
              <a:ext cx="1151919" cy="1401690"/>
            </a:xfrm>
            <a:prstGeom prst="roundRect">
              <a:avLst>
                <a:gd name="adj" fmla="val 16667"/>
              </a:avLst>
            </a:prstGeom>
            <a:solidFill>
              <a:srgbClr val="FFFFFF"/>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UT-NNT</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INHB</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BRR</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GBR</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Principle of 3</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TURBO</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Beckmann</a:t>
              </a:r>
              <a:endParaRPr kumimoji="0" lang="en-US" alt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236" name="AutoShape 15"/>
            <p:cNvSpPr>
              <a:spLocks noChangeArrowheads="1"/>
            </p:cNvSpPr>
            <p:nvPr/>
          </p:nvSpPr>
          <p:spPr bwMode="auto">
            <a:xfrm>
              <a:off x="1420916" y="3894755"/>
              <a:ext cx="1152019" cy="1805845"/>
            </a:xfrm>
            <a:prstGeom prst="roundRect">
              <a:avLst>
                <a:gd name="adj" fmla="val 16667"/>
              </a:avLst>
            </a:prstGeom>
            <a:solidFill>
              <a:srgbClr val="FFFFFF"/>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BLRA</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NCB</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Decision tree</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MDP</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MCDA</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SMAA</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SBRAM</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CUI</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DI</a:t>
              </a:r>
              <a:endParaRPr kumimoji="0" lang="en-US" alt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237" name="Rectangle 18"/>
            <p:cNvSpPr>
              <a:spLocks noChangeArrowheads="1"/>
            </p:cNvSpPr>
            <p:nvPr/>
          </p:nvSpPr>
          <p:spPr bwMode="auto">
            <a:xfrm>
              <a:off x="5257121" y="3498701"/>
              <a:ext cx="1152019" cy="396054"/>
            </a:xfrm>
            <a:prstGeom prst="rect">
              <a:avLst/>
            </a:prstGeom>
            <a:solidFill>
              <a:srgbClr val="A5A5A5"/>
            </a:solidFill>
            <a:ln w="9525">
              <a:solidFill>
                <a:srgbClr val="000000"/>
              </a:solidFill>
              <a:miter lim="800000"/>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Trade-off indices</a:t>
              </a:r>
              <a:endParaRPr kumimoji="0" lang="en-US" altLang="en-US" sz="1800" b="1"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238" name="AutoShape 16"/>
            <p:cNvSpPr>
              <a:spLocks noChangeArrowheads="1"/>
            </p:cNvSpPr>
            <p:nvPr/>
          </p:nvSpPr>
          <p:spPr bwMode="auto">
            <a:xfrm>
              <a:off x="128095" y="3894755"/>
              <a:ext cx="1152019" cy="1608018"/>
            </a:xfrm>
            <a:prstGeom prst="roundRect">
              <a:avLst>
                <a:gd name="adj" fmla="val 16667"/>
              </a:avLst>
            </a:prstGeom>
            <a:solidFill>
              <a:srgbClr val="FFFFFF"/>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PROACT-URL</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ASF</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BRAT</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FDA BRF</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CMR-CASS</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COBRA</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SABRE</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UMBRA</a:t>
              </a: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OMERACT 3x3</a:t>
              </a:r>
              <a:endParaRPr kumimoji="0" lang="en-US" alt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239" name="Rectangle 55"/>
            <p:cNvSpPr>
              <a:spLocks noChangeArrowheads="1"/>
            </p:cNvSpPr>
            <p:nvPr/>
          </p:nvSpPr>
          <p:spPr bwMode="auto">
            <a:xfrm>
              <a:off x="119495" y="3498701"/>
              <a:ext cx="1152019" cy="396054"/>
            </a:xfrm>
            <a:prstGeom prst="rect">
              <a:avLst/>
            </a:prstGeom>
            <a:solidFill>
              <a:srgbClr val="A5A5A5"/>
            </a:solidFill>
            <a:ln w="9525">
              <a:solidFill>
                <a:srgbClr val="000000"/>
              </a:solidFill>
              <a:miter lim="800000"/>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Descriptive framework</a:t>
              </a:r>
              <a:endParaRPr kumimoji="0" lang="en-US" altLang="en-US" sz="1800" b="1"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240" name="Rectangle 56"/>
            <p:cNvSpPr>
              <a:spLocks noChangeArrowheads="1"/>
            </p:cNvSpPr>
            <p:nvPr/>
          </p:nvSpPr>
          <p:spPr bwMode="auto">
            <a:xfrm>
              <a:off x="1420916" y="3498701"/>
              <a:ext cx="1152019" cy="396054"/>
            </a:xfrm>
            <a:prstGeom prst="rect">
              <a:avLst/>
            </a:prstGeom>
            <a:solidFill>
              <a:srgbClr val="A5A5A5"/>
            </a:solidFill>
            <a:ln w="9525">
              <a:solidFill>
                <a:srgbClr val="000000"/>
              </a:solidFill>
              <a:miter lim="800000"/>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Quantitative framework</a:t>
              </a:r>
              <a:endParaRPr kumimoji="0" lang="en-US" altLang="en-US" sz="1800" b="1"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241" name="Rectangle 57"/>
            <p:cNvSpPr>
              <a:spLocks noChangeArrowheads="1"/>
            </p:cNvSpPr>
            <p:nvPr/>
          </p:nvSpPr>
          <p:spPr bwMode="auto">
            <a:xfrm>
              <a:off x="2739180" y="3498701"/>
              <a:ext cx="1152019" cy="396054"/>
            </a:xfrm>
            <a:prstGeom prst="rect">
              <a:avLst/>
            </a:prstGeom>
            <a:solidFill>
              <a:srgbClr val="A5A5A5"/>
            </a:solidFill>
            <a:ln w="9525">
              <a:solidFill>
                <a:srgbClr val="000000"/>
              </a:solidFill>
              <a:miter lim="800000"/>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Threshold indices</a:t>
              </a:r>
              <a:endParaRPr kumimoji="0" lang="en-US" altLang="en-US" sz="1800" b="1"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242" name="Rectangle 58"/>
            <p:cNvSpPr>
              <a:spLocks noChangeArrowheads="1"/>
            </p:cNvSpPr>
            <p:nvPr/>
          </p:nvSpPr>
          <p:spPr bwMode="auto">
            <a:xfrm>
              <a:off x="4013400" y="3498701"/>
              <a:ext cx="1152019" cy="396054"/>
            </a:xfrm>
            <a:prstGeom prst="rect">
              <a:avLst/>
            </a:prstGeom>
            <a:solidFill>
              <a:srgbClr val="A5A5A5"/>
            </a:solidFill>
            <a:ln w="9525">
              <a:solidFill>
                <a:srgbClr val="000000"/>
              </a:solidFill>
              <a:miter lim="800000"/>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Health indices</a:t>
              </a:r>
              <a:endParaRPr kumimoji="0" lang="en-US" altLang="en-US" sz="1800" b="1"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243" name="AutoShape 23"/>
            <p:cNvSpPr>
              <a:spLocks noChangeArrowheads="1"/>
            </p:cNvSpPr>
            <p:nvPr/>
          </p:nvSpPr>
          <p:spPr bwMode="auto">
            <a:xfrm>
              <a:off x="7750348" y="3893355"/>
              <a:ext cx="1302529" cy="1807245"/>
            </a:xfrm>
            <a:prstGeom prst="roundRect">
              <a:avLst>
                <a:gd name="adj" fmla="val 16667"/>
              </a:avLst>
            </a:prstGeom>
            <a:solidFill>
              <a:srgbClr val="FFFFFF"/>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rPr>
                <a:t>SPM</a:t>
              </a:r>
              <a:endParaRPr kumimoji="0" lang="en-US" altLang="en-US" sz="11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rPr>
                <a:t>CV</a:t>
              </a:r>
              <a:endParaRPr kumimoji="0" lang="en-US" altLang="en-US" sz="11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rPr>
                <a:t>CA</a:t>
              </a:r>
              <a:endParaRPr kumimoji="0" lang="en-US" altLang="en-US" sz="11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rPr>
                <a:t>DCE</a:t>
              </a:r>
            </a:p>
            <a:p>
              <a:pPr marL="0" marR="0" lvl="0" indent="0" algn="ctr" defTabSz="457200" rtl="0" eaLnBrk="0" fontAlgn="auto" latinLnBrk="0" hangingPunct="0">
                <a:lnSpc>
                  <a:spcPct val="100000"/>
                </a:lnSpc>
                <a:spcBef>
                  <a:spcPts val="0"/>
                </a:spcBef>
                <a:spcAft>
                  <a:spcPct val="0"/>
                </a:spcAft>
                <a:buClrTx/>
                <a:buSzTx/>
                <a:buFontTx/>
                <a:buNone/>
                <a:tabLst/>
                <a:defRPr/>
              </a:pPr>
              <a:endParaRPr kumimoji="0" lang="en-US" altLang="en-US" sz="10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100" b="0" i="0" u="none" strike="noStrike" kern="1200" cap="none" spc="0" normalizeH="0" baseline="0" noProof="0" dirty="0">
                  <a:ln>
                    <a:noFill/>
                  </a:ln>
                  <a:solidFill>
                    <a:srgbClr val="0085CA">
                      <a:lumMod val="50000"/>
                    </a:srgbClr>
                  </a:solidFill>
                  <a:effectLst/>
                  <a:uLnTx/>
                  <a:uFillTx/>
                  <a:latin typeface="Calibri" pitchFamily="34" charset="0"/>
                  <a:ea typeface="+mn-ea"/>
                  <a:cs typeface="Times New Roman" pitchFamily="18" charset="0"/>
                </a:rPr>
                <a:t>-----o-----</a:t>
              </a: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100" b="0" i="0" u="none" strike="noStrike" kern="1200" cap="none" spc="0" normalizeH="0" baseline="0" noProof="0" dirty="0">
                  <a:ln>
                    <a:noFill/>
                  </a:ln>
                  <a:solidFill>
                    <a:srgbClr val="0085CA">
                      <a:lumMod val="50000"/>
                    </a:srgbClr>
                  </a:solidFill>
                  <a:effectLst/>
                  <a:uLnTx/>
                  <a:uFillTx/>
                  <a:latin typeface="Calibri" pitchFamily="34" charset="0"/>
                  <a:ea typeface="+mn-ea"/>
                  <a:cs typeface="Times New Roman" pitchFamily="18" charset="0"/>
                </a:rPr>
                <a:t>AHP</a:t>
              </a: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100" b="0" i="0" u="none" strike="noStrike" kern="1200" cap="none" spc="0" normalizeH="0" baseline="0" noProof="0" dirty="0">
                  <a:ln>
                    <a:noFill/>
                  </a:ln>
                  <a:solidFill>
                    <a:srgbClr val="0085CA">
                      <a:lumMod val="50000"/>
                    </a:srgbClr>
                  </a:solidFill>
                  <a:effectLst/>
                  <a:uLnTx/>
                  <a:uFillTx/>
                  <a:latin typeface="Calibri" pitchFamily="34" charset="0"/>
                  <a:ea typeface="+mn-ea"/>
                  <a:cs typeface="Times New Roman" pitchFamily="18" charset="0"/>
                </a:rPr>
                <a:t>Swing-weighting</a:t>
              </a: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100" b="0" i="0" u="none" strike="noStrike" kern="1200" cap="none" spc="0" normalizeH="0" baseline="0" noProof="0" dirty="0">
                  <a:ln>
                    <a:noFill/>
                  </a:ln>
                  <a:solidFill>
                    <a:srgbClr val="0085CA">
                      <a:lumMod val="50000"/>
                    </a:srgbClr>
                  </a:solidFill>
                  <a:effectLst/>
                  <a:uLnTx/>
                  <a:uFillTx/>
                  <a:latin typeface="Calibri" pitchFamily="34" charset="0"/>
                  <a:ea typeface="+mn-ea"/>
                  <a:cs typeface="Times New Roman" pitchFamily="18" charset="0"/>
                </a:rPr>
                <a:t>MACBETH</a:t>
              </a:r>
            </a:p>
            <a:p>
              <a:pPr marL="0" marR="0" lvl="0" indent="0" algn="l" defTabSz="457200" rtl="0" eaLnBrk="0" fontAlgn="auto" latinLnBrk="0" hangingPunct="0">
                <a:lnSpc>
                  <a:spcPct val="100000"/>
                </a:lnSpc>
                <a:spcBef>
                  <a:spcPts val="0"/>
                </a:spcBef>
                <a:spcAft>
                  <a:spcPct val="0"/>
                </a:spcAft>
                <a:buClrTx/>
                <a:buSzTx/>
                <a:buFontTx/>
                <a:buNone/>
                <a:tabLst/>
                <a:defRPr/>
              </a:pPr>
              <a:endParaRPr kumimoji="0" lang="en-US" altLang="en-US" sz="1800" b="0" i="0" u="none" strike="noStrike" kern="1200" cap="none" spc="0" normalizeH="0" baseline="0" noProof="0" dirty="0">
                <a:ln>
                  <a:noFill/>
                </a:ln>
                <a:solidFill>
                  <a:srgbClr val="000000"/>
                </a:solidFill>
                <a:effectLst/>
                <a:uLnTx/>
                <a:uFillTx/>
                <a:latin typeface="Arial" charset="0"/>
                <a:ea typeface="+mn-ea"/>
                <a:cs typeface="Arial" charset="0"/>
              </a:endParaRPr>
            </a:p>
          </p:txBody>
        </p:sp>
        <p:sp>
          <p:nvSpPr>
            <p:cNvPr id="244" name="AutoShape 24"/>
            <p:cNvSpPr>
              <a:spLocks noChangeArrowheads="1"/>
            </p:cNvSpPr>
            <p:nvPr/>
          </p:nvSpPr>
          <p:spPr bwMode="auto">
            <a:xfrm>
              <a:off x="6512320" y="3894755"/>
              <a:ext cx="1152019" cy="1289375"/>
            </a:xfrm>
            <a:prstGeom prst="roundRect">
              <a:avLst>
                <a:gd name="adj" fmla="val 16667"/>
              </a:avLst>
            </a:prstGeom>
            <a:solidFill>
              <a:srgbClr val="FFFFFF"/>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DAGs</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PSM</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CPM</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ITC</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MTC</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CDS</a:t>
              </a:r>
              <a:endParaRPr kumimoji="0" lang="en-US" alt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cxnSp>
          <p:nvCxnSpPr>
            <p:cNvPr id="245" name="AutoShape 34"/>
            <p:cNvCxnSpPr>
              <a:cxnSpLocks noChangeShapeType="1"/>
            </p:cNvCxnSpPr>
            <p:nvPr/>
          </p:nvCxnSpPr>
          <p:spPr bwMode="auto">
            <a:xfrm rot="5400000">
              <a:off x="805784" y="3011571"/>
              <a:ext cx="376851" cy="597410"/>
            </a:xfrm>
            <a:prstGeom prst="bentConnector3">
              <a:avLst>
                <a:gd name="adj1" fmla="val 50000"/>
              </a:avLst>
            </a:prstGeom>
            <a:noFill/>
            <a:ln w="1587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46" name="AutoShape 35"/>
            <p:cNvCxnSpPr>
              <a:cxnSpLocks noChangeShapeType="1"/>
            </p:cNvCxnSpPr>
            <p:nvPr/>
          </p:nvCxnSpPr>
          <p:spPr bwMode="auto">
            <a:xfrm flipH="1">
              <a:off x="4589410" y="3121850"/>
              <a:ext cx="300" cy="376851"/>
            </a:xfrm>
            <a:prstGeom prst="straightConnector1">
              <a:avLst/>
            </a:prstGeom>
            <a:noFill/>
            <a:ln w="1587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47" name="AutoShape 36"/>
            <p:cNvCxnSpPr>
              <a:cxnSpLocks noChangeShapeType="1"/>
            </p:cNvCxnSpPr>
            <p:nvPr/>
          </p:nvCxnSpPr>
          <p:spPr bwMode="auto">
            <a:xfrm rot="16200000" flipH="1">
              <a:off x="1456495" y="2958270"/>
              <a:ext cx="376851" cy="704012"/>
            </a:xfrm>
            <a:prstGeom prst="bentConnector3">
              <a:avLst>
                <a:gd name="adj1" fmla="val 50000"/>
              </a:avLst>
            </a:prstGeom>
            <a:noFill/>
            <a:ln w="1587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48" name="AutoShape 37"/>
            <p:cNvCxnSpPr>
              <a:cxnSpLocks noChangeShapeType="1"/>
            </p:cNvCxnSpPr>
            <p:nvPr/>
          </p:nvCxnSpPr>
          <p:spPr bwMode="auto">
            <a:xfrm rot="16200000" flipH="1">
              <a:off x="5022994" y="2688566"/>
              <a:ext cx="376851" cy="1243420"/>
            </a:xfrm>
            <a:prstGeom prst="bentConnector3">
              <a:avLst>
                <a:gd name="adj1" fmla="val 50000"/>
              </a:avLst>
            </a:prstGeom>
            <a:noFill/>
            <a:ln w="1587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49" name="AutoShape 38"/>
            <p:cNvCxnSpPr>
              <a:cxnSpLocks noChangeShapeType="1"/>
            </p:cNvCxnSpPr>
            <p:nvPr/>
          </p:nvCxnSpPr>
          <p:spPr bwMode="auto">
            <a:xfrm rot="5400000">
              <a:off x="3764074" y="2672965"/>
              <a:ext cx="376851" cy="1274521"/>
            </a:xfrm>
            <a:prstGeom prst="bentConnector3">
              <a:avLst>
                <a:gd name="adj1" fmla="val 50000"/>
              </a:avLst>
            </a:prstGeom>
            <a:noFill/>
            <a:ln w="1587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50" name="AutoShape 40"/>
            <p:cNvCxnSpPr>
              <a:cxnSpLocks noChangeShapeType="1"/>
            </p:cNvCxnSpPr>
            <p:nvPr/>
          </p:nvCxnSpPr>
          <p:spPr bwMode="auto">
            <a:xfrm>
              <a:off x="8394165" y="3112149"/>
              <a:ext cx="2700" cy="781206"/>
            </a:xfrm>
            <a:prstGeom prst="straightConnector1">
              <a:avLst/>
            </a:prstGeom>
            <a:noFill/>
            <a:ln w="1587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51" name="AutoShape 41"/>
            <p:cNvCxnSpPr>
              <a:cxnSpLocks noChangeShapeType="1"/>
            </p:cNvCxnSpPr>
            <p:nvPr/>
          </p:nvCxnSpPr>
          <p:spPr bwMode="auto">
            <a:xfrm>
              <a:off x="7083128" y="3121450"/>
              <a:ext cx="5200" cy="773305"/>
            </a:xfrm>
            <a:prstGeom prst="straightConnector1">
              <a:avLst/>
            </a:prstGeom>
            <a:noFill/>
            <a:ln w="15875">
              <a:solidFill>
                <a:srgbClr val="000000"/>
              </a:solidFill>
              <a:miter lim="800000"/>
              <a:headEnd/>
              <a:tailEnd type="triangle" w="med" len="med"/>
            </a:ln>
            <a:extLst>
              <a:ext uri="{909E8E84-426E-40DD-AFC4-6F175D3DCCD1}">
                <a14:hiddenFill xmlns:a14="http://schemas.microsoft.com/office/drawing/2010/main">
                  <a:noFill/>
                </a14:hiddenFill>
              </a:ext>
            </a:extLst>
          </p:spPr>
        </p:cxnSp>
        <p:sp>
          <p:nvSpPr>
            <p:cNvPr id="252" name="AutoShape 8"/>
            <p:cNvSpPr>
              <a:spLocks noChangeArrowheads="1"/>
            </p:cNvSpPr>
            <p:nvPr/>
          </p:nvSpPr>
          <p:spPr bwMode="auto">
            <a:xfrm>
              <a:off x="7842856" y="2423056"/>
              <a:ext cx="1102519" cy="689094"/>
            </a:xfrm>
            <a:prstGeom prst="roundRect">
              <a:avLst>
                <a:gd name="adj" fmla="val 16667"/>
              </a:avLst>
            </a:prstGeom>
            <a:solidFill>
              <a:srgbClr val="D8D8D8"/>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Calibri" pitchFamily="34" charset="0"/>
                  <a:ea typeface="Calibri" pitchFamily="34" charset="0"/>
                  <a:cs typeface="Times New Roman" pitchFamily="18" charset="0"/>
                </a:rPr>
                <a:t>Utility survey techniques</a:t>
              </a:r>
              <a:endParaRPr kumimoji="0" lang="en-US" altLang="en-US" sz="1800" b="1" i="0" u="none" strike="noStrike" kern="1200" cap="none" spc="0" normalizeH="0" baseline="0" noProof="0">
                <a:ln>
                  <a:noFill/>
                </a:ln>
                <a:solidFill>
                  <a:srgbClr val="000000"/>
                </a:solidFill>
                <a:effectLst/>
                <a:uLnTx/>
                <a:uFillTx/>
                <a:latin typeface="Arial" charset="0"/>
                <a:ea typeface="Calibri" pitchFamily="34" charset="0"/>
                <a:cs typeface="Times New Roman" pitchFamily="18" charset="0"/>
              </a:endParaRPr>
            </a:p>
          </p:txBody>
        </p:sp>
      </p:grpSp>
      <p:grpSp>
        <p:nvGrpSpPr>
          <p:cNvPr id="27" name="Group 26"/>
          <p:cNvGrpSpPr/>
          <p:nvPr/>
        </p:nvGrpSpPr>
        <p:grpSpPr>
          <a:xfrm>
            <a:off x="91787" y="2090542"/>
            <a:ext cx="8961090" cy="3667015"/>
            <a:chOff x="91787" y="2090542"/>
            <a:chExt cx="8961090" cy="3667015"/>
          </a:xfrm>
        </p:grpSpPr>
        <p:sp>
          <p:nvSpPr>
            <p:cNvPr id="165" name="Rectangle 164"/>
            <p:cNvSpPr>
              <a:spLocks noChangeArrowheads="1"/>
            </p:cNvSpPr>
            <p:nvPr/>
          </p:nvSpPr>
          <p:spPr bwMode="auto">
            <a:xfrm>
              <a:off x="91787" y="3145887"/>
              <a:ext cx="1265205" cy="2611670"/>
            </a:xfrm>
            <a:prstGeom prst="rect">
              <a:avLst/>
            </a:prstGeom>
            <a:blipFill dpi="0" rotWithShape="1">
              <a:blip r:embed="rId4">
                <a:alphaModFix amt="20000"/>
              </a:blip>
              <a:srcRect/>
              <a:tile tx="0" ty="0" sx="100000" sy="100000" flip="none" algn="tl"/>
            </a:blipFill>
            <a:ln>
              <a:noFill/>
            </a:ln>
          </p:spPr>
          <p:txBody>
            <a:bodyPr anchor="b"/>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l" defTabSz="457200" rtl="0" eaLnBrk="1" fontAlgn="auto" latinLnBrk="0" hangingPunct="1">
                <a:lnSpc>
                  <a:spcPct val="100000"/>
                </a:lnSpc>
                <a:spcBef>
                  <a:spcPts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rPr>
                <a:t>Non –quantitative</a:t>
              </a:r>
              <a:endParaRPr kumimoji="0" lang="en-US" altLang="en-US" sz="1800" b="1" i="0" u="none" strike="noStrike" kern="1200" cap="none" spc="0" normalizeH="0" baseline="0" noProof="0" dirty="0">
                <a:ln>
                  <a:noFill/>
                </a:ln>
                <a:solidFill>
                  <a:srgbClr val="000000"/>
                </a:solidFill>
                <a:effectLst/>
                <a:uLnTx/>
                <a:uFillTx/>
                <a:latin typeface="Arial" charset="0"/>
                <a:ea typeface="+mn-ea"/>
                <a:cs typeface="Arial" charset="0"/>
              </a:endParaRPr>
            </a:p>
          </p:txBody>
        </p:sp>
        <p:sp>
          <p:nvSpPr>
            <p:cNvPr id="167" name="AutoShape 5"/>
            <p:cNvSpPr>
              <a:spLocks noChangeArrowheads="1"/>
            </p:cNvSpPr>
            <p:nvPr/>
          </p:nvSpPr>
          <p:spPr bwMode="auto">
            <a:xfrm>
              <a:off x="634403" y="2100243"/>
              <a:ext cx="1317022" cy="689094"/>
            </a:xfrm>
            <a:prstGeom prst="roundRect">
              <a:avLst>
                <a:gd name="adj" fmla="val 16667"/>
              </a:avLst>
            </a:prstGeom>
            <a:solidFill>
              <a:srgbClr val="D8D8D8"/>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Benefit-risk assessment framework</a:t>
              </a:r>
              <a:endParaRPr kumimoji="0" lang="en-US" alt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168" name="AutoShape 6"/>
            <p:cNvSpPr>
              <a:spLocks noChangeArrowheads="1"/>
            </p:cNvSpPr>
            <p:nvPr/>
          </p:nvSpPr>
          <p:spPr bwMode="auto">
            <a:xfrm>
              <a:off x="3932399" y="2100343"/>
              <a:ext cx="1314522" cy="688994"/>
            </a:xfrm>
            <a:prstGeom prst="roundRect">
              <a:avLst>
                <a:gd name="adj" fmla="val 16667"/>
              </a:avLst>
            </a:prstGeom>
            <a:solidFill>
              <a:srgbClr val="D8D8D8"/>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Metric indices for B-R assessment</a:t>
              </a:r>
              <a:endParaRPr kumimoji="0" lang="en-US" alt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169" name="AutoShape 9"/>
            <p:cNvSpPr>
              <a:spLocks noChangeArrowheads="1"/>
            </p:cNvSpPr>
            <p:nvPr/>
          </p:nvSpPr>
          <p:spPr bwMode="auto">
            <a:xfrm>
              <a:off x="2695086" y="3563541"/>
              <a:ext cx="1224619" cy="1837849"/>
            </a:xfrm>
            <a:prstGeom prst="roundRect">
              <a:avLst>
                <a:gd name="adj" fmla="val 16667"/>
              </a:avLst>
            </a:prstGeom>
            <a:solidFill>
              <a:srgbClr val="FFFFFF"/>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rPr>
                <a:t>NNT</a:t>
              </a:r>
              <a:endParaRPr kumimoji="0" lang="en-US" altLang="en-US" sz="11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rPr>
                <a:t>NNH</a:t>
              </a:r>
              <a:endParaRPr kumimoji="0" lang="en-US" altLang="en-US" sz="11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AE-NNT</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RV-NNH</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rPr>
                <a:t>Impact numbers</a:t>
              </a:r>
              <a:endParaRPr kumimoji="0" lang="en-US" altLang="en-US" sz="11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MCE</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RV-MCE</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MAR</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NEAR</a:t>
              </a:r>
              <a:endParaRPr kumimoji="0" lang="en-US" alt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170" name="AutoShape 8"/>
            <p:cNvSpPr>
              <a:spLocks noChangeArrowheads="1"/>
            </p:cNvSpPr>
            <p:nvPr/>
          </p:nvSpPr>
          <p:spPr bwMode="auto">
            <a:xfrm>
              <a:off x="6531619" y="2099843"/>
              <a:ext cx="1102919" cy="689094"/>
            </a:xfrm>
            <a:prstGeom prst="roundRect">
              <a:avLst>
                <a:gd name="adj" fmla="val 16667"/>
              </a:avLst>
            </a:prstGeom>
            <a:solidFill>
              <a:srgbClr val="D8D8D8"/>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Estimation techniques</a:t>
              </a:r>
              <a:endParaRPr kumimoji="0" lang="en-US" alt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171" name="AutoShape 10"/>
            <p:cNvSpPr>
              <a:spLocks noChangeArrowheads="1"/>
            </p:cNvSpPr>
            <p:nvPr/>
          </p:nvSpPr>
          <p:spPr bwMode="auto">
            <a:xfrm>
              <a:off x="4022101" y="3562241"/>
              <a:ext cx="1152019" cy="916425"/>
            </a:xfrm>
            <a:prstGeom prst="roundRect">
              <a:avLst>
                <a:gd name="adj" fmla="val 16667"/>
              </a:avLst>
            </a:prstGeom>
            <a:solidFill>
              <a:srgbClr val="FFFFFF"/>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rPr>
                <a:t>QALY</a:t>
              </a:r>
              <a:endParaRPr kumimoji="0" lang="en-US" altLang="en-US" sz="11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DALY</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HALE</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rPr>
                <a:t>Q-TWiST</a:t>
              </a:r>
              <a:endParaRPr kumimoji="0" lang="en-US" altLang="en-US" sz="1800" b="1" i="0" u="none" strike="noStrike" kern="1200" cap="none" spc="0" normalizeH="0" baseline="0" noProof="0">
                <a:ln>
                  <a:noFill/>
                </a:ln>
                <a:solidFill>
                  <a:srgbClr val="FF0000"/>
                </a:solidFill>
                <a:effectLst/>
                <a:uLnTx/>
                <a:uFillTx/>
                <a:latin typeface="Arial" charset="0"/>
                <a:ea typeface="+mn-ea"/>
                <a:cs typeface="Arial" charset="0"/>
              </a:endParaRPr>
            </a:p>
          </p:txBody>
        </p:sp>
        <p:sp>
          <p:nvSpPr>
            <p:cNvPr id="172" name="AutoShape 14"/>
            <p:cNvSpPr>
              <a:spLocks noChangeArrowheads="1"/>
            </p:cNvSpPr>
            <p:nvPr/>
          </p:nvSpPr>
          <p:spPr bwMode="auto">
            <a:xfrm>
              <a:off x="5272921" y="3562241"/>
              <a:ext cx="1151919" cy="1401690"/>
            </a:xfrm>
            <a:prstGeom prst="roundRect">
              <a:avLst>
                <a:gd name="adj" fmla="val 16667"/>
              </a:avLst>
            </a:prstGeom>
            <a:solidFill>
              <a:srgbClr val="FFFFFF"/>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UT-NNT</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rPr>
                <a:t>INHB</a:t>
              </a:r>
              <a:endParaRPr kumimoji="0" lang="en-US" altLang="en-US" sz="11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rPr>
                <a:t>BRR</a:t>
              </a:r>
              <a:endParaRPr kumimoji="0" lang="en-US" altLang="en-US" sz="11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GBR</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Principle of 3</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TURBO</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Beckmann</a:t>
              </a:r>
              <a:endParaRPr kumimoji="0" lang="en-US" alt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173" name="AutoShape 15"/>
            <p:cNvSpPr>
              <a:spLocks noChangeArrowheads="1"/>
            </p:cNvSpPr>
            <p:nvPr/>
          </p:nvSpPr>
          <p:spPr bwMode="auto">
            <a:xfrm>
              <a:off x="1420916" y="3562241"/>
              <a:ext cx="1152019" cy="1805845"/>
            </a:xfrm>
            <a:prstGeom prst="roundRect">
              <a:avLst>
                <a:gd name="adj" fmla="val 16667"/>
              </a:avLst>
            </a:prstGeom>
            <a:solidFill>
              <a:srgbClr val="FFFFFF"/>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BLRA</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NCB</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Decision tree</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MDP</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rPr>
                <a:t>MCDA</a:t>
              </a:r>
              <a:endParaRPr kumimoji="0" lang="en-US" altLang="en-US" sz="11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rPr>
                <a:t>SMAA</a:t>
              </a:r>
              <a:endParaRPr kumimoji="0" lang="en-US" altLang="en-US" sz="11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SBRAM</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CUI</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DI</a:t>
              </a:r>
              <a:endParaRPr kumimoji="0" lang="en-US" alt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174" name="Rectangle 18"/>
            <p:cNvSpPr>
              <a:spLocks noChangeArrowheads="1"/>
            </p:cNvSpPr>
            <p:nvPr/>
          </p:nvSpPr>
          <p:spPr bwMode="auto">
            <a:xfrm>
              <a:off x="5257121" y="3166187"/>
              <a:ext cx="1152019" cy="396054"/>
            </a:xfrm>
            <a:prstGeom prst="rect">
              <a:avLst/>
            </a:prstGeom>
            <a:solidFill>
              <a:srgbClr val="A5A5A5"/>
            </a:solidFill>
            <a:ln w="9525">
              <a:solidFill>
                <a:srgbClr val="000000"/>
              </a:solidFill>
              <a:miter lim="800000"/>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Trade-off indices</a:t>
              </a:r>
              <a:endParaRPr kumimoji="0" lang="en-US" alt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175" name="AutoShape 16"/>
            <p:cNvSpPr>
              <a:spLocks noChangeArrowheads="1"/>
            </p:cNvSpPr>
            <p:nvPr/>
          </p:nvSpPr>
          <p:spPr bwMode="auto">
            <a:xfrm>
              <a:off x="128095" y="3562241"/>
              <a:ext cx="1152019" cy="1608018"/>
            </a:xfrm>
            <a:prstGeom prst="roundRect">
              <a:avLst>
                <a:gd name="adj" fmla="val 16667"/>
              </a:avLst>
            </a:prstGeom>
            <a:solidFill>
              <a:srgbClr val="FFFFFF"/>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1" i="0" u="none" strike="noStrike" kern="1200" cap="none" spc="0" normalizeH="0" baseline="0" noProof="0" dirty="0">
                  <a:ln>
                    <a:noFill/>
                  </a:ln>
                  <a:solidFill>
                    <a:srgbClr val="FF0000"/>
                  </a:solidFill>
                  <a:effectLst/>
                  <a:uLnTx/>
                  <a:uFillTx/>
                  <a:latin typeface="Calibri" pitchFamily="34" charset="0"/>
                  <a:ea typeface="+mn-ea"/>
                  <a:cs typeface="Times New Roman" pitchFamily="18" charset="0"/>
                </a:rPr>
                <a:t>PROACT-URL</a:t>
              </a:r>
              <a:endParaRPr kumimoji="0" lang="en-US" altLang="en-US" sz="1100" b="1" i="0" u="none" strike="noStrike" kern="1200" cap="none" spc="0" normalizeH="0" baseline="0" noProof="0" dirty="0">
                <a:ln>
                  <a:noFill/>
                </a:ln>
                <a:solidFill>
                  <a:srgbClr val="FF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rPr>
                <a:t>ASF</a:t>
              </a:r>
              <a:endParaRPr kumimoji="0" lang="en-US" altLang="en-US" sz="11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1" i="0" u="none" strike="noStrike" kern="1200" cap="none" spc="0" normalizeH="0" baseline="0" noProof="0" dirty="0">
                  <a:ln>
                    <a:noFill/>
                  </a:ln>
                  <a:solidFill>
                    <a:srgbClr val="FF0000"/>
                  </a:solidFill>
                  <a:effectLst/>
                  <a:uLnTx/>
                  <a:uFillTx/>
                  <a:latin typeface="Calibri" pitchFamily="34" charset="0"/>
                  <a:ea typeface="+mn-ea"/>
                  <a:cs typeface="Times New Roman" pitchFamily="18" charset="0"/>
                </a:rPr>
                <a:t>BRAT</a:t>
              </a:r>
              <a:endParaRPr kumimoji="0" lang="en-US" altLang="en-US" sz="1100" b="1" i="0" u="none" strike="noStrike" kern="1200" cap="none" spc="0" normalizeH="0" baseline="0" noProof="0" dirty="0">
                <a:ln>
                  <a:noFill/>
                </a:ln>
                <a:solidFill>
                  <a:srgbClr val="FF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rPr>
                <a:t>FDA BRF</a:t>
              </a:r>
              <a:endParaRPr kumimoji="0" lang="en-US" altLang="en-US" sz="11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rPr>
                <a:t>CMR-CASS</a:t>
              </a:r>
              <a:endParaRPr kumimoji="0" lang="en-US" altLang="en-US" sz="11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rPr>
                <a:t>COBRA</a:t>
              </a:r>
              <a:endParaRPr kumimoji="0" lang="en-US" altLang="en-US" sz="11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rPr>
                <a:t>SABRE</a:t>
              </a:r>
              <a:endParaRPr kumimoji="0" lang="en-US" altLang="en-US" sz="11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rPr>
                <a:t>UMBRA</a:t>
              </a: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rPr>
                <a:t>OMERACT 3x3</a:t>
              </a:r>
              <a:endParaRPr kumimoji="0" lang="en-US" altLang="en-US" sz="1800" b="0" i="0" u="none" strike="noStrike" kern="1200" cap="none" spc="0" normalizeH="0" baseline="0" noProof="0" dirty="0">
                <a:ln>
                  <a:noFill/>
                </a:ln>
                <a:solidFill>
                  <a:srgbClr val="000000"/>
                </a:solidFill>
                <a:effectLst/>
                <a:uLnTx/>
                <a:uFillTx/>
                <a:latin typeface="Arial" charset="0"/>
                <a:ea typeface="+mn-ea"/>
                <a:cs typeface="Arial" charset="0"/>
              </a:endParaRPr>
            </a:p>
          </p:txBody>
        </p:sp>
        <p:sp>
          <p:nvSpPr>
            <p:cNvPr id="176" name="Rectangle 55"/>
            <p:cNvSpPr>
              <a:spLocks noChangeArrowheads="1"/>
            </p:cNvSpPr>
            <p:nvPr/>
          </p:nvSpPr>
          <p:spPr bwMode="auto">
            <a:xfrm>
              <a:off x="119495" y="3166187"/>
              <a:ext cx="1152019" cy="396054"/>
            </a:xfrm>
            <a:prstGeom prst="rect">
              <a:avLst/>
            </a:prstGeom>
            <a:solidFill>
              <a:srgbClr val="A5A5A5"/>
            </a:solidFill>
            <a:ln w="9525">
              <a:solidFill>
                <a:srgbClr val="000000"/>
              </a:solidFill>
              <a:miter lim="800000"/>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1"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rPr>
                <a:t>Descriptive framework</a:t>
              </a:r>
              <a:endParaRPr kumimoji="0" lang="en-US" altLang="en-US" sz="1800" b="0" i="0" u="none" strike="noStrike" kern="1200" cap="none" spc="0" normalizeH="0" baseline="0" noProof="0" dirty="0">
                <a:ln>
                  <a:noFill/>
                </a:ln>
                <a:solidFill>
                  <a:srgbClr val="000000"/>
                </a:solidFill>
                <a:effectLst/>
                <a:uLnTx/>
                <a:uFillTx/>
                <a:latin typeface="Arial" charset="0"/>
                <a:ea typeface="+mn-ea"/>
                <a:cs typeface="Arial" charset="0"/>
              </a:endParaRPr>
            </a:p>
          </p:txBody>
        </p:sp>
        <p:sp>
          <p:nvSpPr>
            <p:cNvPr id="177" name="Rectangle 56"/>
            <p:cNvSpPr>
              <a:spLocks noChangeArrowheads="1"/>
            </p:cNvSpPr>
            <p:nvPr/>
          </p:nvSpPr>
          <p:spPr bwMode="auto">
            <a:xfrm>
              <a:off x="1420916" y="3166187"/>
              <a:ext cx="1152019" cy="396054"/>
            </a:xfrm>
            <a:prstGeom prst="rect">
              <a:avLst/>
            </a:prstGeom>
            <a:solidFill>
              <a:srgbClr val="A5A5A5"/>
            </a:solidFill>
            <a:ln w="9525">
              <a:solidFill>
                <a:srgbClr val="000000"/>
              </a:solidFill>
              <a:miter lim="800000"/>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Quantitative framework</a:t>
              </a:r>
              <a:endParaRPr kumimoji="0" lang="en-US" alt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178" name="Rectangle 57"/>
            <p:cNvSpPr>
              <a:spLocks noChangeArrowheads="1"/>
            </p:cNvSpPr>
            <p:nvPr/>
          </p:nvSpPr>
          <p:spPr bwMode="auto">
            <a:xfrm>
              <a:off x="2739180" y="3166187"/>
              <a:ext cx="1152019" cy="396054"/>
            </a:xfrm>
            <a:prstGeom prst="rect">
              <a:avLst/>
            </a:prstGeom>
            <a:solidFill>
              <a:srgbClr val="A5A5A5"/>
            </a:solidFill>
            <a:ln w="9525">
              <a:solidFill>
                <a:srgbClr val="000000"/>
              </a:solidFill>
              <a:miter lim="800000"/>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Threshold indices</a:t>
              </a:r>
              <a:endParaRPr kumimoji="0" lang="en-US" alt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179" name="Rectangle 58"/>
            <p:cNvSpPr>
              <a:spLocks noChangeArrowheads="1"/>
            </p:cNvSpPr>
            <p:nvPr/>
          </p:nvSpPr>
          <p:spPr bwMode="auto">
            <a:xfrm>
              <a:off x="4013400" y="3166187"/>
              <a:ext cx="1152019" cy="396054"/>
            </a:xfrm>
            <a:prstGeom prst="rect">
              <a:avLst/>
            </a:prstGeom>
            <a:solidFill>
              <a:srgbClr val="A5A5A5"/>
            </a:solidFill>
            <a:ln w="9525">
              <a:solidFill>
                <a:srgbClr val="000000"/>
              </a:solidFill>
              <a:miter lim="800000"/>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Health indices</a:t>
              </a:r>
              <a:endParaRPr kumimoji="0" lang="en-US" alt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180" name="AutoShape 23"/>
            <p:cNvSpPr>
              <a:spLocks noChangeArrowheads="1"/>
            </p:cNvSpPr>
            <p:nvPr/>
          </p:nvSpPr>
          <p:spPr bwMode="auto">
            <a:xfrm>
              <a:off x="7750348" y="3560841"/>
              <a:ext cx="1302529" cy="1807245"/>
            </a:xfrm>
            <a:prstGeom prst="roundRect">
              <a:avLst>
                <a:gd name="adj" fmla="val 16667"/>
              </a:avLst>
            </a:prstGeom>
            <a:solidFill>
              <a:srgbClr val="FFFFFF"/>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rPr>
                <a:t>SPM</a:t>
              </a:r>
              <a:endParaRPr kumimoji="0" lang="en-US" altLang="en-US" sz="11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rPr>
                <a:t>CV</a:t>
              </a:r>
              <a:endParaRPr kumimoji="0" lang="en-US" altLang="en-US" sz="11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rPr>
                <a:t>CA</a:t>
              </a:r>
              <a:endParaRPr kumimoji="0" lang="en-US" altLang="en-US" sz="1100" b="0" i="0" u="none" strike="noStrike" kern="1200" cap="none" spc="0" normalizeH="0" baseline="0" noProof="0" dirty="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1" i="0" u="none" strike="noStrike" kern="1200" cap="none" spc="0" normalizeH="0" baseline="0" noProof="0" dirty="0">
                  <a:ln>
                    <a:noFill/>
                  </a:ln>
                  <a:solidFill>
                    <a:srgbClr val="FF0000"/>
                  </a:solidFill>
                  <a:effectLst/>
                  <a:uLnTx/>
                  <a:uFillTx/>
                  <a:latin typeface="Calibri" pitchFamily="34" charset="0"/>
                  <a:ea typeface="+mn-ea"/>
                  <a:cs typeface="Times New Roman" pitchFamily="18" charset="0"/>
                </a:rPr>
                <a:t>DCE</a:t>
              </a:r>
            </a:p>
            <a:p>
              <a:pPr marL="0" marR="0" lvl="0" indent="0" algn="ctr" defTabSz="457200" rtl="0" eaLnBrk="0" fontAlgn="auto" latinLnBrk="0" hangingPunct="0">
                <a:lnSpc>
                  <a:spcPct val="100000"/>
                </a:lnSpc>
                <a:spcBef>
                  <a:spcPts val="0"/>
                </a:spcBef>
                <a:spcAft>
                  <a:spcPct val="0"/>
                </a:spcAft>
                <a:buClrTx/>
                <a:buSzTx/>
                <a:buFontTx/>
                <a:buNone/>
                <a:tabLst/>
                <a:defRPr/>
              </a:pPr>
              <a:endParaRPr kumimoji="0" lang="en-US" altLang="en-US" sz="1000" b="1" i="0" u="none" strike="noStrike" kern="1200" cap="none" spc="0" normalizeH="0" baseline="0" noProof="0" dirty="0">
                <a:ln>
                  <a:noFill/>
                </a:ln>
                <a:solidFill>
                  <a:srgbClr val="FF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100" b="1" i="0" u="none" strike="noStrike" kern="1200" cap="none" spc="0" normalizeH="0" baseline="0" noProof="0" dirty="0">
                  <a:ln>
                    <a:noFill/>
                  </a:ln>
                  <a:solidFill>
                    <a:srgbClr val="0085CA">
                      <a:lumMod val="50000"/>
                    </a:srgbClr>
                  </a:solidFill>
                  <a:effectLst/>
                  <a:uLnTx/>
                  <a:uFillTx/>
                  <a:latin typeface="Calibri" pitchFamily="34" charset="0"/>
                  <a:ea typeface="+mn-ea"/>
                  <a:cs typeface="Times New Roman" pitchFamily="18" charset="0"/>
                </a:rPr>
                <a:t>-----o-----</a:t>
              </a: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100" b="1" i="0" u="none" strike="noStrike" kern="1200" cap="none" spc="0" normalizeH="0" baseline="0" noProof="0" dirty="0">
                  <a:ln>
                    <a:noFill/>
                  </a:ln>
                  <a:solidFill>
                    <a:srgbClr val="0085CA">
                      <a:lumMod val="50000"/>
                    </a:srgbClr>
                  </a:solidFill>
                  <a:effectLst/>
                  <a:uLnTx/>
                  <a:uFillTx/>
                  <a:latin typeface="Calibri" pitchFamily="34" charset="0"/>
                  <a:ea typeface="+mn-ea"/>
                  <a:cs typeface="Times New Roman" pitchFamily="18" charset="0"/>
                </a:rPr>
                <a:t>AHP</a:t>
              </a: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100" b="1" i="0" u="none" strike="noStrike" kern="1200" cap="none" spc="0" normalizeH="0" baseline="0" noProof="0" dirty="0">
                  <a:ln>
                    <a:noFill/>
                  </a:ln>
                  <a:solidFill>
                    <a:srgbClr val="0085CA">
                      <a:lumMod val="50000"/>
                    </a:srgbClr>
                  </a:solidFill>
                  <a:effectLst/>
                  <a:uLnTx/>
                  <a:uFillTx/>
                  <a:latin typeface="Calibri" pitchFamily="34" charset="0"/>
                  <a:ea typeface="+mn-ea"/>
                  <a:cs typeface="Times New Roman" pitchFamily="18" charset="0"/>
                </a:rPr>
                <a:t>Swing-weighting</a:t>
              </a: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100" b="1" i="0" u="none" strike="noStrike" kern="1200" cap="none" spc="0" normalizeH="0" baseline="0" noProof="0" dirty="0">
                  <a:ln>
                    <a:noFill/>
                  </a:ln>
                  <a:solidFill>
                    <a:srgbClr val="0085CA">
                      <a:lumMod val="50000"/>
                    </a:srgbClr>
                  </a:solidFill>
                  <a:effectLst/>
                  <a:uLnTx/>
                  <a:uFillTx/>
                  <a:latin typeface="Calibri" pitchFamily="34" charset="0"/>
                  <a:ea typeface="+mn-ea"/>
                  <a:cs typeface="Times New Roman" pitchFamily="18" charset="0"/>
                </a:rPr>
                <a:t>MACBETH</a:t>
              </a:r>
            </a:p>
            <a:p>
              <a:pPr marL="0" marR="0" lvl="0" indent="0" algn="l" defTabSz="457200" rtl="0" eaLnBrk="0" fontAlgn="auto" latinLnBrk="0" hangingPunct="0">
                <a:lnSpc>
                  <a:spcPct val="100000"/>
                </a:lnSpc>
                <a:spcBef>
                  <a:spcPts val="0"/>
                </a:spcBef>
                <a:spcAft>
                  <a:spcPct val="0"/>
                </a:spcAft>
                <a:buClrTx/>
                <a:buSzTx/>
                <a:buFontTx/>
                <a:buNone/>
                <a:tabLst/>
                <a:defRPr/>
              </a:pPr>
              <a:endParaRPr kumimoji="0" lang="en-US" altLang="en-US" sz="1800" b="0" i="0" u="none" strike="noStrike" kern="1200" cap="none" spc="0" normalizeH="0" baseline="0" noProof="0" dirty="0">
                <a:ln>
                  <a:noFill/>
                </a:ln>
                <a:solidFill>
                  <a:srgbClr val="000000"/>
                </a:solidFill>
                <a:effectLst/>
                <a:uLnTx/>
                <a:uFillTx/>
                <a:latin typeface="Arial" charset="0"/>
                <a:ea typeface="+mn-ea"/>
                <a:cs typeface="Arial" charset="0"/>
              </a:endParaRPr>
            </a:p>
          </p:txBody>
        </p:sp>
        <p:sp>
          <p:nvSpPr>
            <p:cNvPr id="181" name="AutoShape 24"/>
            <p:cNvSpPr>
              <a:spLocks noChangeArrowheads="1"/>
            </p:cNvSpPr>
            <p:nvPr/>
          </p:nvSpPr>
          <p:spPr bwMode="auto">
            <a:xfrm>
              <a:off x="6512320" y="3562241"/>
              <a:ext cx="1152019" cy="1289375"/>
            </a:xfrm>
            <a:prstGeom prst="roundRect">
              <a:avLst>
                <a:gd name="adj" fmla="val 16667"/>
              </a:avLst>
            </a:prstGeom>
            <a:solidFill>
              <a:srgbClr val="FFFFFF"/>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DAGs</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rPr>
                <a:t>PSM</a:t>
              </a:r>
              <a:endParaRPr kumimoji="0" lang="en-US" altLang="en-US" sz="11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CPM</a:t>
              </a:r>
              <a:endParaRPr kumimoji="0" lang="en-US" altLang="en-US" sz="11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rPr>
                <a:t>ITC</a:t>
              </a:r>
              <a:endParaRPr kumimoji="0" lang="en-US" altLang="en-US" sz="11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rPr>
                <a:t>MTC</a:t>
              </a:r>
              <a:endParaRPr kumimoji="0" lang="en-US" altLang="en-US" sz="1100" b="1" i="0" u="none" strike="noStrike" kern="1200" cap="none" spc="0" normalizeH="0" baseline="0" noProof="0">
                <a:ln>
                  <a:noFill/>
                </a:ln>
                <a:solidFill>
                  <a:srgbClr val="FF0000"/>
                </a:solidFill>
                <a:effectLst/>
                <a:uLnTx/>
                <a:uFillTx/>
                <a:latin typeface="Calibri" pitchFamily="34" charset="0"/>
                <a:ea typeface="+mn-ea"/>
                <a:cs typeface="Times New Roman" pitchFamily="18" charset="0"/>
              </a:endParaRPr>
            </a:p>
            <a:p>
              <a:pPr marL="0" marR="0" lvl="0" indent="0" algn="ctr" defTabSz="457200" rtl="0" eaLnBrk="0" fontAlgn="auto" latinLnBrk="0" hangingPunct="0">
                <a:lnSpc>
                  <a:spcPct val="100000"/>
                </a:lnSpc>
                <a:spcBef>
                  <a:spcPts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Calibri" pitchFamily="34" charset="0"/>
                  <a:ea typeface="+mn-ea"/>
                  <a:cs typeface="Times New Roman" pitchFamily="18" charset="0"/>
                </a:rPr>
                <a:t>CDS</a:t>
              </a:r>
              <a:endParaRPr kumimoji="0" lang="en-US" alt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cxnSp>
          <p:nvCxnSpPr>
            <p:cNvPr id="185" name="AutoShape 34"/>
            <p:cNvCxnSpPr>
              <a:cxnSpLocks noChangeShapeType="1"/>
            </p:cNvCxnSpPr>
            <p:nvPr/>
          </p:nvCxnSpPr>
          <p:spPr bwMode="auto">
            <a:xfrm rot="5400000">
              <a:off x="805784" y="2679057"/>
              <a:ext cx="376851" cy="597410"/>
            </a:xfrm>
            <a:prstGeom prst="bentConnector3">
              <a:avLst>
                <a:gd name="adj1" fmla="val 50000"/>
              </a:avLst>
            </a:prstGeom>
            <a:noFill/>
            <a:ln w="1587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186" name="AutoShape 35"/>
            <p:cNvCxnSpPr>
              <a:cxnSpLocks noChangeShapeType="1"/>
            </p:cNvCxnSpPr>
            <p:nvPr/>
          </p:nvCxnSpPr>
          <p:spPr bwMode="auto">
            <a:xfrm flipH="1">
              <a:off x="4589410" y="2789336"/>
              <a:ext cx="300" cy="376851"/>
            </a:xfrm>
            <a:prstGeom prst="straightConnector1">
              <a:avLst/>
            </a:prstGeom>
            <a:noFill/>
            <a:ln w="1587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187" name="AutoShape 36"/>
            <p:cNvCxnSpPr>
              <a:cxnSpLocks noChangeShapeType="1"/>
            </p:cNvCxnSpPr>
            <p:nvPr/>
          </p:nvCxnSpPr>
          <p:spPr bwMode="auto">
            <a:xfrm rot="16200000" flipH="1">
              <a:off x="1456495" y="2625756"/>
              <a:ext cx="376851" cy="704012"/>
            </a:xfrm>
            <a:prstGeom prst="bentConnector3">
              <a:avLst>
                <a:gd name="adj1" fmla="val 50000"/>
              </a:avLst>
            </a:prstGeom>
            <a:noFill/>
            <a:ln w="1587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188" name="AutoShape 37"/>
            <p:cNvCxnSpPr>
              <a:cxnSpLocks noChangeShapeType="1"/>
            </p:cNvCxnSpPr>
            <p:nvPr/>
          </p:nvCxnSpPr>
          <p:spPr bwMode="auto">
            <a:xfrm rot="16200000" flipH="1">
              <a:off x="5022994" y="2356052"/>
              <a:ext cx="376851" cy="1243420"/>
            </a:xfrm>
            <a:prstGeom prst="bentConnector3">
              <a:avLst>
                <a:gd name="adj1" fmla="val 50000"/>
              </a:avLst>
            </a:prstGeom>
            <a:noFill/>
            <a:ln w="1587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189" name="AutoShape 38"/>
            <p:cNvCxnSpPr>
              <a:cxnSpLocks noChangeShapeType="1"/>
            </p:cNvCxnSpPr>
            <p:nvPr/>
          </p:nvCxnSpPr>
          <p:spPr bwMode="auto">
            <a:xfrm rot="5400000">
              <a:off x="3764074" y="2340451"/>
              <a:ext cx="376851" cy="1274521"/>
            </a:xfrm>
            <a:prstGeom prst="bentConnector3">
              <a:avLst>
                <a:gd name="adj1" fmla="val 50000"/>
              </a:avLst>
            </a:prstGeom>
            <a:noFill/>
            <a:ln w="1587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190" name="AutoShape 40"/>
            <p:cNvCxnSpPr>
              <a:cxnSpLocks noChangeShapeType="1"/>
            </p:cNvCxnSpPr>
            <p:nvPr/>
          </p:nvCxnSpPr>
          <p:spPr bwMode="auto">
            <a:xfrm>
              <a:off x="8394165" y="2779635"/>
              <a:ext cx="2700" cy="781206"/>
            </a:xfrm>
            <a:prstGeom prst="straightConnector1">
              <a:avLst/>
            </a:prstGeom>
            <a:noFill/>
            <a:ln w="1587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191" name="AutoShape 41"/>
            <p:cNvCxnSpPr>
              <a:cxnSpLocks noChangeShapeType="1"/>
            </p:cNvCxnSpPr>
            <p:nvPr/>
          </p:nvCxnSpPr>
          <p:spPr bwMode="auto">
            <a:xfrm>
              <a:off x="7083128" y="2788936"/>
              <a:ext cx="5200" cy="773305"/>
            </a:xfrm>
            <a:prstGeom prst="straightConnector1">
              <a:avLst/>
            </a:prstGeom>
            <a:noFill/>
            <a:ln w="15875">
              <a:solidFill>
                <a:srgbClr val="000000"/>
              </a:solidFill>
              <a:miter lim="800000"/>
              <a:headEnd/>
              <a:tailEnd type="triangle" w="med" len="med"/>
            </a:ln>
            <a:extLst>
              <a:ext uri="{909E8E84-426E-40DD-AFC4-6F175D3DCCD1}">
                <a14:hiddenFill xmlns:a14="http://schemas.microsoft.com/office/drawing/2010/main">
                  <a:noFill/>
                </a14:hiddenFill>
              </a:ext>
            </a:extLst>
          </p:spPr>
        </p:cxnSp>
        <p:sp>
          <p:nvSpPr>
            <p:cNvPr id="194" name="AutoShape 8"/>
            <p:cNvSpPr>
              <a:spLocks noChangeArrowheads="1"/>
            </p:cNvSpPr>
            <p:nvPr/>
          </p:nvSpPr>
          <p:spPr bwMode="auto">
            <a:xfrm>
              <a:off x="7842856" y="2090542"/>
              <a:ext cx="1102519" cy="689094"/>
            </a:xfrm>
            <a:prstGeom prst="roundRect">
              <a:avLst>
                <a:gd name="adj" fmla="val 16667"/>
              </a:avLst>
            </a:prstGeom>
            <a:solidFill>
              <a:srgbClr val="D8D8D8"/>
            </a:solidFill>
            <a:ln w="9525">
              <a:solidFill>
                <a:srgbClr val="000000"/>
              </a:solidFill>
              <a:round/>
              <a:headEnd/>
              <a:tailEnd/>
            </a:ln>
            <a:effectLst>
              <a:outerShdw dist="35921" dir="2700000" algn="ctr" rotWithShape="0">
                <a:srgbClr val="808080"/>
              </a:outerShdw>
            </a:effectLst>
          </p:spPr>
          <p:txBody>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ctr" defTabSz="457200" rtl="0" eaLnBrk="1" fontAlgn="auto" latinLnBrk="0" hangingPunct="1">
                <a:lnSpc>
                  <a:spcPct val="100000"/>
                </a:lnSpc>
                <a:spcBef>
                  <a:spcPts val="0"/>
                </a:spcBef>
                <a:spcAft>
                  <a:spcPct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Calibri" pitchFamily="34" charset="0"/>
                  <a:ea typeface="Calibri" pitchFamily="34" charset="0"/>
                  <a:cs typeface="Times New Roman" pitchFamily="18" charset="0"/>
                </a:rPr>
                <a:t>Utility survey techniques</a:t>
              </a:r>
              <a:endParaRPr kumimoji="0" lang="en-US" altLang="en-US" sz="1800" b="0" i="0" u="none" strike="noStrike" kern="1200" cap="none" spc="0" normalizeH="0" baseline="0" noProof="0">
                <a:ln>
                  <a:noFill/>
                </a:ln>
                <a:solidFill>
                  <a:srgbClr val="000000"/>
                </a:solidFill>
                <a:effectLst/>
                <a:uLnTx/>
                <a:uFillTx/>
                <a:latin typeface="Arial" charset="0"/>
                <a:ea typeface="Calibri" pitchFamily="34" charset="0"/>
                <a:cs typeface="Times New Roman" pitchFamily="18" charset="0"/>
              </a:endParaRPr>
            </a:p>
          </p:txBody>
        </p:sp>
      </p:grpSp>
      <p:sp>
        <p:nvSpPr>
          <p:cNvPr id="2" name="Title 1"/>
          <p:cNvSpPr>
            <a:spLocks noGrp="1"/>
          </p:cNvSpPr>
          <p:nvPr>
            <p:ph type="title"/>
          </p:nvPr>
        </p:nvSpPr>
        <p:spPr>
          <a:xfrm>
            <a:off x="323528" y="162371"/>
            <a:ext cx="8491537" cy="598206"/>
          </a:xfrm>
        </p:spPr>
        <p:txBody>
          <a:bodyPr>
            <a:normAutofit/>
          </a:bodyPr>
          <a:lstStyle/>
          <a:p>
            <a:pPr algn="ctr"/>
            <a:r>
              <a:rPr lang="en-GB" dirty="0"/>
              <a:t>Methodologies available</a:t>
            </a:r>
          </a:p>
        </p:txBody>
      </p:sp>
      <p:sp>
        <p:nvSpPr>
          <p:cNvPr id="38" name="Rectangle 1"/>
          <p:cNvSpPr>
            <a:spLocks noChangeArrowheads="1"/>
          </p:cNvSpPr>
          <p:nvPr/>
        </p:nvSpPr>
        <p:spPr bwMode="auto">
          <a:xfrm>
            <a:off x="289249" y="5875963"/>
            <a:ext cx="770708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marL="0" marR="0" lvl="0" indent="0" algn="l" defTabSz="457200" rtl="0" eaLnBrk="1" fontAlgn="auto" latinLnBrk="0" hangingPunct="1">
              <a:lnSpc>
                <a:spcPct val="100000"/>
              </a:lnSpc>
              <a:spcBef>
                <a:spcPts val="0"/>
              </a:spcBef>
              <a:spcAft>
                <a:spcPct val="0"/>
              </a:spcAft>
              <a:buClrTx/>
              <a:buSzTx/>
              <a:buFontTx/>
              <a:buNone/>
              <a:tabLst/>
              <a:defRPr/>
            </a:pPr>
            <a:r>
              <a:rPr kumimoji="0" lang="en-GB" altLang="en-US" sz="1100" b="0" i="0" u="none" strike="noStrike" kern="1200" cap="none" spc="0" normalizeH="0" baseline="0" noProof="0" dirty="0">
                <a:ln>
                  <a:noFill/>
                </a:ln>
                <a:solidFill>
                  <a:srgbClr val="000000"/>
                </a:solidFill>
                <a:effectLst/>
                <a:uLnTx/>
                <a:uFillTx/>
                <a:latin typeface="Verdana" pitchFamily="34" charset="0"/>
                <a:ea typeface="+mn-ea"/>
                <a:cs typeface="Arial" charset="0"/>
                <a:hlinkClick r:id="rId5"/>
              </a:rPr>
              <a:t>Mt-Isa </a:t>
            </a:r>
            <a:r>
              <a:rPr kumimoji="0" lang="en-GB" altLang="en-US" sz="1100" b="0" i="1" u="none" strike="noStrike" kern="1200" cap="none" spc="0" normalizeH="0" baseline="0" noProof="0" dirty="0">
                <a:ln>
                  <a:noFill/>
                </a:ln>
                <a:solidFill>
                  <a:srgbClr val="000000"/>
                </a:solidFill>
                <a:effectLst/>
                <a:uLnTx/>
                <a:uFillTx/>
                <a:latin typeface="Verdana" pitchFamily="34" charset="0"/>
                <a:ea typeface="+mn-ea"/>
                <a:cs typeface="Arial" charset="0"/>
                <a:hlinkClick r:id="rId5"/>
              </a:rPr>
              <a:t>et al</a:t>
            </a:r>
            <a:r>
              <a:rPr kumimoji="0" lang="en-GB" altLang="en-US" sz="1100" b="0" i="0" u="none" strike="noStrike" kern="1200" cap="none" spc="0" normalizeH="0" baseline="0" noProof="0" dirty="0">
                <a:ln>
                  <a:noFill/>
                </a:ln>
                <a:solidFill>
                  <a:srgbClr val="000000"/>
                </a:solidFill>
                <a:effectLst/>
                <a:uLnTx/>
                <a:uFillTx/>
                <a:latin typeface="Verdana" pitchFamily="34" charset="0"/>
                <a:ea typeface="+mn-ea"/>
                <a:cs typeface="Arial" charset="0"/>
                <a:hlinkClick r:id="" action="ppaction://noaction"/>
              </a:rPr>
              <a:t>. Balancing benefit and risk of medicines: a systematic review and classification of available methodologies. Pharmacoepidemiology and Drug Safety 2014. DOI: 10.1002/pds.3636.</a:t>
            </a:r>
            <a:endParaRPr kumimoji="0" lang="en-GB" altLang="en-US" sz="1100" b="0" i="0" u="none" strike="noStrike" kern="1200" cap="none" spc="0" normalizeH="0" baseline="0" noProof="0" dirty="0">
              <a:ln>
                <a:noFill/>
              </a:ln>
              <a:solidFill>
                <a:srgbClr val="000000"/>
              </a:solidFill>
              <a:effectLst/>
              <a:uLnTx/>
              <a:uFillTx/>
              <a:latin typeface="Verdana" pitchFamily="34" charset="0"/>
              <a:ea typeface="+mn-ea"/>
              <a:cs typeface="Arial" charset="0"/>
            </a:endParaRPr>
          </a:p>
        </p:txBody>
      </p:sp>
    </p:spTree>
    <p:extLst>
      <p:ext uri="{BB962C8B-B14F-4D97-AF65-F5344CB8AC3E}">
        <p14:creationId xmlns:p14="http://schemas.microsoft.com/office/powerpoint/2010/main" val="1068188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5" presetClass="exit" presetSubtype="0" fill="hold" nodeType="clickEffect">
                                  <p:stCondLst>
                                    <p:cond delay="0"/>
                                  </p:stCondLst>
                                  <p:childTnLst>
                                    <p:animEffect transition="out" filter="fade">
                                      <p:cBhvr>
                                        <p:cTn id="10" dur="2000"/>
                                        <p:tgtEl>
                                          <p:spTgt spid="55"/>
                                        </p:tgtEl>
                                      </p:cBhvr>
                                    </p:animEffect>
                                    <p:anim calcmode="lin" valueType="num">
                                      <p:cBhvr>
                                        <p:cTn id="11" dur="2000"/>
                                        <p:tgtEl>
                                          <p:spTgt spid="55"/>
                                        </p:tgtEl>
                                        <p:attrNameLst>
                                          <p:attrName>style.rotation</p:attrName>
                                        </p:attrNameLst>
                                      </p:cBhvr>
                                      <p:tavLst>
                                        <p:tav tm="0">
                                          <p:val>
                                            <p:fltVal val="0"/>
                                          </p:val>
                                        </p:tav>
                                        <p:tav tm="100000">
                                          <p:val>
                                            <p:fltVal val="720"/>
                                          </p:val>
                                        </p:tav>
                                      </p:tavLst>
                                    </p:anim>
                                    <p:anim calcmode="lin" valueType="num">
                                      <p:cBhvr>
                                        <p:cTn id="12" dur="2000"/>
                                        <p:tgtEl>
                                          <p:spTgt spid="55"/>
                                        </p:tgtEl>
                                        <p:attrNameLst>
                                          <p:attrName>ppt_h</p:attrName>
                                        </p:attrNameLst>
                                      </p:cBhvr>
                                      <p:tavLst>
                                        <p:tav tm="0">
                                          <p:val>
                                            <p:strVal val="ppt_h"/>
                                          </p:val>
                                        </p:tav>
                                        <p:tav tm="100000">
                                          <p:val>
                                            <p:fltVal val="0"/>
                                          </p:val>
                                        </p:tav>
                                      </p:tavLst>
                                    </p:anim>
                                    <p:anim calcmode="lin" valueType="num">
                                      <p:cBhvr>
                                        <p:cTn id="13" dur="2000"/>
                                        <p:tgtEl>
                                          <p:spTgt spid="55"/>
                                        </p:tgtEl>
                                        <p:attrNameLst>
                                          <p:attrName>ppt_w</p:attrName>
                                        </p:attrNameLst>
                                      </p:cBhvr>
                                      <p:tavLst>
                                        <p:tav tm="0">
                                          <p:val>
                                            <p:strVal val="ppt_w"/>
                                          </p:val>
                                        </p:tav>
                                        <p:tav tm="100000">
                                          <p:val>
                                            <p:fltVal val="0"/>
                                          </p:val>
                                        </p:tav>
                                      </p:tavLst>
                                    </p:anim>
                                    <p:set>
                                      <p:cBhvr>
                                        <p:cTn id="14" dur="1" fill="hold">
                                          <p:stCondLst>
                                            <p:cond delay="1999"/>
                                          </p:stCondLst>
                                        </p:cTn>
                                        <p:tgtEl>
                                          <p:spTgt spid="55"/>
                                        </p:tgtEl>
                                        <p:attrNameLst>
                                          <p:attrName>style.visibility</p:attrName>
                                        </p:attrNameLst>
                                      </p:cBhvr>
                                      <p:to>
                                        <p:strVal val="hidden"/>
                                      </p:to>
                                    </p:set>
                                  </p:childTnLst>
                                </p:cTn>
                              </p:par>
                              <p:par>
                                <p:cTn id="15" presetID="35" presetClass="entr" presetSubtype="0" fill="hold" nodeType="withEffect">
                                  <p:stCondLst>
                                    <p:cond delay="0"/>
                                  </p:stCondLst>
                                  <p:childTnLst>
                                    <p:set>
                                      <p:cBhvr>
                                        <p:cTn id="16" dur="1" fill="hold">
                                          <p:stCondLst>
                                            <p:cond delay="0"/>
                                          </p:stCondLst>
                                        </p:cTn>
                                        <p:tgtEl>
                                          <p:spTgt spid="228"/>
                                        </p:tgtEl>
                                        <p:attrNameLst>
                                          <p:attrName>style.visibility</p:attrName>
                                        </p:attrNameLst>
                                      </p:cBhvr>
                                      <p:to>
                                        <p:strVal val="visible"/>
                                      </p:to>
                                    </p:set>
                                    <p:animEffect transition="in" filter="fade">
                                      <p:cBhvr>
                                        <p:cTn id="17" dur="2000"/>
                                        <p:tgtEl>
                                          <p:spTgt spid="228"/>
                                        </p:tgtEl>
                                      </p:cBhvr>
                                    </p:animEffect>
                                    <p:anim calcmode="lin" valueType="num">
                                      <p:cBhvr>
                                        <p:cTn id="18" dur="2000" fill="hold"/>
                                        <p:tgtEl>
                                          <p:spTgt spid="228"/>
                                        </p:tgtEl>
                                        <p:attrNameLst>
                                          <p:attrName>style.rotation</p:attrName>
                                        </p:attrNameLst>
                                      </p:cBhvr>
                                      <p:tavLst>
                                        <p:tav tm="0">
                                          <p:val>
                                            <p:fltVal val="720"/>
                                          </p:val>
                                        </p:tav>
                                        <p:tav tm="100000">
                                          <p:val>
                                            <p:fltVal val="0"/>
                                          </p:val>
                                        </p:tav>
                                      </p:tavLst>
                                    </p:anim>
                                    <p:anim calcmode="lin" valueType="num">
                                      <p:cBhvr>
                                        <p:cTn id="19" dur="2000" fill="hold"/>
                                        <p:tgtEl>
                                          <p:spTgt spid="228"/>
                                        </p:tgtEl>
                                        <p:attrNameLst>
                                          <p:attrName>ppt_h</p:attrName>
                                        </p:attrNameLst>
                                      </p:cBhvr>
                                      <p:tavLst>
                                        <p:tav tm="0">
                                          <p:val>
                                            <p:fltVal val="0"/>
                                          </p:val>
                                        </p:tav>
                                        <p:tav tm="100000">
                                          <p:val>
                                            <p:strVal val="#ppt_h"/>
                                          </p:val>
                                        </p:tav>
                                      </p:tavLst>
                                    </p:anim>
                                    <p:anim calcmode="lin" valueType="num">
                                      <p:cBhvr>
                                        <p:cTn id="20" dur="2000" fill="hold"/>
                                        <p:tgtEl>
                                          <p:spTgt spid="228"/>
                                        </p:tgtEl>
                                        <p:attrNameLst>
                                          <p:attrName>ppt_w</p:attrName>
                                        </p:attrNameLst>
                                      </p:cBhvr>
                                      <p:tavLst>
                                        <p:tav tm="0">
                                          <p:val>
                                            <p:fltVal val="0"/>
                                          </p:val>
                                        </p:tav>
                                        <p:tav tm="100000">
                                          <p:val>
                                            <p:strVal val="#ppt_w"/>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69DEF1B6-F76E-4276-8E56-9F2F3ACB9A53}" type="slidenum">
              <a:rPr lang="en-GB" smtClean="0"/>
              <a:pPr>
                <a:defRPr/>
              </a:pPr>
              <a:t>16</a:t>
            </a:fld>
            <a:endParaRPr lang="en-GB"/>
          </a:p>
        </p:txBody>
      </p:sp>
      <p:grpSp>
        <p:nvGrpSpPr>
          <p:cNvPr id="34819" name="Group 97"/>
          <p:cNvGrpSpPr>
            <a:grpSpLocks/>
          </p:cNvGrpSpPr>
          <p:nvPr/>
        </p:nvGrpSpPr>
        <p:grpSpPr bwMode="auto">
          <a:xfrm>
            <a:off x="34925" y="1668463"/>
            <a:ext cx="9001125" cy="4592637"/>
            <a:chOff x="35496" y="1669005"/>
            <a:chExt cx="9001000" cy="4591766"/>
          </a:xfrm>
        </p:grpSpPr>
        <p:sp>
          <p:nvSpPr>
            <p:cNvPr id="6" name="Rounded Rectangle 5"/>
            <p:cNvSpPr/>
            <p:nvPr/>
          </p:nvSpPr>
          <p:spPr bwMode="auto">
            <a:xfrm>
              <a:off x="3131078" y="3429208"/>
              <a:ext cx="1657327" cy="287284"/>
            </a:xfrm>
            <a:prstGeom prst="roundRect">
              <a:avLst/>
            </a:prstGeom>
            <a:solidFill>
              <a:schemeClr val="accent2">
                <a:lumMod val="60000"/>
                <a:lumOff val="40000"/>
              </a:schemeClr>
            </a:solidFill>
            <a:ln>
              <a:solidFill>
                <a:schemeClr val="tx1"/>
              </a:solidFill>
            </a:ln>
            <a:effectLst/>
          </p:spPr>
          <p:txBody>
            <a:bodyPr lIns="0" tIns="0" rIns="0" bIns="0" anchor="ctr"/>
            <a:lstStyle/>
            <a:p>
              <a:pPr algn="ctr" defTabSz="8070374">
                <a:defRPr/>
              </a:pPr>
              <a:r>
                <a:rPr lang="en-GB" sz="1100" b="1" dirty="0">
                  <a:solidFill>
                    <a:sysClr val="windowText" lastClr="000000"/>
                  </a:solidFill>
                  <a:cs typeface="Arial" pitchFamily="34" charset="0"/>
                </a:rPr>
                <a:t>Serious side effects</a:t>
              </a:r>
            </a:p>
          </p:txBody>
        </p:sp>
        <p:sp>
          <p:nvSpPr>
            <p:cNvPr id="7" name="Rounded Rectangle 6"/>
            <p:cNvSpPr/>
            <p:nvPr/>
          </p:nvSpPr>
          <p:spPr bwMode="auto">
            <a:xfrm>
              <a:off x="5220199" y="2791154"/>
              <a:ext cx="3816297" cy="288870"/>
            </a:xfrm>
            <a:prstGeom prst="roundRect">
              <a:avLst/>
            </a:prstGeom>
            <a:solidFill>
              <a:schemeClr val="accent2">
                <a:lumMod val="20000"/>
                <a:lumOff val="80000"/>
              </a:schemeClr>
            </a:solidFill>
            <a:ln>
              <a:solidFill>
                <a:schemeClr val="tx1"/>
              </a:solidFill>
            </a:ln>
            <a:effectLst/>
          </p:spPr>
          <p:txBody>
            <a:bodyPr lIns="0" tIns="0" rIns="0" bIns="0" anchor="ctr"/>
            <a:lstStyle/>
            <a:p>
              <a:pPr algn="ctr" defTabSz="8070374">
                <a:defRPr/>
              </a:pPr>
              <a:r>
                <a:rPr lang="en-GB" sz="1100" b="1" dirty="0">
                  <a:solidFill>
                    <a:sysClr val="windowText" lastClr="000000"/>
                  </a:solidFill>
                  <a:cs typeface="Arial" pitchFamily="34" charset="0"/>
                </a:rPr>
                <a:t>PML</a:t>
              </a:r>
            </a:p>
          </p:txBody>
        </p:sp>
        <p:sp>
          <p:nvSpPr>
            <p:cNvPr id="8" name="Rounded Rectangle 7"/>
            <p:cNvSpPr/>
            <p:nvPr/>
          </p:nvSpPr>
          <p:spPr bwMode="auto">
            <a:xfrm>
              <a:off x="5220199" y="3235570"/>
              <a:ext cx="3816297" cy="288870"/>
            </a:xfrm>
            <a:prstGeom prst="roundRect">
              <a:avLst/>
            </a:prstGeom>
            <a:solidFill>
              <a:schemeClr val="accent2">
                <a:lumMod val="20000"/>
                <a:lumOff val="80000"/>
              </a:schemeClr>
            </a:solidFill>
            <a:ln>
              <a:solidFill>
                <a:schemeClr val="tx1"/>
              </a:solidFill>
            </a:ln>
            <a:effectLst/>
          </p:spPr>
          <p:txBody>
            <a:bodyPr lIns="0" tIns="0" rIns="0" bIns="0" anchor="ctr"/>
            <a:lstStyle/>
            <a:p>
              <a:pPr algn="ctr" defTabSz="8070374">
                <a:defRPr/>
              </a:pPr>
              <a:r>
                <a:rPr lang="en-GB" sz="1100" b="1" dirty="0">
                  <a:solidFill>
                    <a:sysClr val="windowText" lastClr="000000"/>
                  </a:solidFill>
                  <a:cs typeface="Arial" pitchFamily="34" charset="0"/>
                </a:rPr>
                <a:t>Reactivation of serious herpes viral infections </a:t>
              </a:r>
            </a:p>
          </p:txBody>
        </p:sp>
        <p:sp>
          <p:nvSpPr>
            <p:cNvPr id="9" name="Rounded Rectangle 8"/>
            <p:cNvSpPr/>
            <p:nvPr/>
          </p:nvSpPr>
          <p:spPr bwMode="auto">
            <a:xfrm>
              <a:off x="5220199" y="3679986"/>
              <a:ext cx="3816297" cy="287284"/>
            </a:xfrm>
            <a:prstGeom prst="roundRect">
              <a:avLst/>
            </a:prstGeom>
            <a:solidFill>
              <a:schemeClr val="accent2">
                <a:lumMod val="20000"/>
                <a:lumOff val="80000"/>
              </a:schemeClr>
            </a:solidFill>
            <a:ln>
              <a:solidFill>
                <a:schemeClr val="tx1"/>
              </a:solidFill>
            </a:ln>
            <a:effectLst/>
          </p:spPr>
          <p:txBody>
            <a:bodyPr lIns="0" tIns="0" rIns="0" bIns="0" anchor="ctr"/>
            <a:lstStyle/>
            <a:p>
              <a:pPr algn="ctr" defTabSz="8070374">
                <a:defRPr/>
              </a:pPr>
              <a:r>
                <a:rPr lang="en-GB" sz="1100" b="1" dirty="0">
                  <a:solidFill>
                    <a:sysClr val="windowText" lastClr="000000"/>
                  </a:solidFill>
                  <a:cs typeface="Arial" pitchFamily="34" charset="0"/>
                </a:rPr>
                <a:t>Seizures</a:t>
              </a:r>
            </a:p>
          </p:txBody>
        </p:sp>
        <p:sp>
          <p:nvSpPr>
            <p:cNvPr id="10" name="Rounded Rectangle 9"/>
            <p:cNvSpPr/>
            <p:nvPr/>
          </p:nvSpPr>
          <p:spPr bwMode="auto">
            <a:xfrm>
              <a:off x="5220199" y="4124401"/>
              <a:ext cx="3816297" cy="287284"/>
            </a:xfrm>
            <a:prstGeom prst="roundRect">
              <a:avLst/>
            </a:prstGeom>
            <a:solidFill>
              <a:schemeClr val="accent2">
                <a:lumMod val="20000"/>
                <a:lumOff val="80000"/>
              </a:schemeClr>
            </a:solidFill>
            <a:ln>
              <a:solidFill>
                <a:schemeClr val="tx1"/>
              </a:solidFill>
            </a:ln>
            <a:effectLst/>
          </p:spPr>
          <p:txBody>
            <a:bodyPr lIns="0" tIns="0" rIns="0" bIns="0" anchor="ctr"/>
            <a:lstStyle/>
            <a:p>
              <a:pPr algn="ctr" defTabSz="8070374">
                <a:defRPr/>
              </a:pPr>
              <a:r>
                <a:rPr lang="en-GB" sz="1100" b="1" dirty="0">
                  <a:solidFill>
                    <a:sysClr val="windowText" lastClr="000000"/>
                  </a:solidFill>
                  <a:cs typeface="Arial" pitchFamily="34" charset="0"/>
                </a:rPr>
                <a:t>Abortion or congenital abnormalities</a:t>
              </a:r>
            </a:p>
          </p:txBody>
        </p:sp>
        <p:cxnSp>
          <p:nvCxnSpPr>
            <p:cNvPr id="34826" name="Elbow Connector 10"/>
            <p:cNvCxnSpPr>
              <a:cxnSpLocks noChangeShapeType="1"/>
              <a:stCxn id="6" idx="3"/>
              <a:endCxn id="7" idx="1"/>
            </p:cNvCxnSpPr>
            <p:nvPr/>
          </p:nvCxnSpPr>
          <p:spPr bwMode="auto">
            <a:xfrm flipV="1">
              <a:off x="4788024" y="2935871"/>
              <a:ext cx="432048" cy="637129"/>
            </a:xfrm>
            <a:prstGeom prst="bentConnector3">
              <a:avLst>
                <a:gd name="adj1" fmla="val 50000"/>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27" name="Elbow Connector 11"/>
            <p:cNvCxnSpPr>
              <a:cxnSpLocks noChangeShapeType="1"/>
              <a:stCxn id="6" idx="3"/>
              <a:endCxn id="10" idx="1"/>
            </p:cNvCxnSpPr>
            <p:nvPr/>
          </p:nvCxnSpPr>
          <p:spPr bwMode="auto">
            <a:xfrm>
              <a:off x="4788024" y="3573000"/>
              <a:ext cx="432048" cy="695063"/>
            </a:xfrm>
            <a:prstGeom prst="bentConnector3">
              <a:avLst>
                <a:gd name="adj1" fmla="val 50000"/>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28" name="Elbow Connector 12"/>
            <p:cNvCxnSpPr>
              <a:cxnSpLocks noChangeShapeType="1"/>
              <a:stCxn id="6" idx="3"/>
              <a:endCxn id="9" idx="1"/>
            </p:cNvCxnSpPr>
            <p:nvPr/>
          </p:nvCxnSpPr>
          <p:spPr bwMode="auto">
            <a:xfrm>
              <a:off x="4788024" y="3573000"/>
              <a:ext cx="432048" cy="250999"/>
            </a:xfrm>
            <a:prstGeom prst="bentConnector3">
              <a:avLst>
                <a:gd name="adj1" fmla="val 50000"/>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29" name="Elbow Connector 13"/>
            <p:cNvCxnSpPr>
              <a:cxnSpLocks noChangeShapeType="1"/>
              <a:stCxn id="6" idx="3"/>
              <a:endCxn id="8" idx="1"/>
            </p:cNvCxnSpPr>
            <p:nvPr/>
          </p:nvCxnSpPr>
          <p:spPr bwMode="auto">
            <a:xfrm flipV="1">
              <a:off x="4788024" y="3379935"/>
              <a:ext cx="432048" cy="193065"/>
            </a:xfrm>
            <a:prstGeom prst="bentConnector3">
              <a:avLst>
                <a:gd name="adj1" fmla="val 50000"/>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Rounded Rectangle 14"/>
            <p:cNvSpPr/>
            <p:nvPr/>
          </p:nvSpPr>
          <p:spPr bwMode="auto">
            <a:xfrm>
              <a:off x="3131078" y="5300516"/>
              <a:ext cx="1657327" cy="288870"/>
            </a:xfrm>
            <a:prstGeom prst="roundRect">
              <a:avLst/>
            </a:prstGeom>
            <a:solidFill>
              <a:schemeClr val="accent2">
                <a:lumMod val="60000"/>
                <a:lumOff val="40000"/>
              </a:schemeClr>
            </a:solidFill>
            <a:ln>
              <a:solidFill>
                <a:schemeClr val="tx1"/>
              </a:solidFill>
            </a:ln>
            <a:effectLst/>
          </p:spPr>
          <p:txBody>
            <a:bodyPr lIns="0" tIns="0" rIns="0" bIns="0" anchor="ctr"/>
            <a:lstStyle/>
            <a:p>
              <a:pPr algn="ctr" defTabSz="8070374">
                <a:defRPr/>
              </a:pPr>
              <a:r>
                <a:rPr lang="en-GB" sz="1100" b="1" dirty="0">
                  <a:solidFill>
                    <a:sysClr val="windowText" lastClr="000000"/>
                  </a:solidFill>
                  <a:cs typeface="Arial" pitchFamily="34" charset="0"/>
                </a:rPr>
                <a:t>Mild side effects</a:t>
              </a:r>
            </a:p>
          </p:txBody>
        </p:sp>
        <p:sp>
          <p:nvSpPr>
            <p:cNvPr id="16" name="Rounded Rectangle 15"/>
            <p:cNvSpPr/>
            <p:nvPr/>
          </p:nvSpPr>
          <p:spPr bwMode="auto">
            <a:xfrm>
              <a:off x="5220199" y="4640241"/>
              <a:ext cx="3816297" cy="288870"/>
            </a:xfrm>
            <a:prstGeom prst="roundRect">
              <a:avLst/>
            </a:prstGeom>
            <a:solidFill>
              <a:schemeClr val="accent2">
                <a:lumMod val="20000"/>
                <a:lumOff val="80000"/>
              </a:schemeClr>
            </a:solidFill>
            <a:ln>
              <a:solidFill>
                <a:schemeClr val="tx1"/>
              </a:solidFill>
            </a:ln>
            <a:effectLst/>
          </p:spPr>
          <p:txBody>
            <a:bodyPr lIns="0" tIns="0" rIns="0" bIns="0" anchor="ctr"/>
            <a:lstStyle/>
            <a:p>
              <a:pPr algn="ctr" defTabSz="8070374">
                <a:defRPr/>
              </a:pPr>
              <a:r>
                <a:rPr lang="en-GB" sz="1100" b="1" dirty="0">
                  <a:solidFill>
                    <a:sysClr val="windowText" lastClr="000000"/>
                  </a:solidFill>
                  <a:cs typeface="Arial" pitchFamily="34" charset="0"/>
                </a:rPr>
                <a:t>Transaminase elevation</a:t>
              </a:r>
            </a:p>
          </p:txBody>
        </p:sp>
        <p:sp>
          <p:nvSpPr>
            <p:cNvPr id="17" name="Rounded Rectangle 16"/>
            <p:cNvSpPr/>
            <p:nvPr/>
          </p:nvSpPr>
          <p:spPr bwMode="auto">
            <a:xfrm>
              <a:off x="5220199" y="5084657"/>
              <a:ext cx="3816297" cy="287283"/>
            </a:xfrm>
            <a:prstGeom prst="roundRect">
              <a:avLst/>
            </a:prstGeom>
            <a:solidFill>
              <a:schemeClr val="accent2">
                <a:lumMod val="20000"/>
                <a:lumOff val="80000"/>
              </a:schemeClr>
            </a:solidFill>
            <a:ln>
              <a:solidFill>
                <a:schemeClr val="tx1"/>
              </a:solidFill>
            </a:ln>
            <a:effectLst/>
          </p:spPr>
          <p:txBody>
            <a:bodyPr lIns="0" tIns="0" rIns="0" bIns="0" anchor="ctr"/>
            <a:lstStyle/>
            <a:p>
              <a:pPr algn="ctr" defTabSz="8070374">
                <a:defRPr/>
              </a:pPr>
              <a:r>
                <a:rPr lang="en-GB" sz="1100" b="1" dirty="0">
                  <a:solidFill>
                    <a:sysClr val="windowText" lastClr="000000"/>
                  </a:solidFill>
                  <a:cs typeface="Arial" pitchFamily="34" charset="0"/>
                </a:rPr>
                <a:t>Infusion or injection site reactions</a:t>
              </a:r>
            </a:p>
          </p:txBody>
        </p:sp>
        <p:sp>
          <p:nvSpPr>
            <p:cNvPr id="18" name="Rounded Rectangle 17"/>
            <p:cNvSpPr/>
            <p:nvPr/>
          </p:nvSpPr>
          <p:spPr bwMode="auto">
            <a:xfrm>
              <a:off x="5220199" y="5529073"/>
              <a:ext cx="3816297" cy="287283"/>
            </a:xfrm>
            <a:prstGeom prst="roundRect">
              <a:avLst/>
            </a:prstGeom>
            <a:solidFill>
              <a:schemeClr val="accent2">
                <a:lumMod val="20000"/>
                <a:lumOff val="80000"/>
              </a:schemeClr>
            </a:solidFill>
            <a:ln>
              <a:solidFill>
                <a:schemeClr val="tx1"/>
              </a:solidFill>
            </a:ln>
            <a:effectLst/>
          </p:spPr>
          <p:txBody>
            <a:bodyPr lIns="0" tIns="0" rIns="0" bIns="0" anchor="ctr"/>
            <a:lstStyle/>
            <a:p>
              <a:pPr algn="ctr" defTabSz="8070374">
                <a:defRPr/>
              </a:pPr>
              <a:r>
                <a:rPr lang="en-GB" sz="1100" b="1" dirty="0">
                  <a:solidFill>
                    <a:sysClr val="windowText" lastClr="000000"/>
                  </a:solidFill>
                  <a:cs typeface="Arial" pitchFamily="34" charset="0"/>
                </a:rPr>
                <a:t>Hypersensitivity reactions</a:t>
              </a:r>
            </a:p>
          </p:txBody>
        </p:sp>
        <p:sp>
          <p:nvSpPr>
            <p:cNvPr id="19" name="Rounded Rectangle 18"/>
            <p:cNvSpPr/>
            <p:nvPr/>
          </p:nvSpPr>
          <p:spPr bwMode="auto">
            <a:xfrm>
              <a:off x="5220199" y="5973488"/>
              <a:ext cx="3816297" cy="287283"/>
            </a:xfrm>
            <a:prstGeom prst="roundRect">
              <a:avLst/>
            </a:prstGeom>
            <a:solidFill>
              <a:schemeClr val="accent2">
                <a:lumMod val="20000"/>
                <a:lumOff val="80000"/>
              </a:schemeClr>
            </a:solidFill>
            <a:ln>
              <a:solidFill>
                <a:schemeClr val="tx1"/>
              </a:solidFill>
            </a:ln>
            <a:effectLst/>
          </p:spPr>
          <p:txBody>
            <a:bodyPr lIns="0" tIns="0" rIns="0" bIns="0" anchor="ctr"/>
            <a:lstStyle/>
            <a:p>
              <a:pPr algn="ctr" defTabSz="8070374">
                <a:defRPr/>
              </a:pPr>
              <a:r>
                <a:rPr lang="en-GB" sz="1100" b="1" dirty="0">
                  <a:solidFill>
                    <a:sysClr val="windowText" lastClr="000000"/>
                  </a:solidFill>
                  <a:cs typeface="Arial" pitchFamily="34" charset="0"/>
                </a:rPr>
                <a:t>Flu-like reactions</a:t>
              </a:r>
            </a:p>
          </p:txBody>
        </p:sp>
        <p:cxnSp>
          <p:nvCxnSpPr>
            <p:cNvPr id="34835" name="Elbow Connector 19"/>
            <p:cNvCxnSpPr>
              <a:cxnSpLocks noChangeShapeType="1"/>
              <a:stCxn id="15" idx="3"/>
              <a:endCxn id="16" idx="1"/>
            </p:cNvCxnSpPr>
            <p:nvPr/>
          </p:nvCxnSpPr>
          <p:spPr bwMode="auto">
            <a:xfrm flipV="1">
              <a:off x="4788024" y="4784579"/>
              <a:ext cx="432048" cy="660661"/>
            </a:xfrm>
            <a:prstGeom prst="bentConnector3">
              <a:avLst>
                <a:gd name="adj1" fmla="val 50000"/>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36" name="Elbow Connector 20"/>
            <p:cNvCxnSpPr>
              <a:cxnSpLocks noChangeShapeType="1"/>
              <a:stCxn id="15" idx="3"/>
              <a:endCxn id="19" idx="1"/>
            </p:cNvCxnSpPr>
            <p:nvPr/>
          </p:nvCxnSpPr>
          <p:spPr bwMode="auto">
            <a:xfrm>
              <a:off x="4788024" y="5445240"/>
              <a:ext cx="432048" cy="671531"/>
            </a:xfrm>
            <a:prstGeom prst="bentConnector3">
              <a:avLst>
                <a:gd name="adj1" fmla="val 50000"/>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37" name="Elbow Connector 21"/>
            <p:cNvCxnSpPr>
              <a:cxnSpLocks noChangeShapeType="1"/>
              <a:stCxn id="15" idx="3"/>
              <a:endCxn id="18" idx="1"/>
            </p:cNvCxnSpPr>
            <p:nvPr/>
          </p:nvCxnSpPr>
          <p:spPr bwMode="auto">
            <a:xfrm>
              <a:off x="4788024" y="5445240"/>
              <a:ext cx="432048" cy="227467"/>
            </a:xfrm>
            <a:prstGeom prst="bentConnector3">
              <a:avLst>
                <a:gd name="adj1" fmla="val 50000"/>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38" name="Elbow Connector 22"/>
            <p:cNvCxnSpPr>
              <a:cxnSpLocks noChangeShapeType="1"/>
              <a:stCxn id="15" idx="3"/>
              <a:endCxn id="17" idx="1"/>
            </p:cNvCxnSpPr>
            <p:nvPr/>
          </p:nvCxnSpPr>
          <p:spPr bwMode="auto">
            <a:xfrm flipV="1">
              <a:off x="4788024" y="5228643"/>
              <a:ext cx="432048" cy="216597"/>
            </a:xfrm>
            <a:prstGeom prst="bentConnector3">
              <a:avLst>
                <a:gd name="adj1" fmla="val 50000"/>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839" name="Rounded Rectangle 63"/>
            <p:cNvSpPr>
              <a:spLocks noChangeArrowheads="1"/>
            </p:cNvSpPr>
            <p:nvPr/>
          </p:nvSpPr>
          <p:spPr bwMode="auto">
            <a:xfrm>
              <a:off x="1511808" y="1844824"/>
              <a:ext cx="1332000" cy="288000"/>
            </a:xfrm>
            <a:prstGeom prst="roundRect">
              <a:avLst>
                <a:gd name="adj" fmla="val 16667"/>
              </a:avLst>
            </a:prstGeom>
            <a:solidFill>
              <a:srgbClr val="86F846"/>
            </a:solidFill>
            <a:ln w="9525">
              <a:solidFill>
                <a:schemeClr val="tx1"/>
              </a:solidFill>
              <a:round/>
              <a:headEnd/>
              <a:tailEnd/>
            </a:ln>
          </p:spPr>
          <p:txBody>
            <a:bodyPr lIns="0" tIns="0" rIns="0" bIns="0" anchor="ctr"/>
            <a:lstStyle>
              <a:lvl1pPr defTabSz="8069263"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defTabSz="8069263"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defTabSz="8069263"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defTabSz="8069263"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defTabSz="8069263"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algn="ctr" eaLnBrk="1" hangingPunct="1">
                <a:lnSpc>
                  <a:spcPct val="100000"/>
                </a:lnSpc>
                <a:spcAft>
                  <a:spcPct val="0"/>
                </a:spcAft>
                <a:buClrTx/>
                <a:buFontTx/>
                <a:buNone/>
              </a:pPr>
              <a:r>
                <a:rPr lang="en-GB" altLang="en-US" sz="1100" b="1">
                  <a:solidFill>
                    <a:srgbClr val="000000"/>
                  </a:solidFill>
                </a:rPr>
                <a:t>Benefits</a:t>
              </a:r>
            </a:p>
          </p:txBody>
        </p:sp>
        <p:sp>
          <p:nvSpPr>
            <p:cNvPr id="34840" name="Rounded Rectangle 64"/>
            <p:cNvSpPr>
              <a:spLocks noChangeArrowheads="1"/>
            </p:cNvSpPr>
            <p:nvPr/>
          </p:nvSpPr>
          <p:spPr bwMode="auto">
            <a:xfrm>
              <a:off x="5220072" y="1669005"/>
              <a:ext cx="3816424" cy="288000"/>
            </a:xfrm>
            <a:prstGeom prst="roundRect">
              <a:avLst>
                <a:gd name="adj" fmla="val 16667"/>
              </a:avLst>
            </a:prstGeom>
            <a:solidFill>
              <a:srgbClr val="C1F49E"/>
            </a:solidFill>
            <a:ln w="9525">
              <a:solidFill>
                <a:schemeClr val="tx1"/>
              </a:solidFill>
              <a:round/>
              <a:headEnd/>
              <a:tailEnd/>
            </a:ln>
          </p:spPr>
          <p:txBody>
            <a:bodyPr lIns="0" tIns="0" rIns="0" bIns="0" anchor="ctr"/>
            <a:lstStyle>
              <a:lvl1pPr defTabSz="8069263"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defTabSz="8069263"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defTabSz="8069263"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defTabSz="8069263"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defTabSz="8069263"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algn="ctr" eaLnBrk="1" hangingPunct="1">
                <a:lnSpc>
                  <a:spcPct val="100000"/>
                </a:lnSpc>
                <a:spcAft>
                  <a:spcPct val="0"/>
                </a:spcAft>
                <a:buClrTx/>
                <a:buFontTx/>
                <a:buNone/>
              </a:pPr>
              <a:r>
                <a:rPr lang="en-GB" altLang="en-US" sz="1100" b="1">
                  <a:solidFill>
                    <a:srgbClr val="000000"/>
                  </a:solidFill>
                </a:rPr>
                <a:t>Reduction in relapse rate</a:t>
              </a:r>
            </a:p>
          </p:txBody>
        </p:sp>
        <p:sp>
          <p:nvSpPr>
            <p:cNvPr id="34841" name="Rounded Rectangle 65"/>
            <p:cNvSpPr>
              <a:spLocks noChangeArrowheads="1"/>
            </p:cNvSpPr>
            <p:nvPr/>
          </p:nvSpPr>
          <p:spPr bwMode="auto">
            <a:xfrm>
              <a:off x="5220072" y="2060880"/>
              <a:ext cx="3816424" cy="288000"/>
            </a:xfrm>
            <a:prstGeom prst="roundRect">
              <a:avLst>
                <a:gd name="adj" fmla="val 16667"/>
              </a:avLst>
            </a:prstGeom>
            <a:solidFill>
              <a:srgbClr val="C1F49E"/>
            </a:solidFill>
            <a:ln w="9525">
              <a:solidFill>
                <a:schemeClr val="tx1"/>
              </a:solidFill>
              <a:round/>
              <a:headEnd/>
              <a:tailEnd/>
            </a:ln>
          </p:spPr>
          <p:txBody>
            <a:bodyPr lIns="0" tIns="0" rIns="0" bIns="0" anchor="ctr"/>
            <a:lstStyle>
              <a:lvl1pPr defTabSz="8069263"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defTabSz="8069263"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defTabSz="8069263"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defTabSz="8069263"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defTabSz="8069263"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algn="ctr" eaLnBrk="1" hangingPunct="1">
                <a:lnSpc>
                  <a:spcPct val="100000"/>
                </a:lnSpc>
                <a:spcAft>
                  <a:spcPct val="0"/>
                </a:spcAft>
                <a:buClrTx/>
                <a:buFontTx/>
                <a:buNone/>
              </a:pPr>
              <a:r>
                <a:rPr lang="en-GB" altLang="en-US" sz="1100" b="1">
                  <a:solidFill>
                    <a:srgbClr val="000000"/>
                  </a:solidFill>
                </a:rPr>
                <a:t>Slowdown in disability progression</a:t>
              </a:r>
            </a:p>
          </p:txBody>
        </p:sp>
        <p:cxnSp>
          <p:nvCxnSpPr>
            <p:cNvPr id="34842" name="Elbow Connector 68"/>
            <p:cNvCxnSpPr>
              <a:cxnSpLocks noChangeShapeType="1"/>
              <a:stCxn id="34839" idx="3"/>
              <a:endCxn id="34840" idx="1"/>
            </p:cNvCxnSpPr>
            <p:nvPr/>
          </p:nvCxnSpPr>
          <p:spPr bwMode="auto">
            <a:xfrm flipV="1">
              <a:off x="2843808" y="1813005"/>
              <a:ext cx="2376264" cy="175819"/>
            </a:xfrm>
            <a:prstGeom prst="bentConnector3">
              <a:avLst>
                <a:gd name="adj1" fmla="val 50000"/>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43" name="Elbow Connector 71"/>
            <p:cNvCxnSpPr>
              <a:cxnSpLocks noChangeShapeType="1"/>
              <a:stCxn id="34839" idx="3"/>
              <a:endCxn id="34841" idx="1"/>
            </p:cNvCxnSpPr>
            <p:nvPr/>
          </p:nvCxnSpPr>
          <p:spPr bwMode="auto">
            <a:xfrm>
              <a:off x="2843808" y="1988824"/>
              <a:ext cx="2376264" cy="216056"/>
            </a:xfrm>
            <a:prstGeom prst="bentConnector3">
              <a:avLst>
                <a:gd name="adj1" fmla="val 50000"/>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844" name="Rounded Rectangle 74"/>
            <p:cNvSpPr>
              <a:spLocks noChangeArrowheads="1"/>
            </p:cNvSpPr>
            <p:nvPr/>
          </p:nvSpPr>
          <p:spPr bwMode="auto">
            <a:xfrm>
              <a:off x="1511808" y="2647871"/>
              <a:ext cx="1332000" cy="288000"/>
            </a:xfrm>
            <a:prstGeom prst="roundRect">
              <a:avLst>
                <a:gd name="adj" fmla="val 16667"/>
              </a:avLst>
            </a:prstGeom>
            <a:solidFill>
              <a:srgbClr val="85DFFF"/>
            </a:solidFill>
            <a:ln w="9525">
              <a:solidFill>
                <a:schemeClr val="tx1"/>
              </a:solidFill>
              <a:round/>
              <a:headEnd/>
              <a:tailEnd/>
            </a:ln>
          </p:spPr>
          <p:txBody>
            <a:bodyPr lIns="0" tIns="0" rIns="0" bIns="0" anchor="ctr"/>
            <a:lstStyle>
              <a:lvl1pPr defTabSz="8069263"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defTabSz="8069263"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defTabSz="8069263"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defTabSz="8069263"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defTabSz="8069263"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algn="ctr" eaLnBrk="1" hangingPunct="1">
                <a:lnSpc>
                  <a:spcPct val="100000"/>
                </a:lnSpc>
                <a:spcAft>
                  <a:spcPct val="0"/>
                </a:spcAft>
                <a:buClrTx/>
                <a:buFontTx/>
                <a:buNone/>
              </a:pPr>
              <a:r>
                <a:rPr lang="en-GB" altLang="en-US" sz="1100" b="1">
                  <a:solidFill>
                    <a:srgbClr val="000000"/>
                  </a:solidFill>
                </a:rPr>
                <a:t>Administration</a:t>
              </a:r>
            </a:p>
          </p:txBody>
        </p:sp>
        <p:sp>
          <p:nvSpPr>
            <p:cNvPr id="34845" name="Rounded Rectangle 76"/>
            <p:cNvSpPr>
              <a:spLocks noChangeArrowheads="1"/>
            </p:cNvSpPr>
            <p:nvPr/>
          </p:nvSpPr>
          <p:spPr bwMode="auto">
            <a:xfrm>
              <a:off x="1511808" y="4365104"/>
              <a:ext cx="1332000" cy="288000"/>
            </a:xfrm>
            <a:prstGeom prst="roundRect">
              <a:avLst>
                <a:gd name="adj" fmla="val 16667"/>
              </a:avLst>
            </a:prstGeom>
            <a:solidFill>
              <a:srgbClr val="FF8447"/>
            </a:solidFill>
            <a:ln w="9525">
              <a:solidFill>
                <a:schemeClr val="tx1"/>
              </a:solidFill>
              <a:round/>
              <a:headEnd/>
              <a:tailEnd/>
            </a:ln>
          </p:spPr>
          <p:txBody>
            <a:bodyPr lIns="0" tIns="0" rIns="0" bIns="0" anchor="ctr"/>
            <a:lstStyle>
              <a:lvl1pPr defTabSz="8069263" eaLnBrk="0" hangingPunct="0">
                <a:lnSpc>
                  <a:spcPct val="130000"/>
                </a:lnSpc>
                <a:spcAft>
                  <a:spcPts val="1200"/>
                </a:spcAft>
                <a:buClr>
                  <a:srgbClr val="0059BD"/>
                </a:buClr>
                <a:buChar char="•"/>
                <a:defRPr sz="2400">
                  <a:solidFill>
                    <a:schemeClr val="tx1"/>
                  </a:solidFill>
                  <a:latin typeface="Verdana" pitchFamily="34" charset="0"/>
                  <a:cs typeface="Arial" charset="0"/>
                </a:defRPr>
              </a:lvl1pPr>
              <a:lvl2pPr marL="742950" indent="-285750" defTabSz="8069263" eaLnBrk="0" hangingPunct="0">
                <a:lnSpc>
                  <a:spcPct val="120000"/>
                </a:lnSpc>
                <a:spcAft>
                  <a:spcPts val="800"/>
                </a:spcAft>
                <a:buClr>
                  <a:srgbClr val="0059BD"/>
                </a:buClr>
                <a:buFont typeface="Verdana" pitchFamily="34" charset="0"/>
                <a:buChar char="–"/>
                <a:defRPr sz="2200">
                  <a:solidFill>
                    <a:schemeClr val="tx1"/>
                  </a:solidFill>
                  <a:latin typeface="Verdana" pitchFamily="34" charset="0"/>
                  <a:cs typeface="Arial" charset="0"/>
                </a:defRPr>
              </a:lvl2pPr>
              <a:lvl3pPr marL="1143000" indent="-228600" defTabSz="8069263" eaLnBrk="0" hangingPunct="0">
                <a:lnSpc>
                  <a:spcPct val="110000"/>
                </a:lnSpc>
                <a:spcAft>
                  <a:spcPts val="600"/>
                </a:spcAft>
                <a:buClr>
                  <a:srgbClr val="0059BD"/>
                </a:buClr>
                <a:buFont typeface="Wingdings" pitchFamily="2" charset="2"/>
                <a:buChar char="w"/>
                <a:defRPr sz="2000">
                  <a:solidFill>
                    <a:schemeClr val="tx1"/>
                  </a:solidFill>
                  <a:latin typeface="Verdana" pitchFamily="34" charset="0"/>
                  <a:cs typeface="Arial" charset="0"/>
                </a:defRPr>
              </a:lvl3pPr>
              <a:lvl4pPr marL="1600200" indent="-228600" defTabSz="8069263" eaLnBrk="0" hangingPunct="0">
                <a:lnSpc>
                  <a:spcPts val="2800"/>
                </a:lnSpc>
                <a:spcAft>
                  <a:spcPct val="30000"/>
                </a:spcAft>
                <a:buClr>
                  <a:srgbClr val="0059BD"/>
                </a:buClr>
                <a:buFont typeface="Wingdings" pitchFamily="2" charset="2"/>
                <a:buChar char="§"/>
                <a:defRPr>
                  <a:solidFill>
                    <a:schemeClr val="tx1"/>
                  </a:solidFill>
                  <a:latin typeface="Verdana" pitchFamily="34" charset="0"/>
                  <a:cs typeface="Arial" charset="0"/>
                </a:defRPr>
              </a:lvl4pPr>
              <a:lvl5pPr marL="2057400" indent="-228600" defTabSz="8069263" eaLnBrk="0" hangingPunct="0">
                <a:lnSpc>
                  <a:spcPts val="2200"/>
                </a:lnSpc>
                <a:spcAft>
                  <a:spcPts val="600"/>
                </a:spcAft>
                <a:buFont typeface="Verdana" pitchFamily="34" charset="0"/>
                <a:buChar char="–"/>
                <a:defRPr sz="2000">
                  <a:solidFill>
                    <a:schemeClr val="tx1"/>
                  </a:solidFill>
                  <a:latin typeface="Verdana" pitchFamily="34" charset="0"/>
                  <a:cs typeface="Arial" charset="0"/>
                </a:defRPr>
              </a:lvl5pPr>
              <a:lvl6pPr marL="25146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6pPr>
              <a:lvl7pPr marL="29718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7pPr>
              <a:lvl8pPr marL="34290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8pPr>
              <a:lvl9pPr marL="3886200" indent="-228600" defTabSz="8069263" eaLnBrk="0" fontAlgn="base" hangingPunct="0">
                <a:lnSpc>
                  <a:spcPts val="2200"/>
                </a:lnSpc>
                <a:spcBef>
                  <a:spcPct val="0"/>
                </a:spcBef>
                <a:spcAft>
                  <a:spcPts val="600"/>
                </a:spcAft>
                <a:buFont typeface="Verdana" pitchFamily="34" charset="0"/>
                <a:buChar char="–"/>
                <a:defRPr sz="2000">
                  <a:solidFill>
                    <a:schemeClr val="tx1"/>
                  </a:solidFill>
                  <a:latin typeface="Verdana" pitchFamily="34" charset="0"/>
                  <a:cs typeface="Arial" charset="0"/>
                </a:defRPr>
              </a:lvl9pPr>
            </a:lstStyle>
            <a:p>
              <a:pPr algn="ctr" eaLnBrk="1" hangingPunct="1">
                <a:lnSpc>
                  <a:spcPct val="100000"/>
                </a:lnSpc>
                <a:spcAft>
                  <a:spcPct val="0"/>
                </a:spcAft>
                <a:buClrTx/>
                <a:buFontTx/>
                <a:buNone/>
              </a:pPr>
              <a:r>
                <a:rPr lang="en-GB" altLang="en-US" sz="1100" b="1">
                  <a:solidFill>
                    <a:srgbClr val="000000"/>
                  </a:solidFill>
                </a:rPr>
                <a:t>Risks</a:t>
              </a:r>
            </a:p>
          </p:txBody>
        </p:sp>
        <p:sp>
          <p:nvSpPr>
            <p:cNvPr id="78" name="Oval 77"/>
            <p:cNvSpPr/>
            <p:nvPr/>
          </p:nvSpPr>
          <p:spPr bwMode="auto">
            <a:xfrm>
              <a:off x="35496" y="3254616"/>
              <a:ext cx="1655740" cy="569805"/>
            </a:xfrm>
            <a:prstGeom prst="ellipse">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defTabSz="8070374">
                <a:defRPr/>
              </a:pPr>
              <a:r>
                <a:rPr lang="en-GB" sz="1300" b="1" dirty="0">
                  <a:solidFill>
                    <a:sysClr val="windowText" lastClr="000000"/>
                  </a:solidFill>
                  <a:cs typeface="Arial" pitchFamily="34" charset="0"/>
                </a:rPr>
                <a:t>Benefit-risk balance</a:t>
              </a:r>
            </a:p>
          </p:txBody>
        </p:sp>
        <p:cxnSp>
          <p:nvCxnSpPr>
            <p:cNvPr id="34847" name="Elbow Connector 78"/>
            <p:cNvCxnSpPr>
              <a:cxnSpLocks noChangeShapeType="1"/>
              <a:stCxn id="78" idx="0"/>
              <a:endCxn id="34839" idx="1"/>
            </p:cNvCxnSpPr>
            <p:nvPr/>
          </p:nvCxnSpPr>
          <p:spPr bwMode="auto">
            <a:xfrm rot="5400000" flipH="1" flipV="1">
              <a:off x="554893" y="2297520"/>
              <a:ext cx="1265611" cy="648220"/>
            </a:xfrm>
            <a:prstGeom prst="bentConnector2">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48" name="Elbow Connector 83"/>
            <p:cNvCxnSpPr>
              <a:cxnSpLocks noChangeShapeType="1"/>
              <a:stCxn id="78" idx="4"/>
              <a:endCxn id="34845" idx="1"/>
            </p:cNvCxnSpPr>
            <p:nvPr/>
          </p:nvCxnSpPr>
          <p:spPr bwMode="auto">
            <a:xfrm rot="16200000" flipH="1">
              <a:off x="845146" y="3842441"/>
              <a:ext cx="685105" cy="648220"/>
            </a:xfrm>
            <a:prstGeom prst="bentConnector2">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49" name="Elbow Connector 86"/>
            <p:cNvCxnSpPr>
              <a:cxnSpLocks noChangeShapeType="1"/>
              <a:stCxn id="78" idx="0"/>
              <a:endCxn id="34844" idx="1"/>
            </p:cNvCxnSpPr>
            <p:nvPr/>
          </p:nvCxnSpPr>
          <p:spPr bwMode="auto">
            <a:xfrm rot="5400000" flipH="1" flipV="1">
              <a:off x="956416" y="2699043"/>
              <a:ext cx="462564" cy="648220"/>
            </a:xfrm>
            <a:prstGeom prst="bentConnector2">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50" name="Elbow Connector 90"/>
            <p:cNvCxnSpPr>
              <a:cxnSpLocks noChangeShapeType="1"/>
              <a:stCxn id="34845" idx="3"/>
              <a:endCxn id="6" idx="1"/>
            </p:cNvCxnSpPr>
            <p:nvPr/>
          </p:nvCxnSpPr>
          <p:spPr bwMode="auto">
            <a:xfrm flipV="1">
              <a:off x="2843808" y="3573000"/>
              <a:ext cx="288032" cy="936104"/>
            </a:xfrm>
            <a:prstGeom prst="bentConnector3">
              <a:avLst>
                <a:gd name="adj1" fmla="val 50000"/>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51" name="Elbow Connector 93"/>
            <p:cNvCxnSpPr>
              <a:cxnSpLocks noChangeShapeType="1"/>
              <a:stCxn id="34845" idx="3"/>
              <a:endCxn id="15" idx="1"/>
            </p:cNvCxnSpPr>
            <p:nvPr/>
          </p:nvCxnSpPr>
          <p:spPr bwMode="auto">
            <a:xfrm>
              <a:off x="2843808" y="4509104"/>
              <a:ext cx="288032" cy="936136"/>
            </a:xfrm>
            <a:prstGeom prst="bentConnector3">
              <a:avLst>
                <a:gd name="adj1" fmla="val 50000"/>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97" name="Title 1"/>
          <p:cNvSpPr txBox="1">
            <a:spLocks/>
          </p:cNvSpPr>
          <p:nvPr/>
        </p:nvSpPr>
        <p:spPr>
          <a:xfrm>
            <a:off x="325438" y="738188"/>
            <a:ext cx="8491537" cy="784225"/>
          </a:xfrm>
          <a:prstGeom prst="rect">
            <a:avLst/>
          </a:prstGeom>
        </p:spPr>
        <p:txBody>
          <a:bodyPr lIns="91416" tIns="45709" rIns="91416" bIns="45709"/>
          <a:lstStyle>
            <a:lvl1pPr algn="l" rtl="0" eaLnBrk="1" fontAlgn="base" hangingPunct="1">
              <a:lnSpc>
                <a:spcPct val="100000"/>
              </a:lnSpc>
              <a:spcBef>
                <a:spcPct val="0"/>
              </a:spcBef>
              <a:spcAft>
                <a:spcPct val="0"/>
              </a:spcAft>
              <a:defRPr sz="2800" b="1">
                <a:solidFill>
                  <a:srgbClr val="0059BD"/>
                </a:solidFill>
                <a:latin typeface="+mj-lt"/>
                <a:ea typeface="+mj-ea"/>
                <a:cs typeface="+mj-cs"/>
              </a:defRPr>
            </a:lvl1pPr>
            <a:lvl2pPr algn="l" rtl="0" eaLnBrk="1" fontAlgn="base" hangingPunct="1">
              <a:lnSpc>
                <a:spcPts val="3600"/>
              </a:lnSpc>
              <a:spcBef>
                <a:spcPct val="0"/>
              </a:spcBef>
              <a:spcAft>
                <a:spcPct val="0"/>
              </a:spcAft>
              <a:defRPr sz="2800" b="1">
                <a:solidFill>
                  <a:srgbClr val="0059BD"/>
                </a:solidFill>
                <a:latin typeface="Verdana" pitchFamily="34" charset="0"/>
                <a:cs typeface="Arial" pitchFamily="34" charset="0"/>
              </a:defRPr>
            </a:lvl2pPr>
            <a:lvl3pPr algn="l" rtl="0" eaLnBrk="1" fontAlgn="base" hangingPunct="1">
              <a:lnSpc>
                <a:spcPts val="3600"/>
              </a:lnSpc>
              <a:spcBef>
                <a:spcPct val="0"/>
              </a:spcBef>
              <a:spcAft>
                <a:spcPct val="0"/>
              </a:spcAft>
              <a:defRPr sz="2800" b="1">
                <a:solidFill>
                  <a:srgbClr val="0059BD"/>
                </a:solidFill>
                <a:latin typeface="Verdana" pitchFamily="34" charset="0"/>
                <a:cs typeface="Arial" pitchFamily="34" charset="0"/>
              </a:defRPr>
            </a:lvl3pPr>
            <a:lvl4pPr algn="l" rtl="0" eaLnBrk="1" fontAlgn="base" hangingPunct="1">
              <a:lnSpc>
                <a:spcPts val="3600"/>
              </a:lnSpc>
              <a:spcBef>
                <a:spcPct val="0"/>
              </a:spcBef>
              <a:spcAft>
                <a:spcPct val="0"/>
              </a:spcAft>
              <a:defRPr sz="2800" b="1">
                <a:solidFill>
                  <a:srgbClr val="0059BD"/>
                </a:solidFill>
                <a:latin typeface="Verdana" pitchFamily="34" charset="0"/>
                <a:cs typeface="Arial" pitchFamily="34" charset="0"/>
              </a:defRPr>
            </a:lvl4pPr>
            <a:lvl5pPr algn="l" rtl="0" eaLnBrk="1" fontAlgn="base" hangingPunct="1">
              <a:lnSpc>
                <a:spcPts val="3600"/>
              </a:lnSpc>
              <a:spcBef>
                <a:spcPct val="0"/>
              </a:spcBef>
              <a:spcAft>
                <a:spcPct val="0"/>
              </a:spcAft>
              <a:defRPr sz="2800" b="1">
                <a:solidFill>
                  <a:srgbClr val="0059BD"/>
                </a:solidFill>
                <a:latin typeface="Verdana" pitchFamily="34" charset="0"/>
                <a:cs typeface="Arial" pitchFamily="34" charset="0"/>
              </a:defRPr>
            </a:lvl5pPr>
            <a:lvl6pPr marL="457200" algn="l" rtl="0" eaLnBrk="1" fontAlgn="base" hangingPunct="1">
              <a:lnSpc>
                <a:spcPts val="3600"/>
              </a:lnSpc>
              <a:spcBef>
                <a:spcPct val="0"/>
              </a:spcBef>
              <a:spcAft>
                <a:spcPct val="0"/>
              </a:spcAft>
              <a:defRPr sz="2800" b="1">
                <a:solidFill>
                  <a:srgbClr val="0059BD"/>
                </a:solidFill>
                <a:latin typeface="Verdana" pitchFamily="34" charset="0"/>
                <a:cs typeface="Arial" pitchFamily="34" charset="0"/>
              </a:defRPr>
            </a:lvl6pPr>
            <a:lvl7pPr marL="914400" algn="l" rtl="0" eaLnBrk="1" fontAlgn="base" hangingPunct="1">
              <a:lnSpc>
                <a:spcPts val="3600"/>
              </a:lnSpc>
              <a:spcBef>
                <a:spcPct val="0"/>
              </a:spcBef>
              <a:spcAft>
                <a:spcPct val="0"/>
              </a:spcAft>
              <a:defRPr sz="2800" b="1">
                <a:solidFill>
                  <a:srgbClr val="0059BD"/>
                </a:solidFill>
                <a:latin typeface="Verdana" pitchFamily="34" charset="0"/>
                <a:cs typeface="Arial" pitchFamily="34" charset="0"/>
              </a:defRPr>
            </a:lvl7pPr>
            <a:lvl8pPr marL="1371600" algn="l" rtl="0" eaLnBrk="1" fontAlgn="base" hangingPunct="1">
              <a:lnSpc>
                <a:spcPts val="3600"/>
              </a:lnSpc>
              <a:spcBef>
                <a:spcPct val="0"/>
              </a:spcBef>
              <a:spcAft>
                <a:spcPct val="0"/>
              </a:spcAft>
              <a:defRPr sz="2800" b="1">
                <a:solidFill>
                  <a:srgbClr val="0059BD"/>
                </a:solidFill>
                <a:latin typeface="Verdana" pitchFamily="34" charset="0"/>
                <a:cs typeface="Arial" pitchFamily="34" charset="0"/>
              </a:defRPr>
            </a:lvl8pPr>
            <a:lvl9pPr marL="1828800" algn="l" rtl="0" eaLnBrk="1" fontAlgn="base" hangingPunct="1">
              <a:lnSpc>
                <a:spcPts val="3600"/>
              </a:lnSpc>
              <a:spcBef>
                <a:spcPct val="0"/>
              </a:spcBef>
              <a:spcAft>
                <a:spcPct val="0"/>
              </a:spcAft>
              <a:defRPr sz="2800" b="1">
                <a:solidFill>
                  <a:srgbClr val="0059BD"/>
                </a:solidFill>
                <a:latin typeface="Verdana" pitchFamily="34" charset="0"/>
                <a:cs typeface="Arial" pitchFamily="34" charset="0"/>
              </a:defRPr>
            </a:lvl9pPr>
          </a:lstStyle>
          <a:p>
            <a:pPr>
              <a:defRPr/>
            </a:pPr>
            <a:r>
              <a:rPr lang="en-GB" kern="0" dirty="0"/>
              <a:t>Value tree: Natalizumab case study</a:t>
            </a:r>
          </a:p>
        </p:txBody>
      </p:sp>
    </p:spTree>
    <p:extLst>
      <p:ext uri="{BB962C8B-B14F-4D97-AF65-F5344CB8AC3E}">
        <p14:creationId xmlns:p14="http://schemas.microsoft.com/office/powerpoint/2010/main" val="1279555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00000"/>
              </a:lnSpc>
            </a:pPr>
            <a:r>
              <a:rPr lang="en-US" sz="2800" b="1" dirty="0"/>
              <a:t>Natalizumab: MCDA weighted utilities analysis</a:t>
            </a:r>
            <a:br>
              <a:rPr lang="en-US" sz="2800" b="1" dirty="0"/>
            </a:br>
            <a:r>
              <a:rPr lang="en-US" sz="2000" dirty="0"/>
              <a:t>Contribution of each outcome for Natalizumab vs. placebo</a:t>
            </a:r>
            <a:endParaRPr lang="en-GB" sz="2000" dirty="0"/>
          </a:p>
        </p:txBody>
      </p:sp>
      <p:sp>
        <p:nvSpPr>
          <p:cNvPr id="3" name="Content Placeholder 2"/>
          <p:cNvSpPr>
            <a:spLocks noGrp="1"/>
          </p:cNvSpPr>
          <p:nvPr>
            <p:ph idx="1"/>
          </p:nvPr>
        </p:nvSpPr>
        <p:spPr/>
        <p:txBody>
          <a:bodyPr/>
          <a:lstStyle/>
          <a:p>
            <a:endParaRPr lang="en-GB"/>
          </a:p>
        </p:txBody>
      </p:sp>
      <p:sp>
        <p:nvSpPr>
          <p:cNvPr id="33795" name="Slide Number Placeholder 2"/>
          <p:cNvSpPr>
            <a:spLocks noGrp="1"/>
          </p:cNvSpPr>
          <p:nvPr>
            <p:ph type="sldNum" sz="quarter" idx="11"/>
          </p:nvPr>
        </p:nvSpPr>
        <p:spPr>
          <a:xfrm>
            <a:off x="8472488" y="6384925"/>
            <a:ext cx="412205" cy="234239"/>
          </a:xfrm>
          <a:prstGeom prst="rect">
            <a:avLst/>
          </a:prstGeom>
          <a:noFill/>
          <a:ln>
            <a:miter lim="800000"/>
            <a:headEnd/>
            <a:tailEnd/>
          </a:ln>
        </p:spPr>
        <p:txBody>
          <a:bodyPr lIns="91440" tIns="45720" rIns="91440" bIns="45720" anchor="t"/>
          <a:lstStyle/>
          <a:p>
            <a:fld id="{4456D6B3-4BD6-45BF-949D-4B1607F7B410}" type="slidenum">
              <a:rPr lang="en-US" smtClean="0">
                <a:cs typeface="Arial" charset="0"/>
              </a:rPr>
              <a:pPr/>
              <a:t>17</a:t>
            </a:fld>
            <a:endParaRPr lang="en-US">
              <a:cs typeface="Arial" charset="0"/>
            </a:endParaRPr>
          </a:p>
        </p:txBody>
      </p:sp>
      <p:pic>
        <p:nvPicPr>
          <p:cNvPr id="1026" name="Picture 2" descr="C:\Users\smtisa\AppData\Local\Microsoft\Windows\Temporary Internet Files\Content.Outlook\BVA1323K\B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924" y="1586703"/>
            <a:ext cx="6228000" cy="4678749"/>
          </a:xfrm>
          <a:prstGeom prst="rect">
            <a:avLst/>
          </a:prstGeom>
          <a:noFill/>
          <a:extLst>
            <a:ext uri="{909E8E84-426E-40DD-AFC4-6F175D3DCCD1}">
              <a14:hiddenFill xmlns:a14="http://schemas.microsoft.com/office/drawing/2010/main">
                <a:solidFill>
                  <a:srgbClr val="FFFFFF"/>
                </a:solidFill>
              </a14:hiddenFill>
            </a:ext>
          </a:extLst>
        </p:spPr>
      </p:pic>
      <p:sp>
        <p:nvSpPr>
          <p:cNvPr id="323587" name="Rectangle 3"/>
          <p:cNvSpPr txBox="1">
            <a:spLocks noChangeArrowheads="1"/>
          </p:cNvSpPr>
          <p:nvPr/>
        </p:nvSpPr>
        <p:spPr bwMode="gray">
          <a:xfrm>
            <a:off x="6270169" y="2310989"/>
            <a:ext cx="2721429" cy="3954463"/>
          </a:xfrm>
          <a:prstGeom prst="rect">
            <a:avLst/>
          </a:prstGeom>
          <a:noFill/>
          <a:ln w="9525">
            <a:noFill/>
            <a:miter lim="800000"/>
            <a:headEnd/>
            <a:tailEnd/>
          </a:ln>
        </p:spPr>
        <p:txBody>
          <a:bodyPr/>
          <a:lstStyle/>
          <a:p>
            <a:pPr marL="228600" indent="-228600" defTabSz="8072438" eaLnBrk="0" hangingPunct="0">
              <a:lnSpc>
                <a:spcPct val="100000"/>
              </a:lnSpc>
              <a:spcAft>
                <a:spcPts val="1200"/>
              </a:spcAft>
              <a:buClr>
                <a:srgbClr val="0059BD"/>
              </a:buClr>
              <a:buSzPct val="110000"/>
              <a:buFont typeface="Arial" pitchFamily="34" charset="0"/>
              <a:buChar char="•"/>
              <a:defRPr/>
            </a:pPr>
            <a:r>
              <a:rPr lang="en-US" sz="2000" dirty="0">
                <a:solidFill>
                  <a:schemeClr val="tx1"/>
                </a:solidFill>
                <a:latin typeface="Arial" panose="020B0604020202020204" pitchFamily="34" charset="0"/>
                <a:cs typeface="Arial" panose="020B0604020202020204" pitchFamily="34" charset="0"/>
              </a:rPr>
              <a:t>The Benefit-risk is the product of the weight and the value.</a:t>
            </a:r>
          </a:p>
          <a:p>
            <a:pPr marL="228600" indent="-228600" defTabSz="8072438" eaLnBrk="0" hangingPunct="0">
              <a:lnSpc>
                <a:spcPct val="100000"/>
              </a:lnSpc>
              <a:spcAft>
                <a:spcPts val="1200"/>
              </a:spcAft>
              <a:buClr>
                <a:srgbClr val="0059BD"/>
              </a:buClr>
              <a:buSzPct val="110000"/>
              <a:buFont typeface="Arial" pitchFamily="34" charset="0"/>
              <a:buChar char="•"/>
              <a:defRPr/>
            </a:pPr>
            <a:r>
              <a:rPr lang="en-US" sz="2000" dirty="0">
                <a:solidFill>
                  <a:schemeClr val="tx1"/>
                </a:solidFill>
                <a:latin typeface="Arial" panose="020B0604020202020204" pitchFamily="34" charset="0"/>
                <a:cs typeface="Arial" panose="020B0604020202020204" pitchFamily="34" charset="0"/>
              </a:rPr>
              <a:t>Most of the Benefit-risk contribution is coming from prevention of relapses.</a:t>
            </a:r>
          </a:p>
          <a:p>
            <a:pPr marL="228600" indent="-228600" defTabSz="8072438" eaLnBrk="0" hangingPunct="0">
              <a:lnSpc>
                <a:spcPct val="100000"/>
              </a:lnSpc>
              <a:spcAft>
                <a:spcPts val="1200"/>
              </a:spcAft>
              <a:buClr>
                <a:srgbClr val="0059BD"/>
              </a:buClr>
              <a:buSzPct val="110000"/>
              <a:buFont typeface="Arial" pitchFamily="34" charset="0"/>
              <a:buChar char="•"/>
              <a:defRPr/>
            </a:pPr>
            <a:r>
              <a:rPr lang="en-US" sz="2000" dirty="0">
                <a:solidFill>
                  <a:schemeClr val="tx1"/>
                </a:solidFill>
                <a:latin typeface="Arial" panose="020B0604020202020204" pitchFamily="34" charset="0"/>
                <a:cs typeface="Arial" panose="020B0604020202020204" pitchFamily="34" charset="0"/>
              </a:rPr>
              <a:t>Infusion site reactions are the worst risk</a:t>
            </a:r>
          </a:p>
        </p:txBody>
      </p:sp>
    </p:spTree>
    <p:extLst>
      <p:ext uri="{BB962C8B-B14F-4D97-AF65-F5344CB8AC3E}">
        <p14:creationId xmlns:p14="http://schemas.microsoft.com/office/powerpoint/2010/main" val="3045885722"/>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a:lnSpc>
                <a:spcPct val="100000"/>
              </a:lnSpc>
            </a:pPr>
            <a:r>
              <a:rPr lang="en-GB" altLang="en-US" sz="2700" dirty="0"/>
              <a:t>Natalizumab: Bayesian sensitivity analysis</a:t>
            </a:r>
            <a:br>
              <a:rPr lang="en-GB" altLang="en-US" sz="2700" dirty="0"/>
            </a:br>
            <a:r>
              <a:rPr lang="en-US" sz="1800" b="0" kern="1200" dirty="0">
                <a:latin typeface="Verdana" pitchFamily="34" charset="0"/>
                <a:cs typeface="Arial" charset="0"/>
              </a:rPr>
              <a:t>Distribution of overall benefit-risk score</a:t>
            </a:r>
            <a:endParaRPr lang="en-GB" altLang="en-US" sz="2700" dirty="0"/>
          </a:p>
        </p:txBody>
      </p:sp>
      <p:sp>
        <p:nvSpPr>
          <p:cNvPr id="5" name="Slide Number Placeholder 4"/>
          <p:cNvSpPr>
            <a:spLocks noGrp="1"/>
          </p:cNvSpPr>
          <p:nvPr>
            <p:ph type="sldNum" sz="quarter" idx="11"/>
          </p:nvPr>
        </p:nvSpPr>
        <p:spPr/>
        <p:txBody>
          <a:bodyPr/>
          <a:lstStyle/>
          <a:p>
            <a:pPr>
              <a:defRPr/>
            </a:pPr>
            <a:fld id="{031134B5-F77C-4837-A408-A751B4A46FF8}" type="slidenum">
              <a:rPr lang="en-US" smtClean="0"/>
              <a:pPr>
                <a:defRPr/>
              </a:pPr>
              <a:t>18</a:t>
            </a:fld>
            <a:endParaRPr lang="en-US" dirty="0"/>
          </a:p>
        </p:txBody>
      </p:sp>
      <p:pic>
        <p:nvPicPr>
          <p:cNvPr id="24582" name="Picture 5"/>
          <p:cNvPicPr>
            <a:picLocks noChangeAspect="1" noChangeArrowheads="1"/>
          </p:cNvPicPr>
          <p:nvPr/>
        </p:nvPicPr>
        <p:blipFill>
          <a:blip r:embed="rId2">
            <a:extLst>
              <a:ext uri="{28A0092B-C50C-407E-A947-70E740481C1C}">
                <a14:useLocalDpi xmlns:a14="http://schemas.microsoft.com/office/drawing/2010/main" val="0"/>
              </a:ext>
            </a:extLst>
          </a:blip>
          <a:srcRect t="12355" b="8804"/>
          <a:stretch>
            <a:fillRect/>
          </a:stretch>
        </p:blipFill>
        <p:spPr bwMode="auto">
          <a:xfrm>
            <a:off x="685800" y="1571625"/>
            <a:ext cx="6265863" cy="493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5949950" y="3276600"/>
            <a:ext cx="2889250" cy="830997"/>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nSpc>
                <a:spcPct val="100000"/>
              </a:lnSpc>
              <a:defRPr/>
            </a:pPr>
            <a:r>
              <a:rPr lang="en-GB" sz="2400" dirty="0"/>
              <a:t>P(natalizumab ranked 1</a:t>
            </a:r>
            <a:r>
              <a:rPr lang="en-GB" sz="2400" baseline="30000" dirty="0"/>
              <a:t>st</a:t>
            </a:r>
            <a:r>
              <a:rPr lang="en-GB" sz="2400" dirty="0"/>
              <a:t>) = 1</a:t>
            </a:r>
          </a:p>
        </p:txBody>
      </p:sp>
    </p:spTree>
    <p:extLst>
      <p:ext uri="{BB962C8B-B14F-4D97-AF65-F5344CB8AC3E}">
        <p14:creationId xmlns:p14="http://schemas.microsoft.com/office/powerpoint/2010/main" val="1795727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635400"/>
            <a:ext cx="8491537" cy="784225"/>
          </a:xfrm>
        </p:spPr>
        <p:txBody>
          <a:bodyPr/>
          <a:lstStyle/>
          <a:p>
            <a:pPr>
              <a:lnSpc>
                <a:spcPct val="100000"/>
              </a:lnSpc>
            </a:pPr>
            <a:r>
              <a:rPr lang="en-US" dirty="0"/>
              <a:t>Dissemination and recommendations arising from PROTECT</a:t>
            </a:r>
            <a:endParaRPr lang="en-GB" dirty="0"/>
          </a:p>
        </p:txBody>
      </p:sp>
      <p:sp>
        <p:nvSpPr>
          <p:cNvPr id="5" name="Slide Number Placeholder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3BC4CBC-2251-49B4-B304-8243152DA9F1}" type="slidenum">
              <a:rPr kumimoji="0" lang="en-US" altLang="en-US" sz="1100" b="0" i="0" u="none" strike="noStrike" kern="1200" cap="none" spc="0" normalizeH="0" baseline="0" noProof="0" smtClean="0">
                <a:ln>
                  <a:noFill/>
                </a:ln>
                <a:solidFill>
                  <a:srgbClr val="0070C0"/>
                </a:solidFill>
                <a:effectLst/>
                <a:uLnTx/>
                <a:uFillTx/>
                <a:latin typeface="Arial" panose="020B0604020202020204" pitchFamily="34" charset="0"/>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100" b="0" i="0" u="none" strike="noStrike" kern="1200" cap="none" spc="0" normalizeH="0" baseline="0" noProof="0">
              <a:ln>
                <a:noFill/>
              </a:ln>
              <a:solidFill>
                <a:srgbClr val="0070C0"/>
              </a:solidFill>
              <a:effectLst/>
              <a:uLnTx/>
              <a:uFillTx/>
              <a:latin typeface="Arial" panose="020B0604020202020204" pitchFamily="34" charset="0"/>
              <a:ea typeface="+mn-ea"/>
              <a:cs typeface="Arial"/>
            </a:endParaRPr>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52000" y="1515821"/>
            <a:ext cx="6840000" cy="46139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2"/>
          <p:cNvSpPr txBox="1">
            <a:spLocks/>
          </p:cNvSpPr>
          <p:nvPr/>
        </p:nvSpPr>
        <p:spPr bwMode="auto">
          <a:xfrm>
            <a:off x="1266460" y="6160656"/>
            <a:ext cx="6611081" cy="429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57188" indent="-357188" algn="l" defTabSz="8067675" rtl="0" eaLnBrk="1" fontAlgn="base" hangingPunct="1">
              <a:spcBef>
                <a:spcPct val="30000"/>
              </a:spcBef>
              <a:spcAft>
                <a:spcPct val="0"/>
              </a:spcAft>
              <a:buClr>
                <a:srgbClr val="0059BD"/>
              </a:buClr>
              <a:buChar char="•"/>
              <a:defRPr sz="2400">
                <a:solidFill>
                  <a:srgbClr val="000074"/>
                </a:solidFill>
                <a:latin typeface="+mn-lt"/>
                <a:ea typeface="+mn-ea"/>
                <a:cs typeface="+mn-cs"/>
              </a:defRPr>
            </a:lvl1pPr>
            <a:lvl2pPr marL="630238" indent="-271463" algn="l" defTabSz="8067675" rtl="0" eaLnBrk="1" fontAlgn="base" hangingPunct="1">
              <a:spcBef>
                <a:spcPct val="30000"/>
              </a:spcBef>
              <a:spcAft>
                <a:spcPct val="0"/>
              </a:spcAft>
              <a:buClr>
                <a:srgbClr val="0059BD"/>
              </a:buClr>
              <a:buFont typeface="Verdana" panose="020B0604030504040204" pitchFamily="34" charset="0"/>
              <a:buChar char="–"/>
              <a:defRPr sz="2200">
                <a:solidFill>
                  <a:srgbClr val="000074"/>
                </a:solidFill>
                <a:latin typeface="+mn-lt"/>
                <a:cs typeface="+mn-cs"/>
              </a:defRPr>
            </a:lvl2pPr>
            <a:lvl3pPr marL="903288" indent="-271463" algn="l" defTabSz="8067675" rtl="0" eaLnBrk="1" fontAlgn="base" hangingPunct="1">
              <a:spcBef>
                <a:spcPct val="30000"/>
              </a:spcBef>
              <a:spcAft>
                <a:spcPct val="0"/>
              </a:spcAft>
              <a:buClr>
                <a:srgbClr val="0059BD"/>
              </a:buClr>
              <a:buFont typeface="Wingdings" panose="05000000000000000000" pitchFamily="2" charset="2"/>
              <a:buChar char="w"/>
              <a:defRPr sz="2000">
                <a:solidFill>
                  <a:srgbClr val="000074"/>
                </a:solidFill>
                <a:latin typeface="+mn-lt"/>
                <a:cs typeface="+mn-cs"/>
              </a:defRPr>
            </a:lvl3pPr>
            <a:lvl4pPr marL="1187450" indent="-282575" algn="l" defTabSz="8067675" rtl="0" eaLnBrk="1" fontAlgn="base" hangingPunct="1">
              <a:spcBef>
                <a:spcPct val="30000"/>
              </a:spcBef>
              <a:spcAft>
                <a:spcPct val="0"/>
              </a:spcAft>
              <a:buClr>
                <a:srgbClr val="0059BD"/>
              </a:buClr>
              <a:buFont typeface="Wingdings" panose="05000000000000000000" pitchFamily="2" charset="2"/>
              <a:buChar char="§"/>
              <a:defRPr>
                <a:solidFill>
                  <a:srgbClr val="000074"/>
                </a:solidFill>
                <a:latin typeface="+mn-lt"/>
                <a:cs typeface="+mn-cs"/>
              </a:defRPr>
            </a:lvl4pPr>
            <a:lvl5pPr marL="2795588" indent="-369888" algn="l" defTabSz="8067675" rtl="0" eaLnBrk="1" fontAlgn="base" hangingPunct="1">
              <a:lnSpc>
                <a:spcPts val="2200"/>
              </a:lnSpc>
              <a:spcBef>
                <a:spcPct val="0"/>
              </a:spcBef>
              <a:spcAft>
                <a:spcPts val="600"/>
              </a:spcAft>
              <a:buFont typeface="Verdana" panose="020B0604030504040204" pitchFamily="34" charset="0"/>
              <a:buChar char="–"/>
              <a:defRPr sz="2000">
                <a:solidFill>
                  <a:srgbClr val="000074"/>
                </a:solidFill>
                <a:latin typeface="+mn-lt"/>
                <a:cs typeface="+mn-cs"/>
              </a:defRPr>
            </a:lvl5pPr>
            <a:lvl6pPr marL="3252788" indent="-369888" algn="l" defTabSz="8067675" rtl="0" eaLnBrk="1" fontAlgn="base" hangingPunct="1">
              <a:lnSpc>
                <a:spcPts val="2200"/>
              </a:lnSpc>
              <a:spcBef>
                <a:spcPct val="0"/>
              </a:spcBef>
              <a:spcAft>
                <a:spcPts val="600"/>
              </a:spcAft>
              <a:buFont typeface="Verdana" pitchFamily="34" charset="0"/>
              <a:buChar char="–"/>
              <a:defRPr sz="2000">
                <a:solidFill>
                  <a:schemeClr val="tx1"/>
                </a:solidFill>
                <a:latin typeface="+mn-lt"/>
                <a:cs typeface="+mn-cs"/>
              </a:defRPr>
            </a:lvl6pPr>
            <a:lvl7pPr marL="3709988" indent="-369888" algn="l" defTabSz="8067675" rtl="0" eaLnBrk="1" fontAlgn="base" hangingPunct="1">
              <a:lnSpc>
                <a:spcPts val="2200"/>
              </a:lnSpc>
              <a:spcBef>
                <a:spcPct val="0"/>
              </a:spcBef>
              <a:spcAft>
                <a:spcPts val="600"/>
              </a:spcAft>
              <a:buFont typeface="Verdana" pitchFamily="34" charset="0"/>
              <a:buChar char="–"/>
              <a:defRPr sz="2000">
                <a:solidFill>
                  <a:schemeClr val="tx1"/>
                </a:solidFill>
                <a:latin typeface="+mn-lt"/>
                <a:cs typeface="+mn-cs"/>
              </a:defRPr>
            </a:lvl7pPr>
            <a:lvl8pPr marL="4167188" indent="-369888" algn="l" defTabSz="8067675" rtl="0" eaLnBrk="1" fontAlgn="base" hangingPunct="1">
              <a:lnSpc>
                <a:spcPts val="2200"/>
              </a:lnSpc>
              <a:spcBef>
                <a:spcPct val="0"/>
              </a:spcBef>
              <a:spcAft>
                <a:spcPts val="600"/>
              </a:spcAft>
              <a:buFont typeface="Verdana" pitchFamily="34" charset="0"/>
              <a:buChar char="–"/>
              <a:defRPr sz="2000">
                <a:solidFill>
                  <a:schemeClr val="tx1"/>
                </a:solidFill>
                <a:latin typeface="+mn-lt"/>
                <a:cs typeface="+mn-cs"/>
              </a:defRPr>
            </a:lvl8pPr>
            <a:lvl9pPr marL="4624388" indent="-369888" algn="l" defTabSz="8067675" rtl="0" eaLnBrk="1" fontAlgn="base" hangingPunct="1">
              <a:lnSpc>
                <a:spcPts val="2200"/>
              </a:lnSpc>
              <a:spcBef>
                <a:spcPct val="0"/>
              </a:spcBef>
              <a:spcAft>
                <a:spcPts val="600"/>
              </a:spcAft>
              <a:buFont typeface="Verdana" pitchFamily="34" charset="0"/>
              <a:buChar char="–"/>
              <a:defRPr sz="2000">
                <a:solidFill>
                  <a:schemeClr val="tx1"/>
                </a:solidFill>
                <a:latin typeface="+mn-lt"/>
                <a:cs typeface="+mn-cs"/>
              </a:defRPr>
            </a:lvl9pPr>
          </a:lstStyle>
          <a:p>
            <a:pPr marL="0" marR="0" lvl="0" indent="0" algn="ctr" defTabSz="8067675" rtl="0" eaLnBrk="1" fontAlgn="base" latinLnBrk="0" hangingPunct="1">
              <a:lnSpc>
                <a:spcPct val="100000"/>
              </a:lnSpc>
              <a:spcBef>
                <a:spcPct val="30000"/>
              </a:spcBef>
              <a:spcAft>
                <a:spcPct val="0"/>
              </a:spcAft>
              <a:buClr>
                <a:srgbClr val="0059BD"/>
              </a:buClr>
              <a:buSzTx/>
              <a:buFontTx/>
              <a:buNone/>
              <a:tabLst/>
              <a:defRPr/>
            </a:pPr>
            <a:r>
              <a:rPr kumimoji="0" lang="en-GB" sz="3200" b="0" i="0" u="none" strike="noStrike" kern="0" cap="none" spc="0" normalizeH="0" baseline="0" noProof="0" dirty="0">
                <a:ln>
                  <a:noFill/>
                </a:ln>
                <a:solidFill>
                  <a:srgbClr val="000000"/>
                </a:solidFill>
                <a:effectLst/>
                <a:uLnTx/>
                <a:uFillTx/>
                <a:latin typeface="Verdana"/>
                <a:ea typeface="+mn-ea"/>
                <a:cs typeface="Arial"/>
                <a:hlinkClick r:id="rId3"/>
              </a:rPr>
              <a:t>http://PROTECTBenefitRisk.eu/</a:t>
            </a:r>
            <a:endParaRPr kumimoji="0" lang="en-GB" sz="3200" b="0" i="0" u="none" strike="noStrike" kern="0" cap="none" spc="0" normalizeH="0" baseline="0" noProof="0" dirty="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4204890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Alternatives to statistical significance</a:t>
            </a:r>
          </a:p>
        </p:txBody>
      </p:sp>
      <p:sp>
        <p:nvSpPr>
          <p:cNvPr id="3" name="Content Placeholder 2"/>
          <p:cNvSpPr>
            <a:spLocks noGrp="1"/>
          </p:cNvSpPr>
          <p:nvPr>
            <p:ph idx="1"/>
          </p:nvPr>
        </p:nvSpPr>
        <p:spPr/>
        <p:txBody>
          <a:bodyPr/>
          <a:lstStyle/>
          <a:p>
            <a:r>
              <a:rPr lang="en-GB" dirty="0"/>
              <a:t>Estimate quantities of interest</a:t>
            </a:r>
          </a:p>
          <a:p>
            <a:endParaRPr lang="en-GB" dirty="0"/>
          </a:p>
          <a:p>
            <a:r>
              <a:rPr lang="en-GB" dirty="0"/>
              <a:t>Show uncertainty from statistical modelling</a:t>
            </a:r>
          </a:p>
          <a:p>
            <a:endParaRPr lang="en-GB" dirty="0"/>
          </a:p>
          <a:p>
            <a:r>
              <a:rPr lang="en-GB" dirty="0"/>
              <a:t>Acknowledge other sources of uncertainty e.g. uncertainty about model, biases</a:t>
            </a:r>
          </a:p>
          <a:p>
            <a:endParaRPr lang="en-GB" dirty="0"/>
          </a:p>
          <a:p>
            <a:r>
              <a:rPr lang="en-GB" dirty="0"/>
              <a:t>Consider more formal approaches to decision making</a:t>
            </a:r>
          </a:p>
        </p:txBody>
      </p:sp>
      <p:sp>
        <p:nvSpPr>
          <p:cNvPr id="4" name="Text Placeholder 3"/>
          <p:cNvSpPr>
            <a:spLocks noGrp="1"/>
          </p:cNvSpPr>
          <p:nvPr>
            <p:ph type="body" sz="quarter" idx="10"/>
          </p:nvPr>
        </p:nvSpPr>
        <p:spPr/>
        <p:txBody>
          <a:bodyPr/>
          <a:lstStyle/>
          <a:p>
            <a:endParaRPr lang="en-GB"/>
          </a:p>
        </p:txBody>
      </p:sp>
      <p:sp>
        <p:nvSpPr>
          <p:cNvPr id="5" name="Text Placeholder 4"/>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36558530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Significance from the RSS and ASA </a:t>
            </a:r>
            <a:br>
              <a:rPr lang="en-GB" dirty="0"/>
            </a:br>
            <a:r>
              <a:rPr lang="en-GB" dirty="0"/>
              <a:t>not to be retired!</a:t>
            </a:r>
          </a:p>
        </p:txBody>
      </p:sp>
      <p:sp>
        <p:nvSpPr>
          <p:cNvPr id="4" name="Text Placeholder 3"/>
          <p:cNvSpPr>
            <a:spLocks noGrp="1"/>
          </p:cNvSpPr>
          <p:nvPr>
            <p:ph type="body" sz="quarter" idx="10"/>
          </p:nvPr>
        </p:nvSpPr>
        <p:spPr/>
        <p:txBody>
          <a:bodyPr/>
          <a:lstStyle/>
          <a:p>
            <a:endParaRPr lang="en-GB"/>
          </a:p>
        </p:txBody>
      </p:sp>
      <p:sp>
        <p:nvSpPr>
          <p:cNvPr id="5" name="Text Placeholder 4"/>
          <p:cNvSpPr>
            <a:spLocks noGrp="1"/>
          </p:cNvSpPr>
          <p:nvPr>
            <p:ph type="body" sz="quarter" idx="12"/>
          </p:nvPr>
        </p:nvSpPr>
        <p:spPr/>
        <p:txBody>
          <a:bodyPr/>
          <a:lstStyle/>
          <a:p>
            <a:endParaRPr lang="en-GB"/>
          </a:p>
        </p:txBody>
      </p:sp>
      <p:pic>
        <p:nvPicPr>
          <p:cNvPr id="1026" name="Picture 2" descr="View Table of Contents for Significance volume 16 issue 5">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4106" y="3671813"/>
            <a:ext cx="1663369" cy="206202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wol-prod-cdn.literatumonline.com/cms/attachment/3155dc60-8b26-4d64-903b-098dc612e6a7/sign.2019.16.issue-3.cover.gif">
            <a:hlinkClick r:id="rId4" tooltip="go to "/>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14362" y="1447614"/>
            <a:ext cx="1572439" cy="194930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over imag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8846" y="2095600"/>
            <a:ext cx="1546174" cy="191674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s://wol-prod-cdn.literatumonline.com/cms/attachment/a356f642-23e3-46c3-a85c-fed3492b13d5/sign.2017.14.issue-5.cover.gif">
            <a:hlinkClick r:id="rId7" tooltip="go to "/>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069" y="4080316"/>
            <a:ext cx="1626907" cy="201682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ttps://wol-prod-cdn.literatumonline.com/cms/attachment/66003f13-7ba0-46d1-9ef9-d81f270d1aa4/sign.2016.13.issue-6.cover.jpg">
            <a:hlinkClick r:id="rId9" tooltip="go to "/>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63871" y="2142887"/>
            <a:ext cx="1627113" cy="2021259"/>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https://wol-prod-cdn.literatumonline.com/cms/attachment/f56201d0-bc41-4787-9c59-782f86a96007/sign.2016.13.issue-2.cover.gif">
            <a:hlinkClick r:id="rId11" tooltip="go to "/>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17878" y="4289992"/>
            <a:ext cx="1385566" cy="1717644"/>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https://wol-prod-cdn.literatumonline.com/cms/attachment/1d7a22ac-ce09-46cc-a642-01f5e742f717/sign.2016.13.issue-3.cover.jpg">
            <a:hlinkClick r:id="rId13" tooltip="go to "/>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9397" y="2210859"/>
            <a:ext cx="1506783" cy="1869457"/>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https://wol-prod-cdn.literatumonline.com/cms/attachment/3aed4f7e-6500-44a4-83b7-a0f433ded4c9/sign.2015.12.issue-3.cover.jpg">
            <a:hlinkClick r:id="rId15" tooltip="go to "/>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23509" y="4264783"/>
            <a:ext cx="1307836" cy="1718575"/>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https://wol-prod-cdn.literatumonline.com/cms/attachment/3295b526-f12e-4050-a2c8-6ac069f0031d/sign.2019.16.issue-1.cover.gif">
            <a:hlinkClick r:id="rId17" tooltip="go to "/>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408096" y="2095600"/>
            <a:ext cx="1403635" cy="1754544"/>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Cover imag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254484" y="4156791"/>
            <a:ext cx="1493015" cy="1850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0005145"/>
      </p:ext>
    </p:extLst>
  </p:cSld>
  <p:clrMapOvr>
    <a:masterClrMapping/>
  </p:clrMapOvr>
</p:sld>
</file>

<file path=ppt/theme/theme1.xml><?xml version="1.0" encoding="utf-8"?>
<a:theme xmlns:a="http://schemas.openxmlformats.org/drawingml/2006/main" name="Imperial College London Theme">
  <a:themeElements>
    <a:clrScheme name="Imperial College London Presentation">
      <a:dk1>
        <a:srgbClr val="000000"/>
      </a:dk1>
      <a:lt1>
        <a:sysClr val="window" lastClr="FFFFFF"/>
      </a:lt1>
      <a:dk2>
        <a:srgbClr val="003E74"/>
      </a:dk2>
      <a:lt2>
        <a:srgbClr val="9D9D9D"/>
      </a:lt2>
      <a:accent1>
        <a:srgbClr val="0085CA"/>
      </a:accent1>
      <a:accent2>
        <a:srgbClr val="006EAF"/>
      </a:accent2>
      <a:accent3>
        <a:srgbClr val="0CA1CD"/>
      </a:accent3>
      <a:accent4>
        <a:srgbClr val="008EAA"/>
      </a:accent4>
      <a:accent5>
        <a:srgbClr val="379F9F"/>
      </a:accent5>
      <a:accent6>
        <a:srgbClr val="0085CA"/>
      </a:accent6>
      <a:hlink>
        <a:srgbClr val="0085CA"/>
      </a:hlink>
      <a:folHlink>
        <a:srgbClr val="0085C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PROTECT presentation template">
  <a:themeElements>
    <a:clrScheme name="PROTECT presentation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ROTECT presentation template">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0" rIns="0" bIns="0" numCol="1" anchor="t" anchorCtr="0" compatLnSpc="1">
        <a:prstTxWarp prst="textNoShape">
          <a:avLst/>
        </a:prstTxWarp>
      </a:bodyPr>
      <a:lstStyle>
        <a:defPPr marL="0" marR="0" indent="0" algn="l" defTabSz="8067675" rtl="0" eaLnBrk="1" fontAlgn="base" latinLnBrk="0" hangingPunct="1">
          <a:lnSpc>
            <a:spcPts val="1600"/>
          </a:lnSpc>
          <a:spcBef>
            <a:spcPct val="0"/>
          </a:spcBef>
          <a:spcAft>
            <a:spcPct val="0"/>
          </a:spcAft>
          <a:buClrTx/>
          <a:buSzTx/>
          <a:buFontTx/>
          <a:buNone/>
          <a:tabLst/>
          <a:defRPr kumimoji="0" lang="en-US" sz="1300" b="0" i="0" u="none" strike="noStrike" cap="none" normalizeH="0" baseline="0" smtClean="0">
            <a:ln>
              <a:noFill/>
            </a:ln>
            <a:solidFill>
              <a:srgbClr val="003399"/>
            </a:solidFill>
            <a:effectLst/>
            <a:latin typeface="Verdana" pitchFamily="34" charset="0"/>
            <a:cs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0" rIns="0" bIns="0" numCol="1" anchor="t" anchorCtr="0" compatLnSpc="1">
        <a:prstTxWarp prst="textNoShape">
          <a:avLst/>
        </a:prstTxWarp>
      </a:bodyPr>
      <a:lstStyle>
        <a:defPPr marL="0" marR="0" indent="0" algn="l" defTabSz="8067675" rtl="0" eaLnBrk="1" fontAlgn="base" latinLnBrk="0" hangingPunct="1">
          <a:lnSpc>
            <a:spcPts val="1600"/>
          </a:lnSpc>
          <a:spcBef>
            <a:spcPct val="0"/>
          </a:spcBef>
          <a:spcAft>
            <a:spcPct val="0"/>
          </a:spcAft>
          <a:buClrTx/>
          <a:buSzTx/>
          <a:buFontTx/>
          <a:buNone/>
          <a:tabLst/>
          <a:defRPr kumimoji="0" lang="en-US" sz="1300" b="0" i="0" u="none" strike="noStrike" cap="none" normalizeH="0" baseline="0" smtClean="0">
            <a:ln>
              <a:noFill/>
            </a:ln>
            <a:solidFill>
              <a:srgbClr val="003399"/>
            </a:solidFill>
            <a:effectLst/>
            <a:latin typeface="Verdana" pitchFamily="34" charset="0"/>
            <a:cs typeface="Arial" charset="0"/>
          </a:defRPr>
        </a:defPPr>
      </a:lstStyle>
    </a:lnDef>
  </a:objectDefaults>
  <a:extraClrSchemeLst>
    <a:extraClrScheme>
      <a:clrScheme name="PROTECT presentation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OTECT presentation 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ROTECT presentation 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ROTECT presentation 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ROTECT presentation 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ROTECT presentation 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ROTECT presentation 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ROTECT presentation 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ROTECT presentation 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ROTECT presentation 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ROTECT presentation 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ROTECT presentation 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Imperial College London Presentation">
      <a:dk1>
        <a:srgbClr val="000000"/>
      </a:dk1>
      <a:lt1>
        <a:sysClr val="window" lastClr="FFFFFF"/>
      </a:lt1>
      <a:dk2>
        <a:srgbClr val="003E74"/>
      </a:dk2>
      <a:lt2>
        <a:srgbClr val="9D9D9D"/>
      </a:lt2>
      <a:accent1>
        <a:srgbClr val="0085CA"/>
      </a:accent1>
      <a:accent2>
        <a:srgbClr val="006EAF"/>
      </a:accent2>
      <a:accent3>
        <a:srgbClr val="0CA1CD"/>
      </a:accent3>
      <a:accent4>
        <a:srgbClr val="008EAA"/>
      </a:accent4>
      <a:accent5>
        <a:srgbClr val="379F9F"/>
      </a:accent5>
      <a:accent6>
        <a:srgbClr val="0085CA"/>
      </a:accent6>
      <a:hlink>
        <a:srgbClr val="0085CA"/>
      </a:hlink>
      <a:folHlink>
        <a:srgbClr val="0085C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Imperial College London Presentation">
      <a:dk1>
        <a:srgbClr val="000000"/>
      </a:dk1>
      <a:lt1>
        <a:sysClr val="window" lastClr="FFFFFF"/>
      </a:lt1>
      <a:dk2>
        <a:srgbClr val="003E74"/>
      </a:dk2>
      <a:lt2>
        <a:srgbClr val="9D9D9D"/>
      </a:lt2>
      <a:accent1>
        <a:srgbClr val="0085CA"/>
      </a:accent1>
      <a:accent2>
        <a:srgbClr val="006EAF"/>
      </a:accent2>
      <a:accent3>
        <a:srgbClr val="0CA1CD"/>
      </a:accent3>
      <a:accent4>
        <a:srgbClr val="008EAA"/>
      </a:accent4>
      <a:accent5>
        <a:srgbClr val="379F9F"/>
      </a:accent5>
      <a:accent6>
        <a:srgbClr val="0085CA"/>
      </a:accent6>
      <a:hlink>
        <a:srgbClr val="0085CA"/>
      </a:hlink>
      <a:folHlink>
        <a:srgbClr val="0085C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20703F99AC3BC40B56718747C28CC51" ma:contentTypeVersion="13" ma:contentTypeDescription="Create a new document." ma:contentTypeScope="" ma:versionID="5fe34416bee8391610c5e8e9658cd61b">
  <xsd:schema xmlns:xsd="http://www.w3.org/2001/XMLSchema" xmlns:xs="http://www.w3.org/2001/XMLSchema" xmlns:p="http://schemas.microsoft.com/office/2006/metadata/properties" xmlns:ns3="2739cbfd-e7ab-41ea-a12c-6707bcf83e13" xmlns:ns4="dc7f2ce7-0fde-4db0-a9c7-97882c4ca2a1" targetNamespace="http://schemas.microsoft.com/office/2006/metadata/properties" ma:root="true" ma:fieldsID="091bdb8dec8a679b83dba909c0165f32" ns3:_="" ns4:_="">
    <xsd:import namespace="2739cbfd-e7ab-41ea-a12c-6707bcf83e13"/>
    <xsd:import namespace="dc7f2ce7-0fde-4db0-a9c7-97882c4ca2a1"/>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DateTaken" minOccurs="0"/>
                <xsd:element ref="ns3:MediaServiceOCR" minOccurs="0"/>
                <xsd:element ref="ns3:MediaServiceLocatio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39cbfd-e7ab-41ea-a12c-6707bcf83e13"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7f2ce7-0fde-4db0-a9c7-97882c4ca2a1"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5A24F45-8756-424E-9452-7F4B16F1DD03}">
  <ds:schemaRefs>
    <ds:schemaRef ds:uri="http://schemas.microsoft.com/office/infopath/2007/PartnerControls"/>
    <ds:schemaRef ds:uri="http://purl.org/dc/elements/1.1/"/>
    <ds:schemaRef ds:uri="http://schemas.microsoft.com/office/2006/metadata/properties"/>
    <ds:schemaRef ds:uri="2739cbfd-e7ab-41ea-a12c-6707bcf83e13"/>
    <ds:schemaRef ds:uri="http://purl.org/dc/terms/"/>
    <ds:schemaRef ds:uri="http://schemas.openxmlformats.org/package/2006/metadata/core-properties"/>
    <ds:schemaRef ds:uri="http://schemas.microsoft.com/office/2006/documentManagement/types"/>
    <ds:schemaRef ds:uri="dc7f2ce7-0fde-4db0-a9c7-97882c4ca2a1"/>
    <ds:schemaRef ds:uri="http://www.w3.org/XML/1998/namespace"/>
    <ds:schemaRef ds:uri="http://purl.org/dc/dcmitype/"/>
  </ds:schemaRefs>
</ds:datastoreItem>
</file>

<file path=customXml/itemProps2.xml><?xml version="1.0" encoding="utf-8"?>
<ds:datastoreItem xmlns:ds="http://schemas.openxmlformats.org/officeDocument/2006/customXml" ds:itemID="{BA6A24DF-4E66-40F2-B675-2AE3EDDC610C}">
  <ds:schemaRefs>
    <ds:schemaRef ds:uri="http://schemas.microsoft.com/sharepoint/v3/contenttype/forms"/>
  </ds:schemaRefs>
</ds:datastoreItem>
</file>

<file path=customXml/itemProps3.xml><?xml version="1.0" encoding="utf-8"?>
<ds:datastoreItem xmlns:ds="http://schemas.openxmlformats.org/officeDocument/2006/customXml" ds:itemID="{232B3446-D7AC-45F2-BE8C-02078E36E31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739cbfd-e7ab-41ea-a12c-6707bcf83e13"/>
    <ds:schemaRef ds:uri="dc7f2ce7-0fde-4db0-a9c7-97882c4ca2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300</TotalTime>
  <Words>1267</Words>
  <Application>Microsoft Office PowerPoint</Application>
  <PresentationFormat>On-screen Show (4:3)</PresentationFormat>
  <Paragraphs>256</Paragraphs>
  <Slides>21</Slides>
  <Notes>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21</vt:i4>
      </vt:variant>
    </vt:vector>
  </HeadingPairs>
  <TitlesOfParts>
    <vt:vector size="27" baseType="lpstr">
      <vt:lpstr>Arial</vt:lpstr>
      <vt:lpstr>Calibri</vt:lpstr>
      <vt:lpstr>Verdana</vt:lpstr>
      <vt:lpstr>Wingdings</vt:lpstr>
      <vt:lpstr>Imperial College London Theme</vt:lpstr>
      <vt:lpstr>2_PROTECT presentation template</vt:lpstr>
      <vt:lpstr>Retire Statistical Significance (!) (?) – How Do We Know What We Know?</vt:lpstr>
      <vt:lpstr>What do the following have in common?</vt:lpstr>
      <vt:lpstr>Inappropriate use of significance testing: bioequivalence</vt:lpstr>
      <vt:lpstr>Inappropriate use of significance testing: baseline testing</vt:lpstr>
      <vt:lpstr>Appropriate use of significance testing: baseline testing</vt:lpstr>
      <vt:lpstr>Quantifying heterogeneity in a meta-analysis </vt:lpstr>
      <vt:lpstr>PowerPoint Presentation</vt:lpstr>
      <vt:lpstr>PowerPoint Presentation</vt:lpstr>
      <vt:lpstr>Why is statistical significance so abused?</vt:lpstr>
      <vt:lpstr>Should we retire statistical significance?</vt:lpstr>
      <vt:lpstr>RSS comments</vt:lpstr>
      <vt:lpstr>RSS comments continued</vt:lpstr>
      <vt:lpstr>Decision making</vt:lpstr>
      <vt:lpstr>The licensing challenge</vt:lpstr>
      <vt:lpstr>Methodologies available</vt:lpstr>
      <vt:lpstr>PowerPoint Presentation</vt:lpstr>
      <vt:lpstr>Natalizumab: MCDA weighted utilities analysis Contribution of each outcome for Natalizumab vs. placebo</vt:lpstr>
      <vt:lpstr>Natalizumab: Bayesian sensitivity analysis Distribution of overall benefit-risk score</vt:lpstr>
      <vt:lpstr>Dissemination and recommendations arising from PROTECT</vt:lpstr>
      <vt:lpstr>Alternatives to statistical significance</vt:lpstr>
      <vt:lpstr>Significance from the RSS and ASA  not to be retired!</vt:lpstr>
    </vt:vector>
  </TitlesOfParts>
  <Company>Imperial College London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Abby Bolt</dc:creator>
  <cp:lastModifiedBy>Steve Mallett</cp:lastModifiedBy>
  <cp:revision>31</cp:revision>
  <dcterms:created xsi:type="dcterms:W3CDTF">2017-02-16T14:49:58Z</dcterms:created>
  <dcterms:modified xsi:type="dcterms:W3CDTF">2020-07-08T19:35:06Z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0x010100120703F99AC3BC40B56718747C28CC51</vt:lpwstr>
  </property>
</Properties>
</file>