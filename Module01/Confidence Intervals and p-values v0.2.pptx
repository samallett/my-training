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60" r:id="rId2"/>
    <p:sldId id="263" r:id="rId3"/>
    <p:sldId id="261" r:id="rId4"/>
    <p:sldId id="262" r:id="rId5"/>
    <p:sldId id="290" r:id="rId6"/>
    <p:sldId id="268" r:id="rId7"/>
    <p:sldId id="271" r:id="rId8"/>
    <p:sldId id="294" r:id="rId9"/>
    <p:sldId id="295" r:id="rId10"/>
    <p:sldId id="278" r:id="rId11"/>
    <p:sldId id="288" r:id="rId12"/>
    <p:sldId id="279" r:id="rId13"/>
    <p:sldId id="293" r:id="rId14"/>
    <p:sldId id="292" r:id="rId15"/>
    <p:sldId id="287" r:id="rId16"/>
    <p:sldId id="284" r:id="rId17"/>
    <p:sldId id="280" r:id="rId18"/>
    <p:sldId id="270" r:id="rId19"/>
    <p:sldId id="273" r:id="rId20"/>
    <p:sldId id="26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F7E4"/>
    <a:srgbClr val="ABBA74"/>
    <a:srgbClr val="EFD36B"/>
    <a:srgbClr val="FFF5E9"/>
    <a:srgbClr val="FF0000"/>
    <a:srgbClr val="A1B262"/>
    <a:srgbClr val="CFD8B0"/>
    <a:srgbClr val="FCF8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4B2651-42C4-42E6-9F0B-8F214CA499C8}" v="462" dt="2026-01-11T14:43:39.6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79174" autoAdjust="0"/>
  </p:normalViewPr>
  <p:slideViewPr>
    <p:cSldViewPr snapToGrid="0">
      <p:cViewPr varScale="1">
        <p:scale>
          <a:sx n="122" d="100"/>
          <a:sy n="122" d="100"/>
        </p:scale>
        <p:origin x="90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 Mallett" userId="b425f3ce11035ade" providerId="LiveId" clId="{44F0D983-BCF1-421B-AB65-D04D21F55327}"/>
    <pc:docChg chg="undo redo custSel addSld delSld modSld sldOrd">
      <pc:chgData name="Steve Mallett" userId="b425f3ce11035ade" providerId="LiveId" clId="{44F0D983-BCF1-421B-AB65-D04D21F55327}" dt="2026-01-11T14:45:02.546" v="16126" actId="478"/>
      <pc:docMkLst>
        <pc:docMk/>
      </pc:docMkLst>
      <pc:sldChg chg="addSp delSp modSp mod modNotesTx">
        <pc:chgData name="Steve Mallett" userId="b425f3ce11035ade" providerId="LiveId" clId="{44F0D983-BCF1-421B-AB65-D04D21F55327}" dt="2026-01-07T17:01:52.369" v="10169" actId="20577"/>
        <pc:sldMkLst>
          <pc:docMk/>
          <pc:sldMk cId="1202728397" sldId="261"/>
        </pc:sldMkLst>
        <pc:spChg chg="mod">
          <ac:chgData name="Steve Mallett" userId="b425f3ce11035ade" providerId="LiveId" clId="{44F0D983-BCF1-421B-AB65-D04D21F55327}" dt="2026-01-07T16:40:42.470" v="9231" actId="20577"/>
          <ac:spMkLst>
            <pc:docMk/>
            <pc:sldMk cId="1202728397" sldId="261"/>
            <ac:spMk id="2" creationId="{BFBE6CA3-6B1A-8684-4162-3DD99F1889F5}"/>
          </ac:spMkLst>
        </pc:spChg>
        <pc:spChg chg="mod">
          <ac:chgData name="Steve Mallett" userId="b425f3ce11035ade" providerId="LiveId" clId="{44F0D983-BCF1-421B-AB65-D04D21F55327}" dt="2026-01-07T16:10:12.813" v="7344" actId="20577"/>
          <ac:spMkLst>
            <pc:docMk/>
            <pc:sldMk cId="1202728397" sldId="261"/>
            <ac:spMk id="3" creationId="{779958BD-3559-40B4-93E0-B944438D80C2}"/>
          </ac:spMkLst>
        </pc:spChg>
        <pc:spChg chg="mod topLvl">
          <ac:chgData name="Steve Mallett" userId="b425f3ce11035ade" providerId="LiveId" clId="{44F0D983-BCF1-421B-AB65-D04D21F55327}" dt="2026-01-07T16:07:38.191" v="7216" actId="1076"/>
          <ac:spMkLst>
            <pc:docMk/>
            <pc:sldMk cId="1202728397" sldId="261"/>
            <ac:spMk id="4" creationId="{F0B0DAD5-984E-99BC-37E6-964D2EDA53FE}"/>
          </ac:spMkLst>
        </pc:spChg>
        <pc:spChg chg="mod topLvl">
          <ac:chgData name="Steve Mallett" userId="b425f3ce11035ade" providerId="LiveId" clId="{44F0D983-BCF1-421B-AB65-D04D21F55327}" dt="2026-01-07T16:07:38.191" v="7216" actId="1076"/>
          <ac:spMkLst>
            <pc:docMk/>
            <pc:sldMk cId="1202728397" sldId="261"/>
            <ac:spMk id="7" creationId="{AFB5A97A-0FC6-D2AE-7E48-DE5FABD98C58}"/>
          </ac:spMkLst>
        </pc:spChg>
        <pc:spChg chg="mod topLvl">
          <ac:chgData name="Steve Mallett" userId="b425f3ce11035ade" providerId="LiveId" clId="{44F0D983-BCF1-421B-AB65-D04D21F55327}" dt="2026-01-07T16:07:38.191" v="7216" actId="1076"/>
          <ac:spMkLst>
            <pc:docMk/>
            <pc:sldMk cId="1202728397" sldId="261"/>
            <ac:spMk id="10" creationId="{5A1EC803-5046-4870-B6EF-8C4F7EF253D2}"/>
          </ac:spMkLst>
        </pc:spChg>
        <pc:spChg chg="mod">
          <ac:chgData name="Steve Mallett" userId="b425f3ce11035ade" providerId="LiveId" clId="{44F0D983-BCF1-421B-AB65-D04D21F55327}" dt="2026-01-07T16:07:38.191" v="7216" actId="1076"/>
          <ac:spMkLst>
            <pc:docMk/>
            <pc:sldMk cId="1202728397" sldId="261"/>
            <ac:spMk id="12" creationId="{E3D8DFE8-EB67-9366-6B7B-39B794413B24}"/>
          </ac:spMkLst>
        </pc:spChg>
        <pc:spChg chg="mod">
          <ac:chgData name="Steve Mallett" userId="b425f3ce11035ade" providerId="LiveId" clId="{44F0D983-BCF1-421B-AB65-D04D21F55327}" dt="2026-01-06T08:52:16.341" v="3203" actId="165"/>
          <ac:spMkLst>
            <pc:docMk/>
            <pc:sldMk cId="1202728397" sldId="261"/>
            <ac:spMk id="13" creationId="{AE417A4D-4AAA-4C7B-9375-946AEE559C39}"/>
          </ac:spMkLst>
        </pc:spChg>
        <pc:spChg chg="mod">
          <ac:chgData name="Steve Mallett" userId="b425f3ce11035ade" providerId="LiveId" clId="{44F0D983-BCF1-421B-AB65-D04D21F55327}" dt="2026-01-06T08:52:16.341" v="3203" actId="165"/>
          <ac:spMkLst>
            <pc:docMk/>
            <pc:sldMk cId="1202728397" sldId="261"/>
            <ac:spMk id="15" creationId="{A895E5B5-5F85-DAC7-BF37-3D0153CFAC49}"/>
          </ac:spMkLst>
        </pc:spChg>
        <pc:spChg chg="mod">
          <ac:chgData name="Steve Mallett" userId="b425f3ce11035ade" providerId="LiveId" clId="{44F0D983-BCF1-421B-AB65-D04D21F55327}" dt="2026-01-07T16:07:38.191" v="7216" actId="1076"/>
          <ac:spMkLst>
            <pc:docMk/>
            <pc:sldMk cId="1202728397" sldId="261"/>
            <ac:spMk id="17" creationId="{324E21E1-7A30-24B7-4F2C-75E1E2C81218}"/>
          </ac:spMkLst>
        </pc:spChg>
        <pc:spChg chg="mod">
          <ac:chgData name="Steve Mallett" userId="b425f3ce11035ade" providerId="LiveId" clId="{44F0D983-BCF1-421B-AB65-D04D21F55327}" dt="2026-01-06T08:52:16.341" v="3203" actId="165"/>
          <ac:spMkLst>
            <pc:docMk/>
            <pc:sldMk cId="1202728397" sldId="261"/>
            <ac:spMk id="18" creationId="{6ABC1CAF-004C-C236-899E-C479B9304628}"/>
          </ac:spMkLst>
        </pc:spChg>
        <pc:spChg chg="mod">
          <ac:chgData name="Steve Mallett" userId="b425f3ce11035ade" providerId="LiveId" clId="{44F0D983-BCF1-421B-AB65-D04D21F55327}" dt="2026-01-07T16:04:49.521" v="7166" actId="1076"/>
          <ac:spMkLst>
            <pc:docMk/>
            <pc:sldMk cId="1202728397" sldId="261"/>
            <ac:spMk id="23" creationId="{B3343EAE-BC2F-7FB4-7891-1565A5F7452A}"/>
          </ac:spMkLst>
        </pc:spChg>
        <pc:spChg chg="add mod">
          <ac:chgData name="Steve Mallett" userId="b425f3ce11035ade" providerId="LiveId" clId="{44F0D983-BCF1-421B-AB65-D04D21F55327}" dt="2026-01-07T16:07:38.191" v="7216" actId="1076"/>
          <ac:spMkLst>
            <pc:docMk/>
            <pc:sldMk cId="1202728397" sldId="261"/>
            <ac:spMk id="43" creationId="{BA37C5E8-8C8F-F0DD-6C9B-9224E75BA569}"/>
          </ac:spMkLst>
        </pc:spChg>
        <pc:spChg chg="add mod">
          <ac:chgData name="Steve Mallett" userId="b425f3ce11035ade" providerId="LiveId" clId="{44F0D983-BCF1-421B-AB65-D04D21F55327}" dt="2026-01-07T16:07:38.191" v="7216" actId="1076"/>
          <ac:spMkLst>
            <pc:docMk/>
            <pc:sldMk cId="1202728397" sldId="261"/>
            <ac:spMk id="54" creationId="{8BF109EB-2567-9A69-52A8-2E9BBAEB4DC0}"/>
          </ac:spMkLst>
        </pc:spChg>
        <pc:spChg chg="add mod">
          <ac:chgData name="Steve Mallett" userId="b425f3ce11035ade" providerId="LiveId" clId="{44F0D983-BCF1-421B-AB65-D04D21F55327}" dt="2026-01-07T16:07:38.191" v="7216" actId="1076"/>
          <ac:spMkLst>
            <pc:docMk/>
            <pc:sldMk cId="1202728397" sldId="261"/>
            <ac:spMk id="56" creationId="{75684C2A-887D-D8D4-392B-A0C6F683B59E}"/>
          </ac:spMkLst>
        </pc:spChg>
        <pc:spChg chg="add mod">
          <ac:chgData name="Steve Mallett" userId="b425f3ce11035ade" providerId="LiveId" clId="{44F0D983-BCF1-421B-AB65-D04D21F55327}" dt="2026-01-07T16:16:44.775" v="7546" actId="6549"/>
          <ac:spMkLst>
            <pc:docMk/>
            <pc:sldMk cId="1202728397" sldId="261"/>
            <ac:spMk id="58" creationId="{48F07B5B-143C-94CC-061B-52C1E7C658A3}"/>
          </ac:spMkLst>
        </pc:spChg>
        <pc:spChg chg="add mod">
          <ac:chgData name="Steve Mallett" userId="b425f3ce11035ade" providerId="LiveId" clId="{44F0D983-BCF1-421B-AB65-D04D21F55327}" dt="2026-01-07T16:07:38.191" v="7216" actId="1076"/>
          <ac:spMkLst>
            <pc:docMk/>
            <pc:sldMk cId="1202728397" sldId="261"/>
            <ac:spMk id="60" creationId="{BEF63338-CDB4-4706-558C-F4CC8B466E13}"/>
          </ac:spMkLst>
        </pc:spChg>
        <pc:spChg chg="add mod">
          <ac:chgData name="Steve Mallett" userId="b425f3ce11035ade" providerId="LiveId" clId="{44F0D983-BCF1-421B-AB65-D04D21F55327}" dt="2026-01-07T17:01:52.369" v="10169" actId="20577"/>
          <ac:spMkLst>
            <pc:docMk/>
            <pc:sldMk cId="1202728397" sldId="261"/>
            <ac:spMk id="62" creationId="{0B73E9FE-3685-DD41-D349-1CB0FD672B07}"/>
          </ac:spMkLst>
        </pc:spChg>
        <pc:grpChg chg="mod">
          <ac:chgData name="Steve Mallett" userId="b425f3ce11035ade" providerId="LiveId" clId="{44F0D983-BCF1-421B-AB65-D04D21F55327}" dt="2026-01-07T16:04:29.162" v="7163" actId="164"/>
          <ac:grpSpMkLst>
            <pc:docMk/>
            <pc:sldMk cId="1202728397" sldId="261"/>
            <ac:grpSpMk id="5" creationId="{8CEC6E29-0D16-5209-C49F-D25E6F422FC1}"/>
          </ac:grpSpMkLst>
        </pc:grpChg>
        <pc:grpChg chg="mod topLvl">
          <ac:chgData name="Steve Mallett" userId="b425f3ce11035ade" providerId="LiveId" clId="{44F0D983-BCF1-421B-AB65-D04D21F55327}" dt="2026-01-07T16:06:31.905" v="7198" actId="164"/>
          <ac:grpSpMkLst>
            <pc:docMk/>
            <pc:sldMk cId="1202728397" sldId="261"/>
            <ac:grpSpMk id="8" creationId="{6B78E7DA-E47B-C339-1A12-666A59B39B13}"/>
          </ac:grpSpMkLst>
        </pc:grpChg>
        <pc:grpChg chg="mod topLvl">
          <ac:chgData name="Steve Mallett" userId="b425f3ce11035ade" providerId="LiveId" clId="{44F0D983-BCF1-421B-AB65-D04D21F55327}" dt="2026-01-07T16:06:37.913" v="7199" actId="164"/>
          <ac:grpSpMkLst>
            <pc:docMk/>
            <pc:sldMk cId="1202728397" sldId="261"/>
            <ac:grpSpMk id="9" creationId="{B9CEB2E4-AA44-D595-7431-F71FB0460217}"/>
          </ac:grpSpMkLst>
        </pc:grpChg>
        <pc:grpChg chg="mod">
          <ac:chgData name="Steve Mallett" userId="b425f3ce11035ade" providerId="LiveId" clId="{44F0D983-BCF1-421B-AB65-D04D21F55327}" dt="2026-01-06T08:52:16.341" v="3203" actId="165"/>
          <ac:grpSpMkLst>
            <pc:docMk/>
            <pc:sldMk cId="1202728397" sldId="261"/>
            <ac:grpSpMk id="14" creationId="{0ECFB624-3FCD-143F-B28C-54EAF99CB867}"/>
          </ac:grpSpMkLst>
        </pc:grpChg>
        <pc:grpChg chg="mod">
          <ac:chgData name="Steve Mallett" userId="b425f3ce11035ade" providerId="LiveId" clId="{44F0D983-BCF1-421B-AB65-D04D21F55327}" dt="2026-01-07T16:04:49.521" v="7166" actId="1076"/>
          <ac:grpSpMkLst>
            <pc:docMk/>
            <pc:sldMk cId="1202728397" sldId="261"/>
            <ac:grpSpMk id="19" creationId="{9D4B634F-81A8-6CDB-9D44-DC1C320B40A1}"/>
          </ac:grpSpMkLst>
        </pc:grpChg>
        <pc:grpChg chg="add mod">
          <ac:chgData name="Steve Mallett" userId="b425f3ce11035ade" providerId="LiveId" clId="{44F0D983-BCF1-421B-AB65-D04D21F55327}" dt="2026-01-07T16:04:29.162" v="7163" actId="164"/>
          <ac:grpSpMkLst>
            <pc:docMk/>
            <pc:sldMk cId="1202728397" sldId="261"/>
            <ac:grpSpMk id="40" creationId="{D6B31019-68CC-494A-3D56-A4D2E4936713}"/>
          </ac:grpSpMkLst>
        </pc:grpChg>
        <pc:grpChg chg="add mod">
          <ac:chgData name="Steve Mallett" userId="b425f3ce11035ade" providerId="LiveId" clId="{44F0D983-BCF1-421B-AB65-D04D21F55327}" dt="2026-01-07T16:08:23.607" v="7227" actId="1076"/>
          <ac:grpSpMkLst>
            <pc:docMk/>
            <pc:sldMk cId="1202728397" sldId="261"/>
            <ac:grpSpMk id="41" creationId="{7D4595C7-ADC1-1AFD-1479-6D11ADD51EDE}"/>
          </ac:grpSpMkLst>
        </pc:grpChg>
        <pc:grpChg chg="add mod">
          <ac:chgData name="Steve Mallett" userId="b425f3ce11035ade" providerId="LiveId" clId="{44F0D983-BCF1-421B-AB65-D04D21F55327}" dt="2026-01-07T16:06:31.905" v="7198" actId="164"/>
          <ac:grpSpMkLst>
            <pc:docMk/>
            <pc:sldMk cId="1202728397" sldId="261"/>
            <ac:grpSpMk id="44" creationId="{E8077662-A3DE-658C-38B7-EB12DF95508D}"/>
          </ac:grpSpMkLst>
        </pc:grpChg>
        <pc:grpChg chg="add mod">
          <ac:chgData name="Steve Mallett" userId="b425f3ce11035ade" providerId="LiveId" clId="{44F0D983-BCF1-421B-AB65-D04D21F55327}" dt="2026-01-07T16:06:37.913" v="7199" actId="164"/>
          <ac:grpSpMkLst>
            <pc:docMk/>
            <pc:sldMk cId="1202728397" sldId="261"/>
            <ac:grpSpMk id="45" creationId="{47F67D8F-C5B1-1ED7-30C4-AB29D1650DDC}"/>
          </ac:grpSpMkLst>
        </pc:grpChg>
        <pc:graphicFrameChg chg="add mod ord modGraphic">
          <ac:chgData name="Steve Mallett" userId="b425f3ce11035ade" providerId="LiveId" clId="{44F0D983-BCF1-421B-AB65-D04D21F55327}" dt="2026-01-07T16:09:18.150" v="7247" actId="20577"/>
          <ac:graphicFrameMkLst>
            <pc:docMk/>
            <pc:sldMk cId="1202728397" sldId="261"/>
            <ac:graphicFrameMk id="46" creationId="{CDD4DF89-AF60-B274-0E63-B1C73124141A}"/>
          </ac:graphicFrameMkLst>
        </pc:graphicFrameChg>
        <pc:picChg chg="mod topLvl">
          <ac:chgData name="Steve Mallett" userId="b425f3ce11035ade" providerId="LiveId" clId="{44F0D983-BCF1-421B-AB65-D04D21F55327}" dt="2026-01-07T16:04:34.784" v="7164" actId="164"/>
          <ac:picMkLst>
            <pc:docMk/>
            <pc:sldMk cId="1202728397" sldId="261"/>
            <ac:picMk id="11" creationId="{5BCECC0D-5707-4FB9-8841-98F32B20FF7B}"/>
          </ac:picMkLst>
        </pc:picChg>
        <pc:picChg chg="mod">
          <ac:chgData name="Steve Mallett" userId="b425f3ce11035ade" providerId="LiveId" clId="{44F0D983-BCF1-421B-AB65-D04D21F55327}" dt="2026-01-07T16:04:49.521" v="7166" actId="1076"/>
          <ac:picMkLst>
            <pc:docMk/>
            <pc:sldMk cId="1202728397" sldId="261"/>
            <ac:picMk id="20" creationId="{55F8B3DD-8C8F-9BFD-A007-C4A12249AC63}"/>
          </ac:picMkLst>
        </pc:picChg>
        <pc:picChg chg="mod">
          <ac:chgData name="Steve Mallett" userId="b425f3ce11035ade" providerId="LiveId" clId="{44F0D983-BCF1-421B-AB65-D04D21F55327}" dt="2026-01-06T08:42:34.064" v="2839" actId="1076"/>
          <ac:picMkLst>
            <pc:docMk/>
            <pc:sldMk cId="1202728397" sldId="261"/>
            <ac:picMk id="24" creationId="{2CF4C1BC-FFDF-4D22-35C5-761145626FE8}"/>
          </ac:picMkLst>
        </pc:picChg>
        <pc:picChg chg="mod">
          <ac:chgData name="Steve Mallett" userId="b425f3ce11035ade" providerId="LiveId" clId="{44F0D983-BCF1-421B-AB65-D04D21F55327}" dt="2026-01-06T08:42:34.064" v="2839" actId="1076"/>
          <ac:picMkLst>
            <pc:docMk/>
            <pc:sldMk cId="1202728397" sldId="261"/>
            <ac:picMk id="25" creationId="{A1359F5D-93E7-C23F-97A7-4CE564EB91FF}"/>
          </ac:picMkLst>
        </pc:picChg>
        <pc:picChg chg="mod">
          <ac:chgData name="Steve Mallett" userId="b425f3ce11035ade" providerId="LiveId" clId="{44F0D983-BCF1-421B-AB65-D04D21F55327}" dt="2026-01-06T08:42:34.064" v="2839" actId="1076"/>
          <ac:picMkLst>
            <pc:docMk/>
            <pc:sldMk cId="1202728397" sldId="261"/>
            <ac:picMk id="27" creationId="{D00E8EA1-B546-C1CF-6AF7-F7E1EF4FBAE3}"/>
          </ac:picMkLst>
        </pc:picChg>
        <pc:picChg chg="mod">
          <ac:chgData name="Steve Mallett" userId="b425f3ce11035ade" providerId="LiveId" clId="{44F0D983-BCF1-421B-AB65-D04D21F55327}" dt="2026-01-06T08:42:34.064" v="2839" actId="1076"/>
          <ac:picMkLst>
            <pc:docMk/>
            <pc:sldMk cId="1202728397" sldId="261"/>
            <ac:picMk id="30" creationId="{C03618EE-3371-7F78-3369-97EC20B101C6}"/>
          </ac:picMkLst>
        </pc:picChg>
        <pc:picChg chg="mod">
          <ac:chgData name="Steve Mallett" userId="b425f3ce11035ade" providerId="LiveId" clId="{44F0D983-BCF1-421B-AB65-D04D21F55327}" dt="2026-01-06T08:42:34.064" v="2839" actId="1076"/>
          <ac:picMkLst>
            <pc:docMk/>
            <pc:sldMk cId="1202728397" sldId="261"/>
            <ac:picMk id="31" creationId="{A672D0BB-CB81-1ECC-82A9-3CB251F5249D}"/>
          </ac:picMkLst>
        </pc:picChg>
        <pc:picChg chg="mod">
          <ac:chgData name="Steve Mallett" userId="b425f3ce11035ade" providerId="LiveId" clId="{44F0D983-BCF1-421B-AB65-D04D21F55327}" dt="2026-01-06T08:42:34.064" v="2839" actId="1076"/>
          <ac:picMkLst>
            <pc:docMk/>
            <pc:sldMk cId="1202728397" sldId="261"/>
            <ac:picMk id="33" creationId="{829CD324-63D9-0672-3FA0-67147EFD4A64}"/>
          </ac:picMkLst>
        </pc:picChg>
        <pc:picChg chg="mod">
          <ac:chgData name="Steve Mallett" userId="b425f3ce11035ade" providerId="LiveId" clId="{44F0D983-BCF1-421B-AB65-D04D21F55327}" dt="2026-01-06T08:42:34.064" v="2839" actId="1076"/>
          <ac:picMkLst>
            <pc:docMk/>
            <pc:sldMk cId="1202728397" sldId="261"/>
            <ac:picMk id="34" creationId="{C1471725-6B1D-CA51-EA00-93ACDA4B3A2C}"/>
          </ac:picMkLst>
        </pc:picChg>
        <pc:picChg chg="mod">
          <ac:chgData name="Steve Mallett" userId="b425f3ce11035ade" providerId="LiveId" clId="{44F0D983-BCF1-421B-AB65-D04D21F55327}" dt="2026-01-06T08:42:34.064" v="2839" actId="1076"/>
          <ac:picMkLst>
            <pc:docMk/>
            <pc:sldMk cId="1202728397" sldId="261"/>
            <ac:picMk id="36" creationId="{5EBCBE73-7394-C058-97A5-5FE94BA9F2B6}"/>
          </ac:picMkLst>
        </pc:picChg>
        <pc:picChg chg="mod">
          <ac:chgData name="Steve Mallett" userId="b425f3ce11035ade" providerId="LiveId" clId="{44F0D983-BCF1-421B-AB65-D04D21F55327}" dt="2026-01-06T08:42:34.064" v="2839" actId="1076"/>
          <ac:picMkLst>
            <pc:docMk/>
            <pc:sldMk cId="1202728397" sldId="261"/>
            <ac:picMk id="37" creationId="{513630E7-EA89-F873-BE37-39DC992222E7}"/>
          </ac:picMkLst>
        </pc:picChg>
        <pc:picChg chg="mod">
          <ac:chgData name="Steve Mallett" userId="b425f3ce11035ade" providerId="LiveId" clId="{44F0D983-BCF1-421B-AB65-D04D21F55327}" dt="2026-01-06T08:42:34.064" v="2839" actId="1076"/>
          <ac:picMkLst>
            <pc:docMk/>
            <pc:sldMk cId="1202728397" sldId="261"/>
            <ac:picMk id="39" creationId="{47445F2E-68FB-050A-835C-A9B70049E87A}"/>
          </ac:picMkLst>
        </pc:picChg>
        <pc:picChg chg="add mod">
          <ac:chgData name="Steve Mallett" userId="b425f3ce11035ade" providerId="LiveId" clId="{44F0D983-BCF1-421B-AB65-D04D21F55327}" dt="2026-01-06T08:40:22.087" v="2780" actId="1076"/>
          <ac:picMkLst>
            <pc:docMk/>
            <pc:sldMk cId="1202728397" sldId="261"/>
            <ac:picMk id="61" creationId="{70CA0FCA-7BAF-891C-6D87-63574D124CD7}"/>
          </ac:picMkLst>
        </pc:picChg>
        <pc:cxnChg chg="mod">
          <ac:chgData name="Steve Mallett" userId="b425f3ce11035ade" providerId="LiveId" clId="{44F0D983-BCF1-421B-AB65-D04D21F55327}" dt="2026-01-06T08:52:16.341" v="3203" actId="165"/>
          <ac:cxnSpMkLst>
            <pc:docMk/>
            <pc:sldMk cId="1202728397" sldId="261"/>
            <ac:cxnSpMk id="16" creationId="{FE78774C-22D7-3D7B-A6CF-2802BA781D0B}"/>
          </ac:cxnSpMkLst>
        </pc:cxnChg>
        <pc:cxnChg chg="mod">
          <ac:chgData name="Steve Mallett" userId="b425f3ce11035ade" providerId="LiveId" clId="{44F0D983-BCF1-421B-AB65-D04D21F55327}" dt="2026-01-07T16:04:49.521" v="7166" actId="1076"/>
          <ac:cxnSpMkLst>
            <pc:docMk/>
            <pc:sldMk cId="1202728397" sldId="261"/>
            <ac:cxnSpMk id="21" creationId="{D6D08C0D-AB9B-8528-C1FD-AF42AE39D101}"/>
          </ac:cxnSpMkLst>
        </pc:cxnChg>
        <pc:cxnChg chg="mod">
          <ac:chgData name="Steve Mallett" userId="b425f3ce11035ade" providerId="LiveId" clId="{44F0D983-BCF1-421B-AB65-D04D21F55327}" dt="2026-01-07T16:04:49.521" v="7166" actId="1076"/>
          <ac:cxnSpMkLst>
            <pc:docMk/>
            <pc:sldMk cId="1202728397" sldId="261"/>
            <ac:cxnSpMk id="22" creationId="{A807AE89-A82F-8778-7977-DA51CFF828B1}"/>
          </ac:cxnSpMkLst>
        </pc:cxnChg>
      </pc:sldChg>
      <pc:sldChg chg="addSp delSp modSp mod modNotesTx">
        <pc:chgData name="Steve Mallett" userId="b425f3ce11035ade" providerId="LiveId" clId="{44F0D983-BCF1-421B-AB65-D04D21F55327}" dt="2026-01-09T17:03:58.566" v="11165" actId="6549"/>
        <pc:sldMkLst>
          <pc:docMk/>
          <pc:sldMk cId="207497229" sldId="262"/>
        </pc:sldMkLst>
        <pc:spChg chg="add mod">
          <ac:chgData name="Steve Mallett" userId="b425f3ce11035ade" providerId="LiveId" clId="{44F0D983-BCF1-421B-AB65-D04D21F55327}" dt="2026-01-07T16:40:54.158" v="9234"/>
          <ac:spMkLst>
            <pc:docMk/>
            <pc:sldMk cId="207497229" sldId="262"/>
            <ac:spMk id="178" creationId="{2EB21418-0FFA-0BBD-5DAE-15B6D9B6C325}"/>
          </ac:spMkLst>
        </pc:spChg>
        <pc:spChg chg="add mod ord">
          <ac:chgData name="Steve Mallett" userId="b425f3ce11035ade" providerId="LiveId" clId="{44F0D983-BCF1-421B-AB65-D04D21F55327}" dt="2026-01-07T16:51:52.947" v="9728" actId="167"/>
          <ac:spMkLst>
            <pc:docMk/>
            <pc:sldMk cId="207497229" sldId="262"/>
            <ac:spMk id="183" creationId="{FBB5BF3B-3079-75ED-2144-DB05D679AFFB}"/>
          </ac:spMkLst>
        </pc:spChg>
        <pc:spChg chg="add mod">
          <ac:chgData name="Steve Mallett" userId="b425f3ce11035ade" providerId="LiveId" clId="{44F0D983-BCF1-421B-AB65-D04D21F55327}" dt="2026-01-07T16:54:10.509" v="9823" actId="1076"/>
          <ac:spMkLst>
            <pc:docMk/>
            <pc:sldMk cId="207497229" sldId="262"/>
            <ac:spMk id="372" creationId="{F2219418-9263-E8AE-1D26-1772A7C485A8}"/>
          </ac:spMkLst>
        </pc:spChg>
        <pc:spChg chg="add mod">
          <ac:chgData name="Steve Mallett" userId="b425f3ce11035ade" providerId="LiveId" clId="{44F0D983-BCF1-421B-AB65-D04D21F55327}" dt="2026-01-07T16:54:10.509" v="9823" actId="1076"/>
          <ac:spMkLst>
            <pc:docMk/>
            <pc:sldMk cId="207497229" sldId="262"/>
            <ac:spMk id="373" creationId="{16149F22-2EC6-B27D-523C-39597AE9E286}"/>
          </ac:spMkLst>
        </pc:spChg>
        <pc:spChg chg="mod">
          <ac:chgData name="Steve Mallett" userId="b425f3ce11035ade" providerId="LiveId" clId="{44F0D983-BCF1-421B-AB65-D04D21F55327}" dt="2026-01-07T16:54:27.189" v="9828" actId="1076"/>
          <ac:spMkLst>
            <pc:docMk/>
            <pc:sldMk cId="207497229" sldId="262"/>
            <ac:spMk id="376" creationId="{5EE22B15-68AD-3E57-E966-2571F384CFD2}"/>
          </ac:spMkLst>
        </pc:spChg>
        <pc:spChg chg="mod">
          <ac:chgData name="Steve Mallett" userId="b425f3ce11035ade" providerId="LiveId" clId="{44F0D983-BCF1-421B-AB65-D04D21F55327}" dt="2026-01-07T16:54:27.189" v="9828" actId="1076"/>
          <ac:spMkLst>
            <pc:docMk/>
            <pc:sldMk cId="207497229" sldId="262"/>
            <ac:spMk id="377" creationId="{DD5B4C42-7C6F-290C-EF24-7C5C19ADF357}"/>
          </ac:spMkLst>
        </pc:spChg>
        <pc:spChg chg="add mod">
          <ac:chgData name="Steve Mallett" userId="b425f3ce11035ade" providerId="LiveId" clId="{44F0D983-BCF1-421B-AB65-D04D21F55327}" dt="2026-01-07T16:54:22.660" v="9827" actId="1076"/>
          <ac:spMkLst>
            <pc:docMk/>
            <pc:sldMk cId="207497229" sldId="262"/>
            <ac:spMk id="380" creationId="{15A45B8C-1A64-57C7-DE8C-9FE581E72C92}"/>
          </ac:spMkLst>
        </pc:spChg>
        <pc:grpChg chg="mod">
          <ac:chgData name="Steve Mallett" userId="b425f3ce11035ade" providerId="LiveId" clId="{44F0D983-BCF1-421B-AB65-D04D21F55327}" dt="2026-01-07T16:42:44.754" v="9295" actId="164"/>
          <ac:grpSpMkLst>
            <pc:docMk/>
            <pc:sldMk cId="207497229" sldId="262"/>
            <ac:grpSpMk id="22" creationId="{880D8C70-9BF1-7FD2-84C0-DE43E777E5DE}"/>
          </ac:grpSpMkLst>
        </pc:grpChg>
        <pc:grpChg chg="mod">
          <ac:chgData name="Steve Mallett" userId="b425f3ce11035ade" providerId="LiveId" clId="{44F0D983-BCF1-421B-AB65-D04D21F55327}" dt="2026-01-07T16:42:44.754" v="9295" actId="164"/>
          <ac:grpSpMkLst>
            <pc:docMk/>
            <pc:sldMk cId="207497229" sldId="262"/>
            <ac:grpSpMk id="39" creationId="{F9B642CD-0A1E-581A-1A38-D99D940A949E}"/>
          </ac:grpSpMkLst>
        </pc:grpChg>
        <pc:grpChg chg="mod">
          <ac:chgData name="Steve Mallett" userId="b425f3ce11035ade" providerId="LiveId" clId="{44F0D983-BCF1-421B-AB65-D04D21F55327}" dt="2026-01-07T16:42:44.754" v="9295" actId="164"/>
          <ac:grpSpMkLst>
            <pc:docMk/>
            <pc:sldMk cId="207497229" sldId="262"/>
            <ac:grpSpMk id="56" creationId="{47AA8B5F-F610-729A-7AB2-81F94228C351}"/>
          </ac:grpSpMkLst>
        </pc:grpChg>
        <pc:grpChg chg="mod">
          <ac:chgData name="Steve Mallett" userId="b425f3ce11035ade" providerId="LiveId" clId="{44F0D983-BCF1-421B-AB65-D04D21F55327}" dt="2026-01-07T16:42:44.754" v="9295" actId="164"/>
          <ac:grpSpMkLst>
            <pc:docMk/>
            <pc:sldMk cId="207497229" sldId="262"/>
            <ac:grpSpMk id="73" creationId="{5FBAE647-5160-912D-9523-483B69CF88EB}"/>
          </ac:grpSpMkLst>
        </pc:grpChg>
        <pc:grpChg chg="mod">
          <ac:chgData name="Steve Mallett" userId="b425f3ce11035ade" providerId="LiveId" clId="{44F0D983-BCF1-421B-AB65-D04D21F55327}" dt="2026-01-07T16:42:44.754" v="9295" actId="164"/>
          <ac:grpSpMkLst>
            <pc:docMk/>
            <pc:sldMk cId="207497229" sldId="262"/>
            <ac:grpSpMk id="90" creationId="{B6D32F7F-F8A0-2002-541E-F24A4297DC2F}"/>
          </ac:grpSpMkLst>
        </pc:grpChg>
        <pc:grpChg chg="mod">
          <ac:chgData name="Steve Mallett" userId="b425f3ce11035ade" providerId="LiveId" clId="{44F0D983-BCF1-421B-AB65-D04D21F55327}" dt="2026-01-07T16:42:44.754" v="9295" actId="164"/>
          <ac:grpSpMkLst>
            <pc:docMk/>
            <pc:sldMk cId="207497229" sldId="262"/>
            <ac:grpSpMk id="107" creationId="{E0C666DB-7D75-3AD4-F044-BF34E5BDFC65}"/>
          </ac:grpSpMkLst>
        </pc:grpChg>
        <pc:grpChg chg="mod">
          <ac:chgData name="Steve Mallett" userId="b425f3ce11035ade" providerId="LiveId" clId="{44F0D983-BCF1-421B-AB65-D04D21F55327}" dt="2026-01-07T16:42:44.754" v="9295" actId="164"/>
          <ac:grpSpMkLst>
            <pc:docMk/>
            <pc:sldMk cId="207497229" sldId="262"/>
            <ac:grpSpMk id="124" creationId="{1BFA9D49-48D3-62BC-638C-8BD05EBED680}"/>
          </ac:grpSpMkLst>
        </pc:grpChg>
        <pc:grpChg chg="mod">
          <ac:chgData name="Steve Mallett" userId="b425f3ce11035ade" providerId="LiveId" clId="{44F0D983-BCF1-421B-AB65-D04D21F55327}" dt="2026-01-07T16:42:44.754" v="9295" actId="164"/>
          <ac:grpSpMkLst>
            <pc:docMk/>
            <pc:sldMk cId="207497229" sldId="262"/>
            <ac:grpSpMk id="141" creationId="{CBF13F46-A385-E6F4-E9E3-8F27CBC657FA}"/>
          </ac:grpSpMkLst>
        </pc:grpChg>
        <pc:grpChg chg="mod">
          <ac:chgData name="Steve Mallett" userId="b425f3ce11035ade" providerId="LiveId" clId="{44F0D983-BCF1-421B-AB65-D04D21F55327}" dt="2026-01-07T16:42:44.754" v="9295" actId="164"/>
          <ac:grpSpMkLst>
            <pc:docMk/>
            <pc:sldMk cId="207497229" sldId="262"/>
            <ac:grpSpMk id="182" creationId="{097F735D-3640-DD67-5B6C-3FE65B3200AC}"/>
          </ac:grpSpMkLst>
        </pc:grpChg>
        <pc:grpChg chg="add mod">
          <ac:chgData name="Steve Mallett" userId="b425f3ce11035ade" providerId="LiveId" clId="{44F0D983-BCF1-421B-AB65-D04D21F55327}" dt="2026-01-07T16:45:50.178" v="9381" actId="164"/>
          <ac:grpSpMkLst>
            <pc:docMk/>
            <pc:sldMk cId="207497229" sldId="262"/>
            <ac:grpSpMk id="200" creationId="{CDC4F770-1356-CC64-C9F8-BBF7046F93DF}"/>
          </ac:grpSpMkLst>
        </pc:grpChg>
        <pc:grpChg chg="mod">
          <ac:chgData name="Steve Mallett" userId="b425f3ce11035ade" providerId="LiveId" clId="{44F0D983-BCF1-421B-AB65-D04D21F55327}" dt="2026-01-07T16:45:42.634" v="9379" actId="164"/>
          <ac:grpSpMkLst>
            <pc:docMk/>
            <pc:sldMk cId="207497229" sldId="262"/>
            <ac:grpSpMk id="201" creationId="{718D9BD5-4057-D015-A196-F6843C3DE5BC}"/>
          </ac:grpSpMkLst>
        </pc:grpChg>
        <pc:grpChg chg="add mod">
          <ac:chgData name="Steve Mallett" userId="b425f3ce11035ade" providerId="LiveId" clId="{44F0D983-BCF1-421B-AB65-D04D21F55327}" dt="2026-01-07T16:45:50.178" v="9381" actId="164"/>
          <ac:grpSpMkLst>
            <pc:docMk/>
            <pc:sldMk cId="207497229" sldId="262"/>
            <ac:grpSpMk id="374" creationId="{56ED2DBA-E519-0A07-E508-391F7F84ADBE}"/>
          </ac:grpSpMkLst>
        </pc:grpChg>
        <pc:grpChg chg="add mod">
          <ac:chgData name="Steve Mallett" userId="b425f3ce11035ade" providerId="LiveId" clId="{44F0D983-BCF1-421B-AB65-D04D21F55327}" dt="2026-01-07T16:45:42.634" v="9379" actId="164"/>
          <ac:grpSpMkLst>
            <pc:docMk/>
            <pc:sldMk cId="207497229" sldId="262"/>
            <ac:grpSpMk id="375" creationId="{EC47541F-6FCE-D9AF-B0F5-9EA08DE6D043}"/>
          </ac:grpSpMkLst>
        </pc:grpChg>
        <pc:grpChg chg="add mod">
          <ac:chgData name="Steve Mallett" userId="b425f3ce11035ade" providerId="LiveId" clId="{44F0D983-BCF1-421B-AB65-D04D21F55327}" dt="2026-01-07T16:45:42.634" v="9379" actId="164"/>
          <ac:grpSpMkLst>
            <pc:docMk/>
            <pc:sldMk cId="207497229" sldId="262"/>
            <ac:grpSpMk id="378" creationId="{5629D8AF-BC23-24A5-37C3-56D59DEBF4F9}"/>
          </ac:grpSpMkLst>
        </pc:grpChg>
        <pc:grpChg chg="add mod">
          <ac:chgData name="Steve Mallett" userId="b425f3ce11035ade" providerId="LiveId" clId="{44F0D983-BCF1-421B-AB65-D04D21F55327}" dt="2026-01-07T16:45:50.178" v="9381" actId="164"/>
          <ac:grpSpMkLst>
            <pc:docMk/>
            <pc:sldMk cId="207497229" sldId="262"/>
            <ac:grpSpMk id="379" creationId="{99C96C90-6D78-115F-3364-43FEECD71981}"/>
          </ac:grpSpMkLst>
        </pc:grpChg>
        <pc:graphicFrameChg chg="add mod modGraphic">
          <ac:chgData name="Steve Mallett" userId="b425f3ce11035ade" providerId="LiveId" clId="{44F0D983-BCF1-421B-AB65-D04D21F55327}" dt="2026-01-07T17:07:27.112" v="10549" actId="20577"/>
          <ac:graphicFrameMkLst>
            <pc:docMk/>
            <pc:sldMk cId="207497229" sldId="262"/>
            <ac:graphicFrameMk id="381" creationId="{5C261ECA-1425-6720-CB5A-05F8647C6CE0}"/>
          </ac:graphicFrameMkLst>
        </pc:graphicFrameChg>
        <pc:picChg chg="mod">
          <ac:chgData name="Steve Mallett" userId="b425f3ce11035ade" providerId="LiveId" clId="{44F0D983-BCF1-421B-AB65-D04D21F55327}" dt="2026-01-06T09:19:07.680" v="4075" actId="1076"/>
          <ac:picMkLst>
            <pc:docMk/>
            <pc:sldMk cId="207497229" sldId="262"/>
            <ac:picMk id="13" creationId="{02A8E007-D414-7A94-78EC-D4625A8085E4}"/>
          </ac:picMkLst>
        </pc:picChg>
        <pc:picChg chg="mod">
          <ac:chgData name="Steve Mallett" userId="b425f3ce11035ade" providerId="LiveId" clId="{44F0D983-BCF1-421B-AB65-D04D21F55327}" dt="2026-01-07T16:54:10.509" v="9823" actId="1076"/>
          <ac:picMkLst>
            <pc:docMk/>
            <pc:sldMk cId="207497229" sldId="262"/>
            <ac:picMk id="26" creationId="{EFBAFDFD-806B-7D9C-5BFE-EA46265533CD}"/>
          </ac:picMkLst>
        </pc:picChg>
        <pc:picChg chg="mod">
          <ac:chgData name="Steve Mallett" userId="b425f3ce11035ade" providerId="LiveId" clId="{44F0D983-BCF1-421B-AB65-D04D21F55327}" dt="2026-01-07T16:44:32.089" v="9342" actId="1076"/>
          <ac:picMkLst>
            <pc:docMk/>
            <pc:sldMk cId="207497229" sldId="262"/>
            <ac:picMk id="52" creationId="{282E76CA-F5D5-5517-9A62-2E6C5E2BD0B2}"/>
          </ac:picMkLst>
        </pc:picChg>
        <pc:picChg chg="mod">
          <ac:chgData name="Steve Mallett" userId="b425f3ce11035ade" providerId="LiveId" clId="{44F0D983-BCF1-421B-AB65-D04D21F55327}" dt="2026-01-07T16:54:10.509" v="9823" actId="1076"/>
          <ac:picMkLst>
            <pc:docMk/>
            <pc:sldMk cId="207497229" sldId="262"/>
            <ac:picMk id="57" creationId="{3F97263C-13FE-5C5D-4E0F-596F06B54F32}"/>
          </ac:picMkLst>
        </pc:picChg>
        <pc:picChg chg="mod">
          <ac:chgData name="Steve Mallett" userId="b425f3ce11035ade" providerId="LiveId" clId="{44F0D983-BCF1-421B-AB65-D04D21F55327}" dt="2026-01-06T09:19:07.680" v="4075" actId="1076"/>
          <ac:picMkLst>
            <pc:docMk/>
            <pc:sldMk cId="207497229" sldId="262"/>
            <ac:picMk id="64" creationId="{A09C5796-2D99-2656-5686-92346A0EE004}"/>
          </ac:picMkLst>
        </pc:picChg>
        <pc:picChg chg="mod">
          <ac:chgData name="Steve Mallett" userId="b425f3ce11035ade" providerId="LiveId" clId="{44F0D983-BCF1-421B-AB65-D04D21F55327}" dt="2026-01-07T16:54:10.509" v="9823" actId="1076"/>
          <ac:picMkLst>
            <pc:docMk/>
            <pc:sldMk cId="207497229" sldId="262"/>
            <ac:picMk id="75" creationId="{970FF49B-1C91-D3A6-CEC6-50CCD12B2288}"/>
          </ac:picMkLst>
        </pc:picChg>
        <pc:picChg chg="mod">
          <ac:chgData name="Steve Mallett" userId="b425f3ce11035ade" providerId="LiveId" clId="{44F0D983-BCF1-421B-AB65-D04D21F55327}" dt="2026-01-06T09:19:07.680" v="4075" actId="1076"/>
          <ac:picMkLst>
            <pc:docMk/>
            <pc:sldMk cId="207497229" sldId="262"/>
            <ac:picMk id="108" creationId="{24240A3B-0788-C13C-3CF3-0E885DCE5EA2}"/>
          </ac:picMkLst>
        </pc:picChg>
        <pc:picChg chg="mod">
          <ac:chgData name="Steve Mallett" userId="b425f3ce11035ade" providerId="LiveId" clId="{44F0D983-BCF1-421B-AB65-D04D21F55327}" dt="2026-01-06T09:19:07.680" v="4075" actId="1076"/>
          <ac:picMkLst>
            <pc:docMk/>
            <pc:sldMk cId="207497229" sldId="262"/>
            <ac:picMk id="111" creationId="{55CF0FAC-E8B4-D39D-D479-693948210325}"/>
          </ac:picMkLst>
        </pc:picChg>
        <pc:picChg chg="mod">
          <ac:chgData name="Steve Mallett" userId="b425f3ce11035ade" providerId="LiveId" clId="{44F0D983-BCF1-421B-AB65-D04D21F55327}" dt="2026-01-07T16:54:10.509" v="9823" actId="1076"/>
          <ac:picMkLst>
            <pc:docMk/>
            <pc:sldMk cId="207497229" sldId="262"/>
            <ac:picMk id="112" creationId="{85F83B30-5163-D763-0E2D-00A194B40AA4}"/>
          </ac:picMkLst>
        </pc:picChg>
        <pc:picChg chg="mod">
          <ac:chgData name="Steve Mallett" userId="b425f3ce11035ade" providerId="LiveId" clId="{44F0D983-BCF1-421B-AB65-D04D21F55327}" dt="2026-01-07T16:54:10.509" v="9823" actId="1076"/>
          <ac:picMkLst>
            <pc:docMk/>
            <pc:sldMk cId="207497229" sldId="262"/>
            <ac:picMk id="120" creationId="{CC5EC462-3945-B853-9E66-F52483A284D3}"/>
          </ac:picMkLst>
        </pc:picChg>
        <pc:picChg chg="mod">
          <ac:chgData name="Steve Mallett" userId="b425f3ce11035ade" providerId="LiveId" clId="{44F0D983-BCF1-421B-AB65-D04D21F55327}" dt="2026-01-06T09:19:07.680" v="4075" actId="1076"/>
          <ac:picMkLst>
            <pc:docMk/>
            <pc:sldMk cId="207497229" sldId="262"/>
            <ac:picMk id="126" creationId="{270D1DA6-F066-110B-D1BB-6CF06EC37B9A}"/>
          </ac:picMkLst>
        </pc:picChg>
        <pc:picChg chg="mod">
          <ac:chgData name="Steve Mallett" userId="b425f3ce11035ade" providerId="LiveId" clId="{44F0D983-BCF1-421B-AB65-D04D21F55327}" dt="2026-01-06T09:19:07.680" v="4075" actId="1076"/>
          <ac:picMkLst>
            <pc:docMk/>
            <pc:sldMk cId="207497229" sldId="262"/>
            <ac:picMk id="127" creationId="{3C5902B1-9709-C79C-9919-831743ADE10D}"/>
          </ac:picMkLst>
        </pc:picChg>
        <pc:picChg chg="mod">
          <ac:chgData name="Steve Mallett" userId="b425f3ce11035ade" providerId="LiveId" clId="{44F0D983-BCF1-421B-AB65-D04D21F55327}" dt="2026-01-06T09:19:07.680" v="4075" actId="1076"/>
          <ac:picMkLst>
            <pc:docMk/>
            <pc:sldMk cId="207497229" sldId="262"/>
            <ac:picMk id="129" creationId="{39D495B7-B9F8-938F-C93B-C550CE275320}"/>
          </ac:picMkLst>
        </pc:picChg>
        <pc:picChg chg="mod">
          <ac:chgData name="Steve Mallett" userId="b425f3ce11035ade" providerId="LiveId" clId="{44F0D983-BCF1-421B-AB65-D04D21F55327}" dt="2026-01-06T09:19:07.680" v="4075" actId="1076"/>
          <ac:picMkLst>
            <pc:docMk/>
            <pc:sldMk cId="207497229" sldId="262"/>
            <ac:picMk id="133" creationId="{D3067904-2F39-4F87-65E6-D87F3A5F7A8F}"/>
          </ac:picMkLst>
        </pc:picChg>
        <pc:picChg chg="mod">
          <ac:chgData name="Steve Mallett" userId="b425f3ce11035ade" providerId="LiveId" clId="{44F0D983-BCF1-421B-AB65-D04D21F55327}" dt="2026-01-07T16:54:10.509" v="9823" actId="1076"/>
          <ac:picMkLst>
            <pc:docMk/>
            <pc:sldMk cId="207497229" sldId="262"/>
            <ac:picMk id="135" creationId="{13DCBA03-787D-95F8-6FD6-FDDD90F89563}"/>
          </ac:picMkLst>
        </pc:picChg>
        <pc:picChg chg="mod">
          <ac:chgData name="Steve Mallett" userId="b425f3ce11035ade" providerId="LiveId" clId="{44F0D983-BCF1-421B-AB65-D04D21F55327}" dt="2026-01-07T16:44:32.089" v="9342" actId="1076"/>
          <ac:picMkLst>
            <pc:docMk/>
            <pc:sldMk cId="207497229" sldId="262"/>
            <ac:picMk id="144" creationId="{CFBAFFDF-68D7-B0C9-5B58-E47A3858701A}"/>
          </ac:picMkLst>
        </pc:picChg>
        <pc:picChg chg="mod">
          <ac:chgData name="Steve Mallett" userId="b425f3ce11035ade" providerId="LiveId" clId="{44F0D983-BCF1-421B-AB65-D04D21F55327}" dt="2026-01-06T09:19:07.680" v="4075" actId="1076"/>
          <ac:picMkLst>
            <pc:docMk/>
            <pc:sldMk cId="207497229" sldId="262"/>
            <ac:picMk id="149" creationId="{04A27ED2-EE42-FBB1-E80D-F3C787184352}"/>
          </ac:picMkLst>
        </pc:picChg>
        <pc:picChg chg="mod">
          <ac:chgData name="Steve Mallett" userId="b425f3ce11035ade" providerId="LiveId" clId="{44F0D983-BCF1-421B-AB65-D04D21F55327}" dt="2026-01-07T16:54:10.509" v="9823" actId="1076"/>
          <ac:picMkLst>
            <pc:docMk/>
            <pc:sldMk cId="207497229" sldId="262"/>
            <ac:picMk id="150" creationId="{570087FC-3122-7C59-5618-9ED48783EBA8}"/>
          </ac:picMkLst>
        </pc:picChg>
        <pc:picChg chg="mod">
          <ac:chgData name="Steve Mallett" userId="b425f3ce11035ade" providerId="LiveId" clId="{44F0D983-BCF1-421B-AB65-D04D21F55327}" dt="2026-01-06T09:19:07.680" v="4075" actId="1076"/>
          <ac:picMkLst>
            <pc:docMk/>
            <pc:sldMk cId="207497229" sldId="262"/>
            <ac:picMk id="155" creationId="{AC892920-5A28-CED3-DE34-54DD64A21D45}"/>
          </ac:picMkLst>
        </pc:picChg>
        <pc:picChg chg="mod">
          <ac:chgData name="Steve Mallett" userId="b425f3ce11035ade" providerId="LiveId" clId="{44F0D983-BCF1-421B-AB65-D04D21F55327}" dt="2026-01-07T16:54:10.509" v="9823" actId="1076"/>
          <ac:picMkLst>
            <pc:docMk/>
            <pc:sldMk cId="207497229" sldId="262"/>
            <ac:picMk id="157" creationId="{B975023D-AF54-2448-07FA-F62D38A56CEF}"/>
          </ac:picMkLst>
        </pc:picChg>
        <pc:picChg chg="mod">
          <ac:chgData name="Steve Mallett" userId="b425f3ce11035ade" providerId="LiveId" clId="{44F0D983-BCF1-421B-AB65-D04D21F55327}" dt="2026-01-07T16:42:35.582" v="9294" actId="1076"/>
          <ac:picMkLst>
            <pc:docMk/>
            <pc:sldMk cId="207497229" sldId="262"/>
            <ac:picMk id="184" creationId="{64549D2D-A019-4C73-34ED-0A57B18091A5}"/>
          </ac:picMkLst>
        </pc:picChg>
        <pc:picChg chg="mod">
          <ac:chgData name="Steve Mallett" userId="b425f3ce11035ade" providerId="LiveId" clId="{44F0D983-BCF1-421B-AB65-D04D21F55327}" dt="2026-01-07T16:42:35.582" v="9294" actId="1076"/>
          <ac:picMkLst>
            <pc:docMk/>
            <pc:sldMk cId="207497229" sldId="262"/>
            <ac:picMk id="185" creationId="{6E057295-024E-78D0-969B-742FB899595F}"/>
          </ac:picMkLst>
        </pc:picChg>
        <pc:picChg chg="mod">
          <ac:chgData name="Steve Mallett" userId="b425f3ce11035ade" providerId="LiveId" clId="{44F0D983-BCF1-421B-AB65-D04D21F55327}" dt="2026-01-07T16:42:35.582" v="9294" actId="1076"/>
          <ac:picMkLst>
            <pc:docMk/>
            <pc:sldMk cId="207497229" sldId="262"/>
            <ac:picMk id="187" creationId="{A4754482-2189-316C-EC16-3C25D0E7BA24}"/>
          </ac:picMkLst>
        </pc:picChg>
        <pc:picChg chg="mod">
          <ac:chgData name="Steve Mallett" userId="b425f3ce11035ade" providerId="LiveId" clId="{44F0D983-BCF1-421B-AB65-D04D21F55327}" dt="2026-01-07T16:42:35.582" v="9294" actId="1076"/>
          <ac:picMkLst>
            <pc:docMk/>
            <pc:sldMk cId="207497229" sldId="262"/>
            <ac:picMk id="188" creationId="{4C6AA082-599F-27DA-8808-E4EB43D9FA3C}"/>
          </ac:picMkLst>
        </pc:picChg>
        <pc:picChg chg="mod">
          <ac:chgData name="Steve Mallett" userId="b425f3ce11035ade" providerId="LiveId" clId="{44F0D983-BCF1-421B-AB65-D04D21F55327}" dt="2026-01-07T16:42:35.582" v="9294" actId="1076"/>
          <ac:picMkLst>
            <pc:docMk/>
            <pc:sldMk cId="207497229" sldId="262"/>
            <ac:picMk id="191" creationId="{AB18DCE6-C0F1-5DE4-94B1-4D63CD3912C6}"/>
          </ac:picMkLst>
        </pc:picChg>
        <pc:picChg chg="mod">
          <ac:chgData name="Steve Mallett" userId="b425f3ce11035ade" providerId="LiveId" clId="{44F0D983-BCF1-421B-AB65-D04D21F55327}" dt="2026-01-07T16:42:35.582" v="9294" actId="1076"/>
          <ac:picMkLst>
            <pc:docMk/>
            <pc:sldMk cId="207497229" sldId="262"/>
            <ac:picMk id="194" creationId="{C38E3FE9-FAAE-0D1C-FDBC-DAF1A71154FB}"/>
          </ac:picMkLst>
        </pc:picChg>
        <pc:picChg chg="mod">
          <ac:chgData name="Steve Mallett" userId="b425f3ce11035ade" providerId="LiveId" clId="{44F0D983-BCF1-421B-AB65-D04D21F55327}" dt="2026-01-07T16:42:35.582" v="9294" actId="1076"/>
          <ac:picMkLst>
            <pc:docMk/>
            <pc:sldMk cId="207497229" sldId="262"/>
            <ac:picMk id="196" creationId="{5EA7A600-F217-8E5C-D415-E51B23CC5E4C}"/>
          </ac:picMkLst>
        </pc:picChg>
        <pc:picChg chg="mod">
          <ac:chgData name="Steve Mallett" userId="b425f3ce11035ade" providerId="LiveId" clId="{44F0D983-BCF1-421B-AB65-D04D21F55327}" dt="2026-01-07T16:42:35.582" v="9294" actId="1076"/>
          <ac:picMkLst>
            <pc:docMk/>
            <pc:sldMk cId="207497229" sldId="262"/>
            <ac:picMk id="197" creationId="{117B5DA9-66F2-C217-79B3-15CCB86C81AE}"/>
          </ac:picMkLst>
        </pc:picChg>
        <pc:picChg chg="mod">
          <ac:chgData name="Steve Mallett" userId="b425f3ce11035ade" providerId="LiveId" clId="{44F0D983-BCF1-421B-AB65-D04D21F55327}" dt="2026-01-07T16:42:35.582" v="9294" actId="1076"/>
          <ac:picMkLst>
            <pc:docMk/>
            <pc:sldMk cId="207497229" sldId="262"/>
            <ac:picMk id="198" creationId="{A4080721-7C5D-7098-58BF-0E1EACBD8432}"/>
          </ac:picMkLst>
        </pc:picChg>
        <pc:picChg chg="mod">
          <ac:chgData name="Steve Mallett" userId="b425f3ce11035ade" providerId="LiveId" clId="{44F0D983-BCF1-421B-AB65-D04D21F55327}" dt="2026-01-07T16:42:35.582" v="9294" actId="1076"/>
          <ac:picMkLst>
            <pc:docMk/>
            <pc:sldMk cId="207497229" sldId="262"/>
            <ac:picMk id="199" creationId="{E725C4EB-2A15-79AA-86E6-62A389502D9D}"/>
          </ac:picMkLst>
        </pc:picChg>
        <pc:picChg chg="mod">
          <ac:chgData name="Steve Mallett" userId="b425f3ce11035ade" providerId="LiveId" clId="{44F0D983-BCF1-421B-AB65-D04D21F55327}" dt="2026-01-07T16:45:18.009" v="9355" actId="1076"/>
          <ac:picMkLst>
            <pc:docMk/>
            <pc:sldMk cId="207497229" sldId="262"/>
            <ac:picMk id="235" creationId="{BE24812E-1625-8952-492F-A72CBA282C27}"/>
          </ac:picMkLst>
        </pc:picChg>
        <pc:picChg chg="mod">
          <ac:chgData name="Steve Mallett" userId="b425f3ce11035ade" providerId="LiveId" clId="{44F0D983-BCF1-421B-AB65-D04D21F55327}" dt="2026-01-07T16:54:27.189" v="9828" actId="1076"/>
          <ac:picMkLst>
            <pc:docMk/>
            <pc:sldMk cId="207497229" sldId="262"/>
            <ac:picMk id="310" creationId="{E96EE77E-9CD9-1BD3-5E44-A8E13948FFCD}"/>
          </ac:picMkLst>
        </pc:picChg>
        <pc:picChg chg="mod">
          <ac:chgData name="Steve Mallett" userId="b425f3ce11035ade" providerId="LiveId" clId="{44F0D983-BCF1-421B-AB65-D04D21F55327}" dt="2026-01-07T16:54:27.189" v="9828" actId="1076"/>
          <ac:picMkLst>
            <pc:docMk/>
            <pc:sldMk cId="207497229" sldId="262"/>
            <ac:picMk id="312" creationId="{35EC306A-9C81-0E52-4728-5537F87ED7B7}"/>
          </ac:picMkLst>
        </pc:picChg>
        <pc:picChg chg="mod">
          <ac:chgData name="Steve Mallett" userId="b425f3ce11035ade" providerId="LiveId" clId="{44F0D983-BCF1-421B-AB65-D04D21F55327}" dt="2026-01-07T16:54:27.189" v="9828" actId="1076"/>
          <ac:picMkLst>
            <pc:docMk/>
            <pc:sldMk cId="207497229" sldId="262"/>
            <ac:picMk id="326" creationId="{4B9B16F3-A0DF-29E6-5786-69C07003B1C5}"/>
          </ac:picMkLst>
        </pc:picChg>
        <pc:picChg chg="mod">
          <ac:chgData name="Steve Mallett" userId="b425f3ce11035ade" providerId="LiveId" clId="{44F0D983-BCF1-421B-AB65-D04D21F55327}" dt="2026-01-07T16:54:27.189" v="9828" actId="1076"/>
          <ac:picMkLst>
            <pc:docMk/>
            <pc:sldMk cId="207497229" sldId="262"/>
            <ac:picMk id="330" creationId="{BE299535-E18E-4CD8-DE92-B35330EFAE3C}"/>
          </ac:picMkLst>
        </pc:picChg>
        <pc:picChg chg="mod">
          <ac:chgData name="Steve Mallett" userId="b425f3ce11035ade" providerId="LiveId" clId="{44F0D983-BCF1-421B-AB65-D04D21F55327}" dt="2026-01-07T16:54:27.189" v="9828" actId="1076"/>
          <ac:picMkLst>
            <pc:docMk/>
            <pc:sldMk cId="207497229" sldId="262"/>
            <ac:picMk id="331" creationId="{54913065-765A-2B99-A895-ED70216075B5}"/>
          </ac:picMkLst>
        </pc:picChg>
        <pc:picChg chg="mod">
          <ac:chgData name="Steve Mallett" userId="b425f3ce11035ade" providerId="LiveId" clId="{44F0D983-BCF1-421B-AB65-D04D21F55327}" dt="2026-01-07T16:54:27.189" v="9828" actId="1076"/>
          <ac:picMkLst>
            <pc:docMk/>
            <pc:sldMk cId="207497229" sldId="262"/>
            <ac:picMk id="332" creationId="{1B54A312-4920-B924-9FCA-442E6D7F2629}"/>
          </ac:picMkLst>
        </pc:picChg>
        <pc:picChg chg="mod">
          <ac:chgData name="Steve Mallett" userId="b425f3ce11035ade" providerId="LiveId" clId="{44F0D983-BCF1-421B-AB65-D04D21F55327}" dt="2026-01-07T16:45:18.009" v="9355" actId="1076"/>
          <ac:picMkLst>
            <pc:docMk/>
            <pc:sldMk cId="207497229" sldId="262"/>
            <ac:picMk id="340" creationId="{1BE49428-63CB-B47A-9741-04C9A9B868C6}"/>
          </ac:picMkLst>
        </pc:picChg>
        <pc:picChg chg="mod">
          <ac:chgData name="Steve Mallett" userId="b425f3ce11035ade" providerId="LiveId" clId="{44F0D983-BCF1-421B-AB65-D04D21F55327}" dt="2026-01-07T16:54:27.189" v="9828" actId="1076"/>
          <ac:picMkLst>
            <pc:docMk/>
            <pc:sldMk cId="207497229" sldId="262"/>
            <ac:picMk id="342" creationId="{7F3BAA61-992E-D613-40F1-1636CA12BCD7}"/>
          </ac:picMkLst>
        </pc:picChg>
        <pc:picChg chg="mod">
          <ac:chgData name="Steve Mallett" userId="b425f3ce11035ade" providerId="LiveId" clId="{44F0D983-BCF1-421B-AB65-D04D21F55327}" dt="2026-01-07T16:54:27.189" v="9828" actId="1076"/>
          <ac:picMkLst>
            <pc:docMk/>
            <pc:sldMk cId="207497229" sldId="262"/>
            <ac:picMk id="345" creationId="{F8FC8BFA-CDEB-200A-CB62-2E52CAE97E27}"/>
          </ac:picMkLst>
        </pc:picChg>
      </pc:sldChg>
      <pc:sldChg chg="addSp delSp modSp add mod modNotesTx">
        <pc:chgData name="Steve Mallett" userId="b425f3ce11035ade" providerId="LiveId" clId="{44F0D983-BCF1-421B-AB65-D04D21F55327}" dt="2026-01-11T14:19:21.457" v="15302" actId="20577"/>
        <pc:sldMkLst>
          <pc:docMk/>
          <pc:sldMk cId="2428188655" sldId="268"/>
        </pc:sldMkLst>
        <pc:spChg chg="add del mod">
          <ac:chgData name="Steve Mallett" userId="b425f3ce11035ade" providerId="LiveId" clId="{44F0D983-BCF1-421B-AB65-D04D21F55327}" dt="2026-01-11T14:02:54.397" v="14638" actId="478"/>
          <ac:spMkLst>
            <pc:docMk/>
            <pc:sldMk cId="2428188655" sldId="268"/>
            <ac:spMk id="3" creationId="{9C3A93D2-0F99-E33E-E16B-546DECD7DD85}"/>
          </ac:spMkLst>
        </pc:spChg>
        <pc:spChg chg="add del mod">
          <ac:chgData name="Steve Mallett" userId="b425f3ce11035ade" providerId="LiveId" clId="{44F0D983-BCF1-421B-AB65-D04D21F55327}" dt="2026-01-11T14:09:52.233" v="14945" actId="478"/>
          <ac:spMkLst>
            <pc:docMk/>
            <pc:sldMk cId="2428188655" sldId="268"/>
            <ac:spMk id="6" creationId="{FE8BE80A-1404-62B9-A825-493EDB848FD1}"/>
          </ac:spMkLst>
        </pc:spChg>
        <pc:spChg chg="add mod topLvl">
          <ac:chgData name="Steve Mallett" userId="b425f3ce11035ade" providerId="LiveId" clId="{44F0D983-BCF1-421B-AB65-D04D21F55327}" dt="2026-01-11T14:16:03.194" v="15233" actId="165"/>
          <ac:spMkLst>
            <pc:docMk/>
            <pc:sldMk cId="2428188655" sldId="268"/>
            <ac:spMk id="8" creationId="{F1F10048-0621-8EE9-912D-FE183D60181E}"/>
          </ac:spMkLst>
        </pc:spChg>
        <pc:spChg chg="add mod">
          <ac:chgData name="Steve Mallett" userId="b425f3ce11035ade" providerId="LiveId" clId="{44F0D983-BCF1-421B-AB65-D04D21F55327}" dt="2026-01-09T16:52:06.162" v="11164" actId="20577"/>
          <ac:spMkLst>
            <pc:docMk/>
            <pc:sldMk cId="2428188655" sldId="268"/>
            <ac:spMk id="9" creationId="{B24B2137-5F58-A577-8665-45DF5211EDA8}"/>
          </ac:spMkLst>
        </pc:spChg>
        <pc:spChg chg="mod">
          <ac:chgData name="Steve Mallett" userId="b425f3ce11035ade" providerId="LiveId" clId="{44F0D983-BCF1-421B-AB65-D04D21F55327}" dt="2026-01-11T14:19:21.457" v="15302" actId="20577"/>
          <ac:spMkLst>
            <pc:docMk/>
            <pc:sldMk cId="2428188655" sldId="268"/>
            <ac:spMk id="10" creationId="{482E47EE-5BE8-439D-79D4-4E8970A9D49F}"/>
          </ac:spMkLst>
        </pc:spChg>
        <pc:spChg chg="add del mod topLvl">
          <ac:chgData name="Steve Mallett" userId="b425f3ce11035ade" providerId="LiveId" clId="{44F0D983-BCF1-421B-AB65-D04D21F55327}" dt="2026-01-11T14:06:56.802" v="14701" actId="478"/>
          <ac:spMkLst>
            <pc:docMk/>
            <pc:sldMk cId="2428188655" sldId="268"/>
            <ac:spMk id="11" creationId="{6D519276-931A-28CB-A1FA-A41D337DF7F4}"/>
          </ac:spMkLst>
        </pc:spChg>
        <pc:spChg chg="del mod topLvl">
          <ac:chgData name="Steve Mallett" userId="b425f3ce11035ade" providerId="LiveId" clId="{44F0D983-BCF1-421B-AB65-D04D21F55327}" dt="2026-01-11T14:10:12.899" v="14950" actId="478"/>
          <ac:spMkLst>
            <pc:docMk/>
            <pc:sldMk cId="2428188655" sldId="268"/>
            <ac:spMk id="16" creationId="{003E56DE-836A-F889-DC03-603C6B433B8D}"/>
          </ac:spMkLst>
        </pc:spChg>
        <pc:spChg chg="add mod ord topLvl">
          <ac:chgData name="Steve Mallett" userId="b425f3ce11035ade" providerId="LiveId" clId="{44F0D983-BCF1-421B-AB65-D04D21F55327}" dt="2026-01-11T14:16:41.395" v="15243" actId="1076"/>
          <ac:spMkLst>
            <pc:docMk/>
            <pc:sldMk cId="2428188655" sldId="268"/>
            <ac:spMk id="17" creationId="{5CC2A3B5-B4BA-B454-50B8-DD0D5245D77F}"/>
          </ac:spMkLst>
        </pc:spChg>
        <pc:spChg chg="del mod topLvl">
          <ac:chgData name="Steve Mallett" userId="b425f3ce11035ade" providerId="LiveId" clId="{44F0D983-BCF1-421B-AB65-D04D21F55327}" dt="2026-01-11T14:09:57.194" v="14946" actId="478"/>
          <ac:spMkLst>
            <pc:docMk/>
            <pc:sldMk cId="2428188655" sldId="268"/>
            <ac:spMk id="19" creationId="{9ED11893-E58B-D81D-1810-359F0E9AC6EB}"/>
          </ac:spMkLst>
        </pc:spChg>
        <pc:spChg chg="add mod">
          <ac:chgData name="Steve Mallett" userId="b425f3ce11035ade" providerId="LiveId" clId="{44F0D983-BCF1-421B-AB65-D04D21F55327}" dt="2026-01-11T14:17:19.513" v="15256" actId="20577"/>
          <ac:spMkLst>
            <pc:docMk/>
            <pc:sldMk cId="2428188655" sldId="268"/>
            <ac:spMk id="177" creationId="{E0B52A9D-78CA-CC90-EDC7-63F080DE855E}"/>
          </ac:spMkLst>
        </pc:spChg>
        <pc:grpChg chg="add del mod">
          <ac:chgData name="Steve Mallett" userId="b425f3ce11035ade" providerId="LiveId" clId="{44F0D983-BCF1-421B-AB65-D04D21F55327}" dt="2026-01-11T14:01:52.432" v="14633" actId="478"/>
          <ac:grpSpMkLst>
            <pc:docMk/>
            <pc:sldMk cId="2428188655" sldId="268"/>
            <ac:grpSpMk id="7" creationId="{65B3A941-186A-54D2-0685-E2207A6B2DB6}"/>
          </ac:grpSpMkLst>
        </pc:grpChg>
        <pc:grpChg chg="add del mod">
          <ac:chgData name="Steve Mallett" userId="b425f3ce11035ade" providerId="LiveId" clId="{44F0D983-BCF1-421B-AB65-D04D21F55327}" dt="2026-01-11T14:16:03.194" v="15233" actId="165"/>
          <ac:grpSpMkLst>
            <pc:docMk/>
            <pc:sldMk cId="2428188655" sldId="268"/>
            <ac:grpSpMk id="12" creationId="{D0AA5993-09CD-2CC3-0E3B-D46E7603CBD4}"/>
          </ac:grpSpMkLst>
        </pc:grpChg>
        <pc:grpChg chg="add del mod">
          <ac:chgData name="Steve Mallett" userId="b425f3ce11035ade" providerId="LiveId" clId="{44F0D983-BCF1-421B-AB65-D04D21F55327}" dt="2026-01-11T14:09:57.194" v="14946" actId="478"/>
          <ac:grpSpMkLst>
            <pc:docMk/>
            <pc:sldMk cId="2428188655" sldId="268"/>
            <ac:grpSpMk id="15" creationId="{EF401721-A464-BC78-7854-294BCDB1E0A8}"/>
          </ac:grpSpMkLst>
        </pc:grpChg>
        <pc:picChg chg="add del mod topLvl">
          <ac:chgData name="Steve Mallett" userId="b425f3ce11035ade" providerId="LiveId" clId="{44F0D983-BCF1-421B-AB65-D04D21F55327}" dt="2026-01-11T14:16:04.981" v="15234" actId="478"/>
          <ac:picMkLst>
            <pc:docMk/>
            <pc:sldMk cId="2428188655" sldId="268"/>
            <ac:picMk id="4" creationId="{590805BA-6DC5-C0B7-203A-143788C117C5}"/>
          </ac:picMkLst>
        </pc:picChg>
        <pc:picChg chg="add del mod ord">
          <ac:chgData name="Steve Mallett" userId="b425f3ce11035ade" providerId="LiveId" clId="{44F0D983-BCF1-421B-AB65-D04D21F55327}" dt="2026-01-11T14:18:11.426" v="15257" actId="478"/>
          <ac:picMkLst>
            <pc:docMk/>
            <pc:sldMk cId="2428188655" sldId="268"/>
            <ac:picMk id="14" creationId="{F0CE4597-F664-B45B-D036-000A1BF80D80}"/>
          </ac:picMkLst>
        </pc:picChg>
        <pc:picChg chg="add mod">
          <ac:chgData name="Steve Mallett" userId="b425f3ce11035ade" providerId="LiveId" clId="{44F0D983-BCF1-421B-AB65-D04D21F55327}" dt="2026-01-11T14:18:30.258" v="15262" actId="1076"/>
          <ac:picMkLst>
            <pc:docMk/>
            <pc:sldMk cId="2428188655" sldId="268"/>
            <ac:picMk id="20" creationId="{5B0153C4-FB2E-5F43-2E18-11C1AE609892}"/>
          </ac:picMkLst>
        </pc:picChg>
      </pc:sldChg>
      <pc:sldChg chg="ord">
        <pc:chgData name="Steve Mallett" userId="b425f3ce11035ade" providerId="LiveId" clId="{44F0D983-BCF1-421B-AB65-D04D21F55327}" dt="2026-01-06T08:40:32.321" v="2782"/>
        <pc:sldMkLst>
          <pc:docMk/>
          <pc:sldMk cId="3736274025" sldId="269"/>
        </pc:sldMkLst>
      </pc:sldChg>
      <pc:sldChg chg="addSp modSp ord">
        <pc:chgData name="Steve Mallett" userId="b425f3ce11035ade" providerId="LiveId" clId="{44F0D983-BCF1-421B-AB65-D04D21F55327}" dt="2026-01-11T14:42:47.986" v="16099" actId="164"/>
        <pc:sldMkLst>
          <pc:docMk/>
          <pc:sldMk cId="1195476646" sldId="270"/>
        </pc:sldMkLst>
        <pc:spChg chg="mod">
          <ac:chgData name="Steve Mallett" userId="b425f3ce11035ade" providerId="LiveId" clId="{44F0D983-BCF1-421B-AB65-D04D21F55327}" dt="2026-01-11T14:42:47.986" v="16099" actId="164"/>
          <ac:spMkLst>
            <pc:docMk/>
            <pc:sldMk cId="1195476646" sldId="270"/>
            <ac:spMk id="40" creationId="{E832DD2F-8687-0D2D-13A4-A98C09B3CC40}"/>
          </ac:spMkLst>
        </pc:spChg>
        <pc:spChg chg="mod">
          <ac:chgData name="Steve Mallett" userId="b425f3ce11035ade" providerId="LiveId" clId="{44F0D983-BCF1-421B-AB65-D04D21F55327}" dt="2026-01-11T14:42:47.986" v="16099" actId="164"/>
          <ac:spMkLst>
            <pc:docMk/>
            <pc:sldMk cId="1195476646" sldId="270"/>
            <ac:spMk id="41" creationId="{C8060E7A-D0EB-25B5-422B-A4A69E9B5D9D}"/>
          </ac:spMkLst>
        </pc:spChg>
        <pc:spChg chg="mod">
          <ac:chgData name="Steve Mallett" userId="b425f3ce11035ade" providerId="LiveId" clId="{44F0D983-BCF1-421B-AB65-D04D21F55327}" dt="2026-01-11T14:42:47.986" v="16099" actId="164"/>
          <ac:spMkLst>
            <pc:docMk/>
            <pc:sldMk cId="1195476646" sldId="270"/>
            <ac:spMk id="43" creationId="{FB60F47A-E61C-46A8-609D-8F4175A332EE}"/>
          </ac:spMkLst>
        </pc:spChg>
        <pc:spChg chg="mod">
          <ac:chgData name="Steve Mallett" userId="b425f3ce11035ade" providerId="LiveId" clId="{44F0D983-BCF1-421B-AB65-D04D21F55327}" dt="2026-01-11T14:42:47.986" v="16099" actId="164"/>
          <ac:spMkLst>
            <pc:docMk/>
            <pc:sldMk cId="1195476646" sldId="270"/>
            <ac:spMk id="44" creationId="{DE604D88-DB90-D228-6058-EEAF3916F4B2}"/>
          </ac:spMkLst>
        </pc:spChg>
        <pc:spChg chg="mod">
          <ac:chgData name="Steve Mallett" userId="b425f3ce11035ade" providerId="LiveId" clId="{44F0D983-BCF1-421B-AB65-D04D21F55327}" dt="2026-01-11T14:42:47.986" v="16099" actId="164"/>
          <ac:spMkLst>
            <pc:docMk/>
            <pc:sldMk cId="1195476646" sldId="270"/>
            <ac:spMk id="45" creationId="{CCE0EC08-2030-9F84-1E2E-DC9121C138D4}"/>
          </ac:spMkLst>
        </pc:spChg>
        <pc:spChg chg="mod">
          <ac:chgData name="Steve Mallett" userId="b425f3ce11035ade" providerId="LiveId" clId="{44F0D983-BCF1-421B-AB65-D04D21F55327}" dt="2026-01-11T14:42:47.986" v="16099" actId="164"/>
          <ac:spMkLst>
            <pc:docMk/>
            <pc:sldMk cId="1195476646" sldId="270"/>
            <ac:spMk id="46" creationId="{C2094999-AD0E-F337-0D74-6BD4AD875101}"/>
          </ac:spMkLst>
        </pc:spChg>
        <pc:grpChg chg="add mod">
          <ac:chgData name="Steve Mallett" userId="b425f3ce11035ade" providerId="LiveId" clId="{44F0D983-BCF1-421B-AB65-D04D21F55327}" dt="2026-01-11T14:42:47.986" v="16099" actId="164"/>
          <ac:grpSpMkLst>
            <pc:docMk/>
            <pc:sldMk cId="1195476646" sldId="270"/>
            <ac:grpSpMk id="3" creationId="{2C2D6979-BA61-C442-47C0-09D0236C91F5}"/>
          </ac:grpSpMkLst>
        </pc:grpChg>
      </pc:sldChg>
      <pc:sldChg chg="addSp delSp modSp mod ord">
        <pc:chgData name="Steve Mallett" userId="b425f3ce11035ade" providerId="LiveId" clId="{44F0D983-BCF1-421B-AB65-D04D21F55327}" dt="2026-01-11T14:27:59.840" v="15320" actId="478"/>
        <pc:sldMkLst>
          <pc:docMk/>
          <pc:sldMk cId="3075961633" sldId="271"/>
        </pc:sldMkLst>
        <pc:spChg chg="add del mod">
          <ac:chgData name="Steve Mallett" userId="b425f3ce11035ade" providerId="LiveId" clId="{44F0D983-BCF1-421B-AB65-D04D21F55327}" dt="2026-01-11T14:14:14.935" v="15226" actId="478"/>
          <ac:spMkLst>
            <pc:docMk/>
            <pc:sldMk cId="3075961633" sldId="271"/>
            <ac:spMk id="2" creationId="{6DA032CB-B8C6-3C02-C550-46512CB3494E}"/>
          </ac:spMkLst>
        </pc:spChg>
        <pc:spChg chg="add mod">
          <ac:chgData name="Steve Mallett" userId="b425f3ce11035ade" providerId="LiveId" clId="{44F0D983-BCF1-421B-AB65-D04D21F55327}" dt="2026-01-06T09:51:49.285" v="4965" actId="1076"/>
          <ac:spMkLst>
            <pc:docMk/>
            <pc:sldMk cId="3075961633" sldId="271"/>
            <ac:spMk id="3" creationId="{DFB3CA7B-E09C-DAAA-DCC1-460E526D248B}"/>
          </ac:spMkLst>
        </pc:spChg>
        <pc:spChg chg="add mod">
          <ac:chgData name="Steve Mallett" userId="b425f3ce11035ade" providerId="LiveId" clId="{44F0D983-BCF1-421B-AB65-D04D21F55327}" dt="2026-01-09T17:14:41.270" v="12247" actId="20577"/>
          <ac:spMkLst>
            <pc:docMk/>
            <pc:sldMk cId="3075961633" sldId="271"/>
            <ac:spMk id="4" creationId="{E2F00A90-8933-3724-F55D-A71D1AB1F4BC}"/>
          </ac:spMkLst>
        </pc:spChg>
        <pc:spChg chg="add del mod">
          <ac:chgData name="Steve Mallett" userId="b425f3ce11035ade" providerId="LiveId" clId="{44F0D983-BCF1-421B-AB65-D04D21F55327}" dt="2026-01-11T14:12:58.951" v="15107" actId="478"/>
          <ac:spMkLst>
            <pc:docMk/>
            <pc:sldMk cId="3075961633" sldId="271"/>
            <ac:spMk id="5" creationId="{CDB2BC33-F092-7734-40BB-C18432091AC6}"/>
          </ac:spMkLst>
        </pc:spChg>
        <pc:spChg chg="add del mod">
          <ac:chgData name="Steve Mallett" userId="b425f3ce11035ade" providerId="LiveId" clId="{44F0D983-BCF1-421B-AB65-D04D21F55327}" dt="2026-01-11T14:25:35.514" v="15304" actId="478"/>
          <ac:spMkLst>
            <pc:docMk/>
            <pc:sldMk cId="3075961633" sldId="271"/>
            <ac:spMk id="6" creationId="{B4D49FB7-74B8-D51B-D50E-DC21F2D8C10E}"/>
          </ac:spMkLst>
        </pc:spChg>
        <pc:spChg chg="del mod topLvl">
          <ac:chgData name="Steve Mallett" userId="b425f3ce11035ade" providerId="LiveId" clId="{44F0D983-BCF1-421B-AB65-D04D21F55327}" dt="2026-01-11T14:27:05.482" v="15316" actId="478"/>
          <ac:spMkLst>
            <pc:docMk/>
            <pc:sldMk cId="3075961633" sldId="271"/>
            <ac:spMk id="7" creationId="{D6A028A7-5958-1D48-68F3-DA5AB7AC5F84}"/>
          </ac:spMkLst>
        </pc:spChg>
        <pc:spChg chg="mod topLvl">
          <ac:chgData name="Steve Mallett" userId="b425f3ce11035ade" providerId="LiveId" clId="{44F0D983-BCF1-421B-AB65-D04D21F55327}" dt="2026-01-06T10:33:11.406" v="5308" actId="1076"/>
          <ac:spMkLst>
            <pc:docMk/>
            <pc:sldMk cId="3075961633" sldId="271"/>
            <ac:spMk id="9" creationId="{D64C4DD1-A5FC-468B-EF2A-5661864AB6AA}"/>
          </ac:spMkLst>
        </pc:spChg>
        <pc:spChg chg="add del mod">
          <ac:chgData name="Steve Mallett" userId="b425f3ce11035ade" providerId="LiveId" clId="{44F0D983-BCF1-421B-AB65-D04D21F55327}" dt="2026-01-11T14:27:11.335" v="15319" actId="478"/>
          <ac:spMkLst>
            <pc:docMk/>
            <pc:sldMk cId="3075961633" sldId="271"/>
            <ac:spMk id="10" creationId="{4478C948-54D5-141B-965C-EC75CE7B978E}"/>
          </ac:spMkLst>
        </pc:spChg>
        <pc:spChg chg="add del mod">
          <ac:chgData name="Steve Mallett" userId="b425f3ce11035ade" providerId="LiveId" clId="{44F0D983-BCF1-421B-AB65-D04D21F55327}" dt="2026-01-11T14:27:59.840" v="15320" actId="478"/>
          <ac:spMkLst>
            <pc:docMk/>
            <pc:sldMk cId="3075961633" sldId="271"/>
            <ac:spMk id="12" creationId="{00245BAE-80C4-ECA5-8433-D238E551F1D5}"/>
          </ac:spMkLst>
        </pc:spChg>
        <pc:spChg chg="add del mod">
          <ac:chgData name="Steve Mallett" userId="b425f3ce11035ade" providerId="LiveId" clId="{44F0D983-BCF1-421B-AB65-D04D21F55327}" dt="2026-01-11T14:27:09.570" v="15318" actId="478"/>
          <ac:spMkLst>
            <pc:docMk/>
            <pc:sldMk cId="3075961633" sldId="271"/>
            <ac:spMk id="13" creationId="{21F498CE-8F2C-A774-9216-A190D1AD47A3}"/>
          </ac:spMkLst>
        </pc:spChg>
        <pc:spChg chg="add mod">
          <ac:chgData name="Steve Mallett" userId="b425f3ce11035ade" providerId="LiveId" clId="{44F0D983-BCF1-421B-AB65-D04D21F55327}" dt="2026-01-11T14:26:11.535" v="15308"/>
          <ac:spMkLst>
            <pc:docMk/>
            <pc:sldMk cId="3075961633" sldId="271"/>
            <ac:spMk id="14" creationId="{81CC934C-B684-DD67-9837-D9EFBA39D7C8}"/>
          </ac:spMkLst>
        </pc:spChg>
        <pc:spChg chg="add del mod">
          <ac:chgData name="Steve Mallett" userId="b425f3ce11035ade" providerId="LiveId" clId="{44F0D983-BCF1-421B-AB65-D04D21F55327}" dt="2026-01-11T14:27:02.219" v="15314" actId="478"/>
          <ac:spMkLst>
            <pc:docMk/>
            <pc:sldMk cId="3075961633" sldId="271"/>
            <ac:spMk id="16" creationId="{6024EF2D-1FB7-719A-3283-E518EC5A88F0}"/>
          </ac:spMkLst>
        </pc:spChg>
        <pc:spChg chg="add mod">
          <ac:chgData name="Steve Mallett" userId="b425f3ce11035ade" providerId="LiveId" clId="{44F0D983-BCF1-421B-AB65-D04D21F55327}" dt="2026-01-11T14:26:11.535" v="15308"/>
          <ac:spMkLst>
            <pc:docMk/>
            <pc:sldMk cId="3075961633" sldId="271"/>
            <ac:spMk id="17" creationId="{D07ECB22-C247-E92A-C83E-495A9A0AFF12}"/>
          </ac:spMkLst>
        </pc:spChg>
        <pc:spChg chg="mod">
          <ac:chgData name="Steve Mallett" userId="b425f3ce11035ade" providerId="LiveId" clId="{44F0D983-BCF1-421B-AB65-D04D21F55327}" dt="2026-01-11T14:13:50.117" v="15224" actId="6549"/>
          <ac:spMkLst>
            <pc:docMk/>
            <pc:sldMk cId="3075961633" sldId="271"/>
            <ac:spMk id="19" creationId="{523CB075-9386-AB51-A390-A42177A27E7B}"/>
          </ac:spMkLst>
        </pc:spChg>
        <pc:picChg chg="add mod">
          <ac:chgData name="Steve Mallett" userId="b425f3ce11035ade" providerId="LiveId" clId="{44F0D983-BCF1-421B-AB65-D04D21F55327}" dt="2026-01-11T14:26:29.982" v="15312" actId="14100"/>
          <ac:picMkLst>
            <pc:docMk/>
            <pc:sldMk cId="3075961633" sldId="271"/>
            <ac:picMk id="11" creationId="{DF63E146-3725-40A5-62EB-07A5B04D3D6C}"/>
          </ac:picMkLst>
        </pc:picChg>
        <pc:picChg chg="add del mod">
          <ac:chgData name="Steve Mallett" userId="b425f3ce11035ade" providerId="LiveId" clId="{44F0D983-BCF1-421B-AB65-D04D21F55327}" dt="2026-01-11T14:27:07.423" v="15317" actId="478"/>
          <ac:picMkLst>
            <pc:docMk/>
            <pc:sldMk cId="3075961633" sldId="271"/>
            <ac:picMk id="15" creationId="{1D0F6209-FC22-CEF0-DF59-E9455E42B96D}"/>
          </ac:picMkLst>
        </pc:picChg>
        <pc:picChg chg="del mod">
          <ac:chgData name="Steve Mallett" userId="b425f3ce11035ade" providerId="LiveId" clId="{44F0D983-BCF1-421B-AB65-D04D21F55327}" dt="2026-01-11T14:25:32.951" v="15303" actId="478"/>
          <ac:picMkLst>
            <pc:docMk/>
            <pc:sldMk cId="3075961633" sldId="271"/>
            <ac:picMk id="58" creationId="{61B117E9-99E5-CA01-DEA4-75992304D0A5}"/>
          </ac:picMkLst>
        </pc:picChg>
      </pc:sldChg>
      <pc:sldChg chg="ord">
        <pc:chgData name="Steve Mallett" userId="b425f3ce11035ade" providerId="LiveId" clId="{44F0D983-BCF1-421B-AB65-D04D21F55327}" dt="2026-01-05T17:09:26.657" v="1887"/>
        <pc:sldMkLst>
          <pc:docMk/>
          <pc:sldMk cId="2021699071" sldId="273"/>
        </pc:sldMkLst>
      </pc:sldChg>
      <pc:sldChg chg="delSp modSp mod">
        <pc:chgData name="Steve Mallett" userId="b425f3ce11035ade" providerId="LiveId" clId="{44F0D983-BCF1-421B-AB65-D04D21F55327}" dt="2026-01-06T15:17:50.291" v="6438" actId="478"/>
        <pc:sldMkLst>
          <pc:docMk/>
          <pc:sldMk cId="3936428934" sldId="278"/>
        </pc:sldMkLst>
        <pc:spChg chg="mod">
          <ac:chgData name="Steve Mallett" userId="b425f3ce11035ade" providerId="LiveId" clId="{44F0D983-BCF1-421B-AB65-D04D21F55327}" dt="2026-01-06T15:08:02.794" v="5876" actId="207"/>
          <ac:spMkLst>
            <pc:docMk/>
            <pc:sldMk cId="3936428934" sldId="278"/>
            <ac:spMk id="2" creationId="{0A94DF8B-DA9A-9241-42A5-4C827764F16B}"/>
          </ac:spMkLst>
        </pc:spChg>
        <pc:spChg chg="mod">
          <ac:chgData name="Steve Mallett" userId="b425f3ce11035ade" providerId="LiveId" clId="{44F0D983-BCF1-421B-AB65-D04D21F55327}" dt="2026-01-06T14:23:21" v="5487" actId="20577"/>
          <ac:spMkLst>
            <pc:docMk/>
            <pc:sldMk cId="3936428934" sldId="278"/>
            <ac:spMk id="48" creationId="{1FD7D2F2-E0F9-E7BE-4D9B-5B61F0FA723D}"/>
          </ac:spMkLst>
        </pc:spChg>
        <pc:graphicFrameChg chg="modGraphic">
          <ac:chgData name="Steve Mallett" userId="b425f3ce11035ade" providerId="LiveId" clId="{44F0D983-BCF1-421B-AB65-D04D21F55327}" dt="2026-01-06T15:04:33.578" v="5798" actId="113"/>
          <ac:graphicFrameMkLst>
            <pc:docMk/>
            <pc:sldMk cId="3936428934" sldId="278"/>
            <ac:graphicFrameMk id="17" creationId="{99C1B3F7-FDA8-8991-F43E-93AE0D9E344F}"/>
          </ac:graphicFrameMkLst>
        </pc:graphicFrameChg>
      </pc:sldChg>
      <pc:sldChg chg="delSp modSp mod modNotesTx">
        <pc:chgData name="Steve Mallett" userId="b425f3ce11035ade" providerId="LiveId" clId="{44F0D983-BCF1-421B-AB65-D04D21F55327}" dt="2026-01-09T17:40:17.827" v="13359" actId="1076"/>
        <pc:sldMkLst>
          <pc:docMk/>
          <pc:sldMk cId="2049815858" sldId="279"/>
        </pc:sldMkLst>
        <pc:spChg chg="mod">
          <ac:chgData name="Steve Mallett" userId="b425f3ce11035ade" providerId="LiveId" clId="{44F0D983-BCF1-421B-AB65-D04D21F55327}" dt="2026-01-09T17:40:07.371" v="13358" actId="1076"/>
          <ac:spMkLst>
            <pc:docMk/>
            <pc:sldMk cId="2049815858" sldId="279"/>
            <ac:spMk id="3" creationId="{26FC4714-7271-4ACD-9C33-80CC818D4A11}"/>
          </ac:spMkLst>
        </pc:spChg>
        <pc:spChg chg="mod">
          <ac:chgData name="Steve Mallett" userId="b425f3ce11035ade" providerId="LiveId" clId="{44F0D983-BCF1-421B-AB65-D04D21F55327}" dt="2026-01-09T17:17:50.728" v="12332" actId="313"/>
          <ac:spMkLst>
            <pc:docMk/>
            <pc:sldMk cId="2049815858" sldId="279"/>
            <ac:spMk id="5" creationId="{4DB6F287-5A6B-3BE6-16E1-52BF0A582337}"/>
          </ac:spMkLst>
        </pc:spChg>
        <pc:spChg chg="mod">
          <ac:chgData name="Steve Mallett" userId="b425f3ce11035ade" providerId="LiveId" clId="{44F0D983-BCF1-421B-AB65-D04D21F55327}" dt="2026-01-09T17:40:17.827" v="13359" actId="1076"/>
          <ac:spMkLst>
            <pc:docMk/>
            <pc:sldMk cId="2049815858" sldId="279"/>
            <ac:spMk id="12" creationId="{DC0700F0-7FA9-28AD-9E7E-917E93FB6A98}"/>
          </ac:spMkLst>
        </pc:spChg>
        <pc:spChg chg="mod">
          <ac:chgData name="Steve Mallett" userId="b425f3ce11035ade" providerId="LiveId" clId="{44F0D983-BCF1-421B-AB65-D04D21F55327}" dt="2026-01-09T17:19:01.358" v="12374" actId="20577"/>
          <ac:spMkLst>
            <pc:docMk/>
            <pc:sldMk cId="2049815858" sldId="279"/>
            <ac:spMk id="44" creationId="{E44D5FB3-87F1-CC0D-E49B-6E95EDEE380F}"/>
          </ac:spMkLst>
        </pc:spChg>
      </pc:sldChg>
      <pc:sldChg chg="addSp delSp modSp mod modNotesTx">
        <pc:chgData name="Steve Mallett" userId="b425f3ce11035ade" providerId="LiveId" clId="{44F0D983-BCF1-421B-AB65-D04D21F55327}" dt="2026-01-09T18:47:57.574" v="14631" actId="20577"/>
        <pc:sldMkLst>
          <pc:docMk/>
          <pc:sldMk cId="241057369" sldId="287"/>
        </pc:sldMkLst>
        <pc:spChg chg="add mod">
          <ac:chgData name="Steve Mallett" userId="b425f3ce11035ade" providerId="LiveId" clId="{44F0D983-BCF1-421B-AB65-D04D21F55327}" dt="2026-01-09T18:47:27.486" v="14630" actId="207"/>
          <ac:spMkLst>
            <pc:docMk/>
            <pc:sldMk cId="241057369" sldId="287"/>
            <ac:spMk id="7" creationId="{326501DD-DA60-75C0-E8EB-1DC5A57E5E23}"/>
          </ac:spMkLst>
        </pc:spChg>
        <pc:spChg chg="mod">
          <ac:chgData name="Steve Mallett" userId="b425f3ce11035ade" providerId="LiveId" clId="{44F0D983-BCF1-421B-AB65-D04D21F55327}" dt="2026-01-09T18:08:10.474" v="14429" actId="6549"/>
          <ac:spMkLst>
            <pc:docMk/>
            <pc:sldMk cId="241057369" sldId="287"/>
            <ac:spMk id="8" creationId="{A0625354-6B14-C7C1-287F-6B92C12D1985}"/>
          </ac:spMkLst>
        </pc:spChg>
        <pc:spChg chg="add mod">
          <ac:chgData name="Steve Mallett" userId="b425f3ce11035ade" providerId="LiveId" clId="{44F0D983-BCF1-421B-AB65-D04D21F55327}" dt="2026-01-09T18:47:22.541" v="14629" actId="207"/>
          <ac:spMkLst>
            <pc:docMk/>
            <pc:sldMk cId="241057369" sldId="287"/>
            <ac:spMk id="9" creationId="{0A6D3DCF-13F8-1B72-16C0-6BBF7EB6741B}"/>
          </ac:spMkLst>
        </pc:spChg>
        <pc:spChg chg="add mod">
          <ac:chgData name="Steve Mallett" userId="b425f3ce11035ade" providerId="LiveId" clId="{44F0D983-BCF1-421B-AB65-D04D21F55327}" dt="2026-01-09T18:47:57.574" v="14631" actId="20577"/>
          <ac:spMkLst>
            <pc:docMk/>
            <pc:sldMk cId="241057369" sldId="287"/>
            <ac:spMk id="12" creationId="{5B7E0F03-B6B6-AFF1-F017-90649B95111D}"/>
          </ac:spMkLst>
        </pc:spChg>
        <pc:spChg chg="mod">
          <ac:chgData name="Steve Mallett" userId="b425f3ce11035ade" providerId="LiveId" clId="{44F0D983-BCF1-421B-AB65-D04D21F55327}" dt="2026-01-06T15:27:57.659" v="6927" actId="20577"/>
          <ac:spMkLst>
            <pc:docMk/>
            <pc:sldMk cId="241057369" sldId="287"/>
            <ac:spMk id="44" creationId="{3C45939D-55DE-254A-9A95-8FBB6BFA8B69}"/>
          </ac:spMkLst>
        </pc:spChg>
        <pc:picChg chg="add mod ord">
          <ac:chgData name="Steve Mallett" userId="b425f3ce11035ade" providerId="LiveId" clId="{44F0D983-BCF1-421B-AB65-D04D21F55327}" dt="2026-01-09T18:44:24.909" v="14582" actId="14100"/>
          <ac:picMkLst>
            <pc:docMk/>
            <pc:sldMk cId="241057369" sldId="287"/>
            <ac:picMk id="11" creationId="{B0D472BE-859F-5DC8-984D-6CD62059C332}"/>
          </ac:picMkLst>
        </pc:picChg>
      </pc:sldChg>
      <pc:sldChg chg="addSp delSp modSp add mod">
        <pc:chgData name="Steve Mallett" userId="b425f3ce11035ade" providerId="LiveId" clId="{44F0D983-BCF1-421B-AB65-D04D21F55327}" dt="2026-01-06T15:17:54.091" v="6439" actId="478"/>
        <pc:sldMkLst>
          <pc:docMk/>
          <pc:sldMk cId="1515529667" sldId="288"/>
        </pc:sldMkLst>
        <pc:spChg chg="mod">
          <ac:chgData name="Steve Mallett" userId="b425f3ce11035ade" providerId="LiveId" clId="{44F0D983-BCF1-421B-AB65-D04D21F55327}" dt="2026-01-06T15:07:57.692" v="5875" actId="207"/>
          <ac:spMkLst>
            <pc:docMk/>
            <pc:sldMk cId="1515529667" sldId="288"/>
            <ac:spMk id="2" creationId="{53257E38-64D5-CDB7-29F0-0CF407D42E47}"/>
          </ac:spMkLst>
        </pc:spChg>
        <pc:spChg chg="add mod">
          <ac:chgData name="Steve Mallett" userId="b425f3ce11035ade" providerId="LiveId" clId="{44F0D983-BCF1-421B-AB65-D04D21F55327}" dt="2026-01-06T15:05:34.979" v="5807" actId="20577"/>
          <ac:spMkLst>
            <pc:docMk/>
            <pc:sldMk cId="1515529667" sldId="288"/>
            <ac:spMk id="3" creationId="{94C75BE5-A41D-B720-89F5-A3CEFA02C392}"/>
          </ac:spMkLst>
        </pc:spChg>
        <pc:graphicFrameChg chg="mod modGraphic">
          <ac:chgData name="Steve Mallett" userId="b425f3ce11035ade" providerId="LiveId" clId="{44F0D983-BCF1-421B-AB65-D04D21F55327}" dt="2026-01-06T15:05:45.106" v="5809" actId="113"/>
          <ac:graphicFrameMkLst>
            <pc:docMk/>
            <pc:sldMk cId="1515529667" sldId="288"/>
            <ac:graphicFrameMk id="17" creationId="{1219BE5D-2D90-D28A-7225-6F98FBA65440}"/>
          </ac:graphicFrameMkLst>
        </pc:graphicFrameChg>
      </pc:sldChg>
      <pc:sldChg chg="delSp modSp add mod modNotesTx">
        <pc:chgData name="Steve Mallett" userId="b425f3ce11035ade" providerId="LiveId" clId="{44F0D983-BCF1-421B-AB65-D04D21F55327}" dt="2026-01-09T17:13:31.197" v="12228" actId="20577"/>
        <pc:sldMkLst>
          <pc:docMk/>
          <pc:sldMk cId="4258172458" sldId="290"/>
        </pc:sldMkLst>
        <pc:spChg chg="mod">
          <ac:chgData name="Steve Mallett" userId="b425f3ce11035ade" providerId="LiveId" clId="{44F0D983-BCF1-421B-AB65-D04D21F55327}" dt="2026-01-09T16:37:27.441" v="10575" actId="1076"/>
          <ac:spMkLst>
            <pc:docMk/>
            <pc:sldMk cId="4258172458" sldId="290"/>
            <ac:spMk id="179" creationId="{DC932F6C-F280-DABB-051A-A41732B76209}"/>
          </ac:spMkLst>
        </pc:spChg>
        <pc:spChg chg="mod">
          <ac:chgData name="Steve Mallett" userId="b425f3ce11035ade" providerId="LiveId" clId="{44F0D983-BCF1-421B-AB65-D04D21F55327}" dt="2026-01-09T16:40:13.522" v="10745" actId="1076"/>
          <ac:spMkLst>
            <pc:docMk/>
            <pc:sldMk cId="4258172458" sldId="290"/>
            <ac:spMk id="180" creationId="{5F5A5699-3187-84D9-F071-0215C71E2048}"/>
          </ac:spMkLst>
        </pc:spChg>
        <pc:graphicFrameChg chg="mod modGraphic">
          <ac:chgData name="Steve Mallett" userId="b425f3ce11035ade" providerId="LiveId" clId="{44F0D983-BCF1-421B-AB65-D04D21F55327}" dt="2026-01-09T16:50:06.288" v="11139"/>
          <ac:graphicFrameMkLst>
            <pc:docMk/>
            <pc:sldMk cId="4258172458" sldId="290"/>
            <ac:graphicFrameMk id="181" creationId="{5D912EA7-1037-6EEC-E7D2-D9D78A7F07B9}"/>
          </ac:graphicFrameMkLst>
        </pc:graphicFrameChg>
      </pc:sldChg>
      <pc:sldChg chg="addSp delSp modSp add mod">
        <pc:chgData name="Steve Mallett" userId="b425f3ce11035ade" providerId="LiveId" clId="{44F0D983-BCF1-421B-AB65-D04D21F55327}" dt="2026-01-09T18:43:38.048" v="14575" actId="113"/>
        <pc:sldMkLst>
          <pc:docMk/>
          <pc:sldMk cId="680198860" sldId="292"/>
        </pc:sldMkLst>
        <pc:spChg chg="mod">
          <ac:chgData name="Steve Mallett" userId="b425f3ce11035ade" providerId="LiveId" clId="{44F0D983-BCF1-421B-AB65-D04D21F55327}" dt="2026-01-09T18:28:24.574" v="14486" actId="6549"/>
          <ac:spMkLst>
            <pc:docMk/>
            <pc:sldMk cId="680198860" sldId="292"/>
            <ac:spMk id="8" creationId="{C1374D91-111A-2E3B-E5EB-07340CF59A95}"/>
          </ac:spMkLst>
        </pc:spChg>
        <pc:spChg chg="add mod">
          <ac:chgData name="Steve Mallett" userId="b425f3ce11035ade" providerId="LiveId" clId="{44F0D983-BCF1-421B-AB65-D04D21F55327}" dt="2026-01-09T17:59:57.133" v="14121" actId="1076"/>
          <ac:spMkLst>
            <pc:docMk/>
            <pc:sldMk cId="680198860" sldId="292"/>
            <ac:spMk id="12" creationId="{3246011C-32B3-BE49-CA6E-44D297EF86B5}"/>
          </ac:spMkLst>
        </pc:spChg>
        <pc:spChg chg="add del mod">
          <ac:chgData name="Steve Mallett" userId="b425f3ce11035ade" providerId="LiveId" clId="{44F0D983-BCF1-421B-AB65-D04D21F55327}" dt="2026-01-09T18:34:11.112" v="14512" actId="478"/>
          <ac:spMkLst>
            <pc:docMk/>
            <pc:sldMk cId="680198860" sldId="292"/>
            <ac:spMk id="18" creationId="{51938C3C-F64A-5393-F4CA-64B9D101DDBA}"/>
          </ac:spMkLst>
        </pc:spChg>
        <pc:spChg chg="add del mod">
          <ac:chgData name="Steve Mallett" userId="b425f3ce11035ade" providerId="LiveId" clId="{44F0D983-BCF1-421B-AB65-D04D21F55327}" dt="2026-01-09T18:34:11.112" v="14512" actId="478"/>
          <ac:spMkLst>
            <pc:docMk/>
            <pc:sldMk cId="680198860" sldId="292"/>
            <ac:spMk id="19" creationId="{038D7E4E-CEAD-D7C2-FB63-4C96642A276A}"/>
          </ac:spMkLst>
        </pc:spChg>
        <pc:spChg chg="mod">
          <ac:chgData name="Steve Mallett" userId="b425f3ce11035ade" providerId="LiveId" clId="{44F0D983-BCF1-421B-AB65-D04D21F55327}" dt="2026-01-09T18:43:38.048" v="14575" actId="113"/>
          <ac:spMkLst>
            <pc:docMk/>
            <pc:sldMk cId="680198860" sldId="292"/>
            <ac:spMk id="22" creationId="{24090455-7B85-AC05-4894-4172D6560F4B}"/>
          </ac:spMkLst>
        </pc:spChg>
        <pc:picChg chg="add mod ord">
          <ac:chgData name="Steve Mallett" userId="b425f3ce11035ade" providerId="LiveId" clId="{44F0D983-BCF1-421B-AB65-D04D21F55327}" dt="2026-01-09T18:34:14.127" v="14514" actId="1076"/>
          <ac:picMkLst>
            <pc:docMk/>
            <pc:sldMk cId="680198860" sldId="292"/>
            <ac:picMk id="16" creationId="{900D29E5-B32F-88A8-2110-3B3526E1E0FC}"/>
          </ac:picMkLst>
        </pc:picChg>
      </pc:sldChg>
      <pc:sldChg chg="addSp delSp modSp add mod">
        <pc:chgData name="Steve Mallett" userId="b425f3ce11035ade" providerId="LiveId" clId="{44F0D983-BCF1-421B-AB65-D04D21F55327}" dt="2026-01-09T18:43:43.001" v="14576" actId="113"/>
        <pc:sldMkLst>
          <pc:docMk/>
          <pc:sldMk cId="1919186553" sldId="293"/>
        </pc:sldMkLst>
        <pc:spChg chg="mod">
          <ac:chgData name="Steve Mallett" userId="b425f3ce11035ade" providerId="LiveId" clId="{44F0D983-BCF1-421B-AB65-D04D21F55327}" dt="2026-01-09T18:33:55.096" v="14509" actId="1076"/>
          <ac:spMkLst>
            <pc:docMk/>
            <pc:sldMk cId="1919186553" sldId="293"/>
            <ac:spMk id="3" creationId="{4F13ED3F-78AA-D4E1-629C-9F36EB0AD661}"/>
          </ac:spMkLst>
        </pc:spChg>
        <pc:spChg chg="add mod">
          <ac:chgData name="Steve Mallett" userId="b425f3ce11035ade" providerId="LiveId" clId="{44F0D983-BCF1-421B-AB65-D04D21F55327}" dt="2026-01-09T18:33:27.756" v="14504" actId="20577"/>
          <ac:spMkLst>
            <pc:docMk/>
            <pc:sldMk cId="1919186553" sldId="293"/>
            <ac:spMk id="6" creationId="{23B285D2-7494-2582-FAB9-6E934DC50A4C}"/>
          </ac:spMkLst>
        </pc:spChg>
        <pc:spChg chg="add mod">
          <ac:chgData name="Steve Mallett" userId="b425f3ce11035ade" providerId="LiveId" clId="{44F0D983-BCF1-421B-AB65-D04D21F55327}" dt="2026-01-09T18:33:47.288" v="14508" actId="1076"/>
          <ac:spMkLst>
            <pc:docMk/>
            <pc:sldMk cId="1919186553" sldId="293"/>
            <ac:spMk id="9" creationId="{01EA8548-41B6-D6F2-4A56-70BF62F32384}"/>
          </ac:spMkLst>
        </pc:spChg>
        <pc:spChg chg="mod">
          <ac:chgData name="Steve Mallett" userId="b425f3ce11035ade" providerId="LiveId" clId="{44F0D983-BCF1-421B-AB65-D04D21F55327}" dt="2026-01-09T18:43:43.001" v="14576" actId="113"/>
          <ac:spMkLst>
            <pc:docMk/>
            <pc:sldMk cId="1919186553" sldId="293"/>
            <ac:spMk id="22" creationId="{6132B001-C275-5B29-5C34-67E715CF555B}"/>
          </ac:spMkLst>
        </pc:spChg>
      </pc:sldChg>
      <pc:sldChg chg="addSp delSp modSp add mod modNotesTx">
        <pc:chgData name="Steve Mallett" userId="b425f3ce11035ade" providerId="LiveId" clId="{44F0D983-BCF1-421B-AB65-D04D21F55327}" dt="2026-01-11T14:40:24.348" v="16026" actId="20577"/>
        <pc:sldMkLst>
          <pc:docMk/>
          <pc:sldMk cId="3049515860" sldId="294"/>
        </pc:sldMkLst>
        <pc:spChg chg="add del mod">
          <ac:chgData name="Steve Mallett" userId="b425f3ce11035ade" providerId="LiveId" clId="{44F0D983-BCF1-421B-AB65-D04D21F55327}" dt="2026-01-11T14:30:04.214" v="15400" actId="478"/>
          <ac:spMkLst>
            <pc:docMk/>
            <pc:sldMk cId="3049515860" sldId="294"/>
            <ac:spMk id="2" creationId="{A0ED12DD-DA38-5F1C-2FF4-37E4F8ECE019}"/>
          </ac:spMkLst>
        </pc:spChg>
        <pc:spChg chg="del">
          <ac:chgData name="Steve Mallett" userId="b425f3ce11035ade" providerId="LiveId" clId="{44F0D983-BCF1-421B-AB65-D04D21F55327}" dt="2026-01-11T14:30:19.803" v="15407" actId="478"/>
          <ac:spMkLst>
            <pc:docMk/>
            <pc:sldMk cId="3049515860" sldId="294"/>
            <ac:spMk id="3" creationId="{8CD32197-E5EA-861F-FC11-53E8659EF3E8}"/>
          </ac:spMkLst>
        </pc:spChg>
        <pc:spChg chg="add del mod">
          <ac:chgData name="Steve Mallett" userId="b425f3ce11035ade" providerId="LiveId" clId="{44F0D983-BCF1-421B-AB65-D04D21F55327}" dt="2026-01-11T14:30:04.214" v="15400" actId="478"/>
          <ac:spMkLst>
            <pc:docMk/>
            <pc:sldMk cId="3049515860" sldId="294"/>
            <ac:spMk id="5" creationId="{EC2886EE-5CBE-4DDB-8CF6-953A58E56995}"/>
          </ac:spMkLst>
        </pc:spChg>
        <pc:spChg chg="mod">
          <ac:chgData name="Steve Mallett" userId="b425f3ce11035ade" providerId="LiveId" clId="{44F0D983-BCF1-421B-AB65-D04D21F55327}" dt="2026-01-11T14:30:56.160" v="15414" actId="14100"/>
          <ac:spMkLst>
            <pc:docMk/>
            <pc:sldMk cId="3049515860" sldId="294"/>
            <ac:spMk id="7" creationId="{3CCC6612-0E98-C1F7-FDC8-BC2E06FA6CF9}"/>
          </ac:spMkLst>
        </pc:spChg>
        <pc:spChg chg="add mod">
          <ac:chgData name="Steve Mallett" userId="b425f3ce11035ade" providerId="LiveId" clId="{44F0D983-BCF1-421B-AB65-D04D21F55327}" dt="2026-01-11T14:34:27.574" v="15645" actId="207"/>
          <ac:spMkLst>
            <pc:docMk/>
            <pc:sldMk cId="3049515860" sldId="294"/>
            <ac:spMk id="8" creationId="{E304DA6C-507C-A026-1FCC-19AC0CC0A3DF}"/>
          </ac:spMkLst>
        </pc:spChg>
        <pc:spChg chg="del">
          <ac:chgData name="Steve Mallett" userId="b425f3ce11035ade" providerId="LiveId" clId="{44F0D983-BCF1-421B-AB65-D04D21F55327}" dt="2026-01-11T14:30:21.391" v="15408" actId="478"/>
          <ac:spMkLst>
            <pc:docMk/>
            <pc:sldMk cId="3049515860" sldId="294"/>
            <ac:spMk id="9" creationId="{B43511A8-15D8-4815-F24F-78BC3695FCCA}"/>
          </ac:spMkLst>
        </pc:spChg>
        <pc:spChg chg="del mod">
          <ac:chgData name="Steve Mallett" userId="b425f3ce11035ade" providerId="LiveId" clId="{44F0D983-BCF1-421B-AB65-D04D21F55327}" dt="2026-01-11T14:33:24.788" v="15633" actId="478"/>
          <ac:spMkLst>
            <pc:docMk/>
            <pc:sldMk cId="3049515860" sldId="294"/>
            <ac:spMk id="10" creationId="{98A67DD9-2C07-75F4-C405-6FA1E651E835}"/>
          </ac:spMkLst>
        </pc:spChg>
        <pc:spChg chg="del">
          <ac:chgData name="Steve Mallett" userId="b425f3ce11035ade" providerId="LiveId" clId="{44F0D983-BCF1-421B-AB65-D04D21F55327}" dt="2026-01-11T14:33:26.683" v="15634" actId="478"/>
          <ac:spMkLst>
            <pc:docMk/>
            <pc:sldMk cId="3049515860" sldId="294"/>
            <ac:spMk id="12" creationId="{70915808-8A53-ACF8-357C-9F68D5AF27FC}"/>
          </ac:spMkLst>
        </pc:spChg>
        <pc:spChg chg="del">
          <ac:chgData name="Steve Mallett" userId="b425f3ce11035ade" providerId="LiveId" clId="{44F0D983-BCF1-421B-AB65-D04D21F55327}" dt="2026-01-11T14:33:28.253" v="15635" actId="478"/>
          <ac:spMkLst>
            <pc:docMk/>
            <pc:sldMk cId="3049515860" sldId="294"/>
            <ac:spMk id="13" creationId="{5869C9D8-02D5-EE7B-385E-8E399E89DD30}"/>
          </ac:spMkLst>
        </pc:spChg>
        <pc:spChg chg="del">
          <ac:chgData name="Steve Mallett" userId="b425f3ce11035ade" providerId="LiveId" clId="{44F0D983-BCF1-421B-AB65-D04D21F55327}" dt="2026-01-11T14:28:35.614" v="15323" actId="478"/>
          <ac:spMkLst>
            <pc:docMk/>
            <pc:sldMk cId="3049515860" sldId="294"/>
            <ac:spMk id="14" creationId="{A4927F1C-18BB-7E56-238E-4BB9D0ED5F4F}"/>
          </ac:spMkLst>
        </pc:spChg>
        <pc:spChg chg="del">
          <ac:chgData name="Steve Mallett" userId="b425f3ce11035ade" providerId="LiveId" clId="{44F0D983-BCF1-421B-AB65-D04D21F55327}" dt="2026-01-11T14:28:43.697" v="15325" actId="478"/>
          <ac:spMkLst>
            <pc:docMk/>
            <pc:sldMk cId="3049515860" sldId="294"/>
            <ac:spMk id="16" creationId="{68FA736B-10D8-F9C4-4AC4-3F9164F657D0}"/>
          </ac:spMkLst>
        </pc:spChg>
        <pc:spChg chg="del">
          <ac:chgData name="Steve Mallett" userId="b425f3ce11035ade" providerId="LiveId" clId="{44F0D983-BCF1-421B-AB65-D04D21F55327}" dt="2026-01-11T14:28:37.376" v="15324" actId="478"/>
          <ac:spMkLst>
            <pc:docMk/>
            <pc:sldMk cId="3049515860" sldId="294"/>
            <ac:spMk id="17" creationId="{2C502A9D-F7E6-04A5-5617-B425DC8E71AB}"/>
          </ac:spMkLst>
        </pc:spChg>
        <pc:spChg chg="del">
          <ac:chgData name="Steve Mallett" userId="b425f3ce11035ade" providerId="LiveId" clId="{44F0D983-BCF1-421B-AB65-D04D21F55327}" dt="2026-01-11T14:28:31.894" v="15321" actId="478"/>
          <ac:spMkLst>
            <pc:docMk/>
            <pc:sldMk cId="3049515860" sldId="294"/>
            <ac:spMk id="19" creationId="{3C5851FE-87C6-74C6-3BE7-F759479A5209}"/>
          </ac:spMkLst>
        </pc:spChg>
        <pc:picChg chg="del">
          <ac:chgData name="Steve Mallett" userId="b425f3ce11035ade" providerId="LiveId" clId="{44F0D983-BCF1-421B-AB65-D04D21F55327}" dt="2026-01-11T14:28:34.535" v="15322" actId="478"/>
          <ac:picMkLst>
            <pc:docMk/>
            <pc:sldMk cId="3049515860" sldId="294"/>
            <ac:picMk id="11" creationId="{F3C5D410-50BF-96E5-E3A1-68E25B8545E5}"/>
          </ac:picMkLst>
        </pc:picChg>
        <pc:picChg chg="mod">
          <ac:chgData name="Steve Mallett" userId="b425f3ce11035ade" providerId="LiveId" clId="{44F0D983-BCF1-421B-AB65-D04D21F55327}" dt="2026-01-11T14:30:29.048" v="15410" actId="14100"/>
          <ac:picMkLst>
            <pc:docMk/>
            <pc:sldMk cId="3049515860" sldId="294"/>
            <ac:picMk id="15" creationId="{7D569BDD-5AE6-B140-0FFB-648042155CC3}"/>
          </ac:picMkLst>
        </pc:picChg>
      </pc:sldChg>
      <pc:sldChg chg="addSp delSp modSp add mod">
        <pc:chgData name="Steve Mallett" userId="b425f3ce11035ade" providerId="LiveId" clId="{44F0D983-BCF1-421B-AB65-D04D21F55327}" dt="2026-01-11T14:45:02.546" v="16126" actId="478"/>
        <pc:sldMkLst>
          <pc:docMk/>
          <pc:sldMk cId="2237562016" sldId="295"/>
        </pc:sldMkLst>
        <pc:spChg chg="add del mod">
          <ac:chgData name="Steve Mallett" userId="b425f3ce11035ade" providerId="LiveId" clId="{44F0D983-BCF1-421B-AB65-D04D21F55327}" dt="2026-01-11T14:42:53.789" v="16100" actId="478"/>
          <ac:spMkLst>
            <pc:docMk/>
            <pc:sldMk cId="2237562016" sldId="295"/>
            <ac:spMk id="2" creationId="{13F6188A-A65C-821E-8783-BC95C274562F}"/>
          </ac:spMkLst>
        </pc:spChg>
        <pc:spChg chg="add mod">
          <ac:chgData name="Steve Mallett" userId="b425f3ce11035ade" providerId="LiveId" clId="{44F0D983-BCF1-421B-AB65-D04D21F55327}" dt="2026-01-11T14:42:22.806" v="16098" actId="1076"/>
          <ac:spMkLst>
            <pc:docMk/>
            <pc:sldMk cId="2237562016" sldId="295"/>
            <ac:spMk id="5" creationId="{55BF88A3-53C2-EA0C-59CE-F4F56FE43BF2}"/>
          </ac:spMkLst>
        </pc:spChg>
        <pc:spChg chg="add mod">
          <ac:chgData name="Steve Mallett" userId="b425f3ce11035ade" providerId="LiveId" clId="{44F0D983-BCF1-421B-AB65-D04D21F55327}" dt="2026-01-11T14:42:22.806" v="16098" actId="1076"/>
          <ac:spMkLst>
            <pc:docMk/>
            <pc:sldMk cId="2237562016" sldId="295"/>
            <ac:spMk id="6" creationId="{D8344D7D-B124-E43A-3ECE-DE2439AF450C}"/>
          </ac:spMkLst>
        </pc:spChg>
        <pc:spChg chg="mod">
          <ac:chgData name="Steve Mallett" userId="b425f3ce11035ade" providerId="LiveId" clId="{44F0D983-BCF1-421B-AB65-D04D21F55327}" dt="2026-01-11T14:41:40.811" v="16095" actId="20577"/>
          <ac:spMkLst>
            <pc:docMk/>
            <pc:sldMk cId="2237562016" sldId="295"/>
            <ac:spMk id="7" creationId="{5464831C-0C7B-6F30-8C73-B41F3C4D94A8}"/>
          </ac:spMkLst>
        </pc:spChg>
        <pc:spChg chg="del">
          <ac:chgData name="Steve Mallett" userId="b425f3ce11035ade" providerId="LiveId" clId="{44F0D983-BCF1-421B-AB65-D04D21F55327}" dt="2026-01-11T14:41:23.862" v="16028" actId="478"/>
          <ac:spMkLst>
            <pc:docMk/>
            <pc:sldMk cId="2237562016" sldId="295"/>
            <ac:spMk id="8" creationId="{8B3418FC-FA24-8A49-7B57-49B7A9607F3D}"/>
          </ac:spMkLst>
        </pc:spChg>
        <pc:spChg chg="mod topLvl">
          <ac:chgData name="Steve Mallett" userId="b425f3ce11035ade" providerId="LiveId" clId="{44F0D983-BCF1-421B-AB65-D04D21F55327}" dt="2026-01-11T14:44:13.943" v="16113" actId="14100"/>
          <ac:spMkLst>
            <pc:docMk/>
            <pc:sldMk cId="2237562016" sldId="295"/>
            <ac:spMk id="11" creationId="{FB54B2A9-C265-5A70-CA4E-76D7DF905EDE}"/>
          </ac:spMkLst>
        </pc:spChg>
        <pc:spChg chg="mod topLvl">
          <ac:chgData name="Steve Mallett" userId="b425f3ce11035ade" providerId="LiveId" clId="{44F0D983-BCF1-421B-AB65-D04D21F55327}" dt="2026-01-11T14:44:39.101" v="16121" actId="1076"/>
          <ac:spMkLst>
            <pc:docMk/>
            <pc:sldMk cId="2237562016" sldId="295"/>
            <ac:spMk id="12" creationId="{88C706A9-2F5C-4C88-EDA8-C2A87A16E93E}"/>
          </ac:spMkLst>
        </pc:spChg>
        <pc:spChg chg="mod topLvl">
          <ac:chgData name="Steve Mallett" userId="b425f3ce11035ade" providerId="LiveId" clId="{44F0D983-BCF1-421B-AB65-D04D21F55327}" dt="2026-01-11T14:44:27.262" v="16116" actId="14100"/>
          <ac:spMkLst>
            <pc:docMk/>
            <pc:sldMk cId="2237562016" sldId="295"/>
            <ac:spMk id="13" creationId="{6562C6BB-C3CA-C93C-16A7-D0EBD415798E}"/>
          </ac:spMkLst>
        </pc:spChg>
        <pc:spChg chg="mod topLvl">
          <ac:chgData name="Steve Mallett" userId="b425f3ce11035ade" providerId="LiveId" clId="{44F0D983-BCF1-421B-AB65-D04D21F55327}" dt="2026-01-11T14:44:31.143" v="16117" actId="1076"/>
          <ac:spMkLst>
            <pc:docMk/>
            <pc:sldMk cId="2237562016" sldId="295"/>
            <ac:spMk id="14" creationId="{01919A29-C909-B9CC-8D28-6289E9B583E3}"/>
          </ac:spMkLst>
        </pc:spChg>
        <pc:spChg chg="mod topLvl">
          <ac:chgData name="Steve Mallett" userId="b425f3ce11035ade" providerId="LiveId" clId="{44F0D983-BCF1-421B-AB65-D04D21F55327}" dt="2026-01-11T14:44:43.407" v="16122" actId="1076"/>
          <ac:spMkLst>
            <pc:docMk/>
            <pc:sldMk cId="2237562016" sldId="295"/>
            <ac:spMk id="16" creationId="{33B0C112-CD94-24E1-7028-F24FEF439E89}"/>
          </ac:spMkLst>
        </pc:spChg>
        <pc:spChg chg="mod topLvl">
          <ac:chgData name="Steve Mallett" userId="b425f3ce11035ade" providerId="LiveId" clId="{44F0D983-BCF1-421B-AB65-D04D21F55327}" dt="2026-01-11T14:44:56.519" v="16125" actId="1076"/>
          <ac:spMkLst>
            <pc:docMk/>
            <pc:sldMk cId="2237562016" sldId="295"/>
            <ac:spMk id="17" creationId="{51A9FF3E-FCB6-331A-D9D4-DB247B390F38}"/>
          </ac:spMkLst>
        </pc:spChg>
        <pc:grpChg chg="add del mod">
          <ac:chgData name="Steve Mallett" userId="b425f3ce11035ade" providerId="LiveId" clId="{44F0D983-BCF1-421B-AB65-D04D21F55327}" dt="2026-01-11T14:43:39.602" v="16107" actId="165"/>
          <ac:grpSpMkLst>
            <pc:docMk/>
            <pc:sldMk cId="2237562016" sldId="295"/>
            <ac:grpSpMk id="10" creationId="{5066940C-E1D3-487E-9651-94A5C41F93D1}"/>
          </ac:grpSpMkLst>
        </pc:grpChg>
        <pc:graphicFrameChg chg="add del mod">
          <ac:chgData name="Steve Mallett" userId="b425f3ce11035ade" providerId="LiveId" clId="{44F0D983-BCF1-421B-AB65-D04D21F55327}" dt="2026-01-11T14:43:03.728" v="16102" actId="478"/>
          <ac:graphicFrameMkLst>
            <pc:docMk/>
            <pc:sldMk cId="2237562016" sldId="295"/>
            <ac:graphicFrameMk id="9" creationId="{3A87A71F-1B7B-B8EA-A156-7D60CD5395EC}"/>
          </ac:graphicFrameMkLst>
        </pc:graphicFrameChg>
        <pc:picChg chg="add del mod">
          <ac:chgData name="Steve Mallett" userId="b425f3ce11035ade" providerId="LiveId" clId="{44F0D983-BCF1-421B-AB65-D04D21F55327}" dt="2026-01-11T14:45:02.546" v="16126" actId="478"/>
          <ac:picMkLst>
            <pc:docMk/>
            <pc:sldMk cId="2237562016" sldId="295"/>
            <ac:picMk id="3" creationId="{B5BEDC83-BFCF-8E86-8E2E-401F96483750}"/>
          </ac:picMkLst>
        </pc:picChg>
        <pc:picChg chg="mod">
          <ac:chgData name="Steve Mallett" userId="b425f3ce11035ade" providerId="LiveId" clId="{44F0D983-BCF1-421B-AB65-D04D21F55327}" dt="2026-01-11T14:43:09.814" v="16103" actId="1076"/>
          <ac:picMkLst>
            <pc:docMk/>
            <pc:sldMk cId="2237562016" sldId="295"/>
            <ac:picMk id="15" creationId="{BB400583-3505-C538-8780-5BCD831792F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5722AE-8A82-475F-82A0-DB8301BE1B96}" type="datetimeFigureOut">
              <a:rPr lang="en-GB" smtClean="0"/>
              <a:t>11/01/2026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1E74A8-A75F-49EB-BACA-9C5AC1562D1D}" type="slidenum">
              <a:rPr lang="en-GB" smtClean="0"/>
              <a:t>‹#›</a:t>
            </a:fld>
            <a:endParaRPr lang="en-GB"/>
          </a:p>
        </p:txBody>
      </p:sp>
    </p:spTree>
    <p:extLst>
      <p:ext uri="{BB962C8B-B14F-4D97-AF65-F5344CB8AC3E}">
        <p14:creationId xmlns:p14="http://schemas.microsoft.com/office/powerpoint/2010/main" val="4198325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The estimands is an abstract question and cannot be observed directly.</a:t>
            </a:r>
          </a:p>
          <a:p>
            <a:r>
              <a:rPr lang="en-GB" dirty="0"/>
              <a:t>We cannot</a:t>
            </a:r>
          </a:p>
        </p:txBody>
      </p:sp>
      <p:sp>
        <p:nvSpPr>
          <p:cNvPr id="4" name="Slide Number Placeholder 3"/>
          <p:cNvSpPr>
            <a:spLocks noGrp="1"/>
          </p:cNvSpPr>
          <p:nvPr>
            <p:ph type="sldNum" sz="quarter" idx="5"/>
          </p:nvPr>
        </p:nvSpPr>
        <p:spPr/>
        <p:txBody>
          <a:bodyPr/>
          <a:lstStyle/>
          <a:p>
            <a:fld id="{5A1E74A8-A75F-49EB-BACA-9C5AC1562D1D}" type="slidenum">
              <a:rPr lang="en-GB" smtClean="0"/>
              <a:t>3</a:t>
            </a:fld>
            <a:endParaRPr lang="en-GB"/>
          </a:p>
        </p:txBody>
      </p:sp>
    </p:spTree>
    <p:extLst>
      <p:ext uri="{BB962C8B-B14F-4D97-AF65-F5344CB8AC3E}">
        <p14:creationId xmlns:p14="http://schemas.microsoft.com/office/powerpoint/2010/main" val="11329035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The estimand statement describes a causal relationship between prescribing the new treatment and the endpoint</a:t>
            </a:r>
          </a:p>
          <a:p>
            <a:pPr marL="228600" indent="-228600">
              <a:buAutoNum type="arabicParenBoth"/>
            </a:pPr>
            <a:endParaRPr lang="en-GB" dirty="0"/>
          </a:p>
          <a:p>
            <a:pPr marL="0" indent="0">
              <a:buFont typeface="+mj-lt"/>
              <a:buNone/>
            </a:pPr>
            <a:r>
              <a:rPr lang="en-GB" dirty="0"/>
              <a:t>Taking a representative sample of the target population provides a practical solution via a clinical trial, but introduces some challenges as we shall see.</a:t>
            </a:r>
          </a:p>
          <a:p>
            <a:pPr marL="0" indent="0">
              <a:buFont typeface="+mj-lt"/>
              <a:buNone/>
            </a:pPr>
            <a:endParaRPr lang="en-GB" dirty="0"/>
          </a:p>
          <a:p>
            <a:pPr marL="0" indent="0">
              <a:buFont typeface="+mj-lt"/>
              <a:buNone/>
            </a:pPr>
            <a:r>
              <a:rPr lang="en-GB" dirty="0"/>
              <a:t>Assigning each patient randomly to either the new treatment or control does not solve the “counterfactual” question a patient level e.g. if a patient is assigned to a new treatment, we don’t know what the outcome would have been if they had been assigned to the control.  Each patient is either prescribed the new medicine or not.</a:t>
            </a:r>
          </a:p>
          <a:p>
            <a:pPr marL="0" indent="0">
              <a:buFont typeface="+mj-lt"/>
              <a:buNone/>
            </a:pPr>
            <a:r>
              <a:rPr lang="en-GB" dirty="0"/>
              <a:t>But this does solve the problem on average, at a group level. </a:t>
            </a:r>
          </a:p>
          <a:p>
            <a:pPr marL="0" indent="0">
              <a:buFont typeface="+mj-lt"/>
              <a:buNone/>
            </a:pPr>
            <a:r>
              <a:rPr lang="en-GB" dirty="0"/>
              <a:t>Comparing the groups addresses the estimand question.</a:t>
            </a:r>
          </a:p>
          <a:p>
            <a:pPr marL="0" indent="0">
              <a:buFont typeface="+mj-lt"/>
              <a:buNone/>
            </a:pPr>
            <a:r>
              <a:rPr lang="en-GB" dirty="0"/>
              <a:t>We might say that randomisation lets one group act as the missing ‘what if’ for the other.</a:t>
            </a:r>
          </a:p>
        </p:txBody>
      </p:sp>
      <p:sp>
        <p:nvSpPr>
          <p:cNvPr id="4" name="Slide Number Placeholder 3"/>
          <p:cNvSpPr>
            <a:spLocks noGrp="1"/>
          </p:cNvSpPr>
          <p:nvPr>
            <p:ph type="sldNum" sz="quarter" idx="5"/>
          </p:nvPr>
        </p:nvSpPr>
        <p:spPr/>
        <p:txBody>
          <a:bodyPr/>
          <a:lstStyle/>
          <a:p>
            <a:fld id="{5A1E74A8-A75F-49EB-BACA-9C5AC1562D1D}" type="slidenum">
              <a:rPr lang="en-GB" smtClean="0"/>
              <a:t>4</a:t>
            </a:fld>
            <a:endParaRPr lang="en-GB"/>
          </a:p>
        </p:txBody>
      </p:sp>
    </p:spTree>
    <p:extLst>
      <p:ext uri="{BB962C8B-B14F-4D97-AF65-F5344CB8AC3E}">
        <p14:creationId xmlns:p14="http://schemas.microsoft.com/office/powerpoint/2010/main" val="39781767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FF2DA-87AF-A959-33A6-0F1A615201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8D5CBD-7560-C3CD-04FB-371AB6DC242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82BAE86-0AC0-1CC8-6CBB-676111B4DEE6}"/>
              </a:ext>
            </a:extLst>
          </p:cNvPr>
          <p:cNvSpPr>
            <a:spLocks noGrp="1"/>
          </p:cNvSpPr>
          <p:nvPr>
            <p:ph type="body" idx="1"/>
          </p:nvPr>
        </p:nvSpPr>
        <p:spPr/>
        <p:txBody>
          <a:bodyPr/>
          <a:lstStyle/>
          <a:p>
            <a:r>
              <a:rPr lang="en-GB" dirty="0"/>
              <a:t>This type of estimand is also known as an Intent to treat analysis.</a:t>
            </a:r>
          </a:p>
          <a:p>
            <a:r>
              <a:rPr lang="en-GB" dirty="0"/>
              <a:t>It measures the effect of prescribing the medicine versus not prescribing the medicine (regardless of whether the patients adheres to treatment).</a:t>
            </a:r>
          </a:p>
          <a:p>
            <a:r>
              <a:rPr lang="en-GB" dirty="0"/>
              <a:t>It is generally favoured by regulators, but tends to produce a smaller treatment effect.</a:t>
            </a:r>
          </a:p>
          <a:p>
            <a:r>
              <a:rPr lang="en-GB" dirty="0"/>
              <a:t>Alternative approaches include: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i="1"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“The treatment difference in the hypothetical condition that all patients adhere to the treatment”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200" i="1"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“The treatment difference in the hypothetical situation where rescue medication was not taken”</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GB" sz="1200" i="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i="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The method used for the estimator depends on the estimand, e.g. handling data after the patient withdraws from study medication or starts taking rescue medication.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i="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Other events need to be considered, e.g. how to handle death, transplant or surgery depending on the disease area.</a:t>
            </a:r>
          </a:p>
          <a:p>
            <a:endParaRPr lang="en-GB" dirty="0"/>
          </a:p>
        </p:txBody>
      </p:sp>
      <p:sp>
        <p:nvSpPr>
          <p:cNvPr id="4" name="Slide Number Placeholder 3">
            <a:extLst>
              <a:ext uri="{FF2B5EF4-FFF2-40B4-BE49-F238E27FC236}">
                <a16:creationId xmlns:a16="http://schemas.microsoft.com/office/drawing/2014/main" id="{79B5FBA3-0E33-D068-E034-795B5BBAE899}"/>
              </a:ext>
            </a:extLst>
          </p:cNvPr>
          <p:cNvSpPr>
            <a:spLocks noGrp="1"/>
          </p:cNvSpPr>
          <p:nvPr>
            <p:ph type="sldNum" sz="quarter" idx="5"/>
          </p:nvPr>
        </p:nvSpPr>
        <p:spPr/>
        <p:txBody>
          <a:bodyPr/>
          <a:lstStyle/>
          <a:p>
            <a:fld id="{5A1E74A8-A75F-49EB-BACA-9C5AC1562D1D}" type="slidenum">
              <a:rPr lang="en-GB" smtClean="0"/>
              <a:t>5</a:t>
            </a:fld>
            <a:endParaRPr lang="en-GB"/>
          </a:p>
        </p:txBody>
      </p:sp>
    </p:spTree>
    <p:extLst>
      <p:ext uri="{BB962C8B-B14F-4D97-AF65-F5344CB8AC3E}">
        <p14:creationId xmlns:p14="http://schemas.microsoft.com/office/powerpoint/2010/main" val="6063527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The example is based on our example study, assuming the true treatment effect is 100 and with 250 patients per arm.</a:t>
            </a:r>
          </a:p>
          <a:p>
            <a:r>
              <a:rPr lang="en-GB" dirty="0"/>
              <a:t>Each frame in the animation represents a repeated clinical trial.</a:t>
            </a:r>
          </a:p>
          <a:p>
            <a:r>
              <a:rPr lang="en-GB" dirty="0"/>
              <a:t>The variability is less if we increase the sample size.</a:t>
            </a:r>
          </a:p>
          <a:p>
            <a:r>
              <a:rPr lang="en-GB" dirty="0"/>
              <a:t>This looks like the familiar “bell-shaped curve” but is actually a T-distribution (discovered by a statistician working at Guiness!).</a:t>
            </a:r>
          </a:p>
        </p:txBody>
      </p:sp>
      <p:sp>
        <p:nvSpPr>
          <p:cNvPr id="4" name="Slide Number Placeholder 3"/>
          <p:cNvSpPr>
            <a:spLocks noGrp="1"/>
          </p:cNvSpPr>
          <p:nvPr>
            <p:ph type="sldNum" sz="quarter" idx="5"/>
          </p:nvPr>
        </p:nvSpPr>
        <p:spPr/>
        <p:txBody>
          <a:bodyPr/>
          <a:lstStyle/>
          <a:p>
            <a:fld id="{5A1E74A8-A75F-49EB-BACA-9C5AC1562D1D}" type="slidenum">
              <a:rPr lang="en-GB" smtClean="0"/>
              <a:t>6</a:t>
            </a:fld>
            <a:endParaRPr lang="en-GB"/>
          </a:p>
        </p:txBody>
      </p:sp>
    </p:spTree>
    <p:extLst>
      <p:ext uri="{BB962C8B-B14F-4D97-AF65-F5344CB8AC3E}">
        <p14:creationId xmlns:p14="http://schemas.microsoft.com/office/powerpoint/2010/main" val="342399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is another statistical approach called Bayesian inference. In this approach, the Estimand is not fixed but is a random variable.</a:t>
            </a:r>
          </a:p>
          <a:p>
            <a:r>
              <a:rPr lang="en-GB" dirty="0"/>
              <a:t>The interval produced in a Bayesian analysis is called a Credible Interval, and this time it can be interpreted in terms of the Estimand having a probability of being within the interval.</a:t>
            </a:r>
          </a:p>
        </p:txBody>
      </p:sp>
      <p:sp>
        <p:nvSpPr>
          <p:cNvPr id="4" name="Slide Number Placeholder 3"/>
          <p:cNvSpPr>
            <a:spLocks noGrp="1"/>
          </p:cNvSpPr>
          <p:nvPr>
            <p:ph type="sldNum" sz="quarter" idx="5"/>
          </p:nvPr>
        </p:nvSpPr>
        <p:spPr/>
        <p:txBody>
          <a:bodyPr/>
          <a:lstStyle/>
          <a:p>
            <a:fld id="{5A1E74A8-A75F-49EB-BACA-9C5AC1562D1D}" type="slidenum">
              <a:rPr lang="en-GB" smtClean="0"/>
              <a:t>8</a:t>
            </a:fld>
            <a:endParaRPr lang="en-GB"/>
          </a:p>
        </p:txBody>
      </p:sp>
    </p:spTree>
    <p:extLst>
      <p:ext uri="{BB962C8B-B14F-4D97-AF65-F5344CB8AC3E}">
        <p14:creationId xmlns:p14="http://schemas.microsoft.com/office/powerpoint/2010/main" val="6848317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0AD93-C033-7FAA-DA18-0AC0F59A23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3F124D-2140-77F6-FDB6-E5A3419EDE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46E225-02D6-05F3-CE3A-0577AE04FE94}"/>
              </a:ext>
            </a:extLst>
          </p:cNvPr>
          <p:cNvSpPr>
            <a:spLocks noGrp="1"/>
          </p:cNvSpPr>
          <p:nvPr>
            <p:ph type="body" idx="1"/>
          </p:nvPr>
        </p:nvSpPr>
        <p:spPr/>
        <p:txBody>
          <a:bodyPr/>
          <a:lstStyle/>
          <a:p>
            <a:r>
              <a:rPr lang="en-GB" dirty="0"/>
              <a:t>There is another statistical approach called Bayesian inference. In this approach, the Estimand is not fixed but is a random variable.</a:t>
            </a:r>
          </a:p>
          <a:p>
            <a:r>
              <a:rPr lang="en-GB" dirty="0"/>
              <a:t>The interval produced in a Bayesian analysis is called a Credible Interval, and this time it can be interpreted in terms of the Estimand having a probability of being within the interval.</a:t>
            </a:r>
          </a:p>
        </p:txBody>
      </p:sp>
      <p:sp>
        <p:nvSpPr>
          <p:cNvPr id="4" name="Slide Number Placeholder 3">
            <a:extLst>
              <a:ext uri="{FF2B5EF4-FFF2-40B4-BE49-F238E27FC236}">
                <a16:creationId xmlns:a16="http://schemas.microsoft.com/office/drawing/2014/main" id="{8F584C43-6353-31B4-1DCE-2300F1151A83}"/>
              </a:ext>
            </a:extLst>
          </p:cNvPr>
          <p:cNvSpPr>
            <a:spLocks noGrp="1"/>
          </p:cNvSpPr>
          <p:nvPr>
            <p:ph type="sldNum" sz="quarter" idx="5"/>
          </p:nvPr>
        </p:nvSpPr>
        <p:spPr/>
        <p:txBody>
          <a:bodyPr/>
          <a:lstStyle/>
          <a:p>
            <a:fld id="{5A1E74A8-A75F-49EB-BACA-9C5AC1562D1D}" type="slidenum">
              <a:rPr lang="en-GB" smtClean="0"/>
              <a:t>9</a:t>
            </a:fld>
            <a:endParaRPr lang="en-GB"/>
          </a:p>
        </p:txBody>
      </p:sp>
    </p:spTree>
    <p:extLst>
      <p:ext uri="{BB962C8B-B14F-4D97-AF65-F5344CB8AC3E}">
        <p14:creationId xmlns:p14="http://schemas.microsoft.com/office/powerpoint/2010/main" val="39522907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This was one of the first recorded examples of a p-value.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Calibri" panose="020F0502020204030204" pitchFamily="34" charset="0"/>
                <a:ea typeface="Calibri" panose="020F0502020204030204" pitchFamily="34" charset="0"/>
                <a:cs typeface="Calibri" panose="020F0502020204030204" pitchFamily="34" charset="0"/>
              </a:rPr>
              <a:t>It turns out that when you pour milk into boiling hot tea, the first drops of milk get superheated quickly and globules containing fats and proteins acquire a burnt flavour, which Muriel could taste.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Calibri" panose="020F0502020204030204" pitchFamily="34" charset="0"/>
                <a:ea typeface="Calibri" panose="020F0502020204030204" pitchFamily="34" charset="0"/>
                <a:cs typeface="Calibri" panose="020F0502020204030204" pitchFamily="34" charset="0"/>
              </a:rPr>
              <a:t>Using Fisher’s approach, the p-value isn’t generally compared to a fixed threshold, i.e. there isn’t the concept of “statistical significance”.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Calibri" panose="020F0502020204030204" pitchFamily="34" charset="0"/>
                <a:ea typeface="Calibri" panose="020F0502020204030204" pitchFamily="34" charset="0"/>
                <a:cs typeface="Calibri" panose="020F0502020204030204" pitchFamily="34" charset="0"/>
              </a:rPr>
              <a:t>Nor is an alternative hypothesis defined – this development came later.</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Calibri" panose="020F0502020204030204" pitchFamily="34" charset="0"/>
                <a:ea typeface="Calibri" panose="020F0502020204030204" pitchFamily="34" charset="0"/>
                <a:cs typeface="Calibri" panose="020F0502020204030204" pitchFamily="34" charset="0"/>
              </a:rPr>
              <a:t>A common fallacy is that the p-value is the probability that the null hypothesis is correct. But this wrong, because a p-value is defined only if the null hypothesis is correct.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latin typeface="Calibri" panose="020F0502020204030204" pitchFamily="34" charset="0"/>
              <a:ea typeface="Calibri" panose="020F0502020204030204" pitchFamily="34" charset="0"/>
              <a:cs typeface="Calibri" panose="020F0502020204030204" pitchFamily="34" charset="0"/>
            </a:endParaRPr>
          </a:p>
          <a:p>
            <a:endParaRPr lang="en-GB" dirty="0"/>
          </a:p>
        </p:txBody>
      </p:sp>
      <p:sp>
        <p:nvSpPr>
          <p:cNvPr id="4" name="Slide Number Placeholder 3"/>
          <p:cNvSpPr>
            <a:spLocks noGrp="1"/>
          </p:cNvSpPr>
          <p:nvPr>
            <p:ph type="sldNum" sz="quarter" idx="5"/>
          </p:nvPr>
        </p:nvSpPr>
        <p:spPr/>
        <p:txBody>
          <a:bodyPr/>
          <a:lstStyle/>
          <a:p>
            <a:fld id="{5A1E74A8-A75F-49EB-BACA-9C5AC1562D1D}" type="slidenum">
              <a:rPr lang="en-GB" smtClean="0"/>
              <a:t>12</a:t>
            </a:fld>
            <a:endParaRPr lang="en-GB"/>
          </a:p>
        </p:txBody>
      </p:sp>
    </p:spTree>
    <p:extLst>
      <p:ext uri="{BB962C8B-B14F-4D97-AF65-F5344CB8AC3E}">
        <p14:creationId xmlns:p14="http://schemas.microsoft.com/office/powerpoint/2010/main" val="30791082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505F1-2680-6CD3-A47E-E51438A0D0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46D8C4-7647-B144-5D5B-1C55A3D3CA1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C1F2392-F6C5-9991-A63F-D5F1811DF9C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Calibri" panose="020F0502020204030204" pitchFamily="34" charset="0"/>
                <a:ea typeface="Calibri" panose="020F0502020204030204" pitchFamily="34" charset="0"/>
                <a:cs typeface="Calibri" panose="020F0502020204030204" pitchFamily="34" charset="0"/>
              </a:rPr>
              <a:t>Drug regulators want the type I error to be quite low, because a spurious positive result could mean granting a licence to an ineffective drug.</a:t>
            </a:r>
            <a:endParaRPr lang="en-GB" dirty="0"/>
          </a:p>
        </p:txBody>
      </p:sp>
      <p:sp>
        <p:nvSpPr>
          <p:cNvPr id="4" name="Slide Number Placeholder 3">
            <a:extLst>
              <a:ext uri="{FF2B5EF4-FFF2-40B4-BE49-F238E27FC236}">
                <a16:creationId xmlns:a16="http://schemas.microsoft.com/office/drawing/2014/main" id="{269969CF-7226-37A9-3FAF-E30A444D8838}"/>
              </a:ext>
            </a:extLst>
          </p:cNvPr>
          <p:cNvSpPr>
            <a:spLocks noGrp="1"/>
          </p:cNvSpPr>
          <p:nvPr>
            <p:ph type="sldNum" sz="quarter" idx="5"/>
          </p:nvPr>
        </p:nvSpPr>
        <p:spPr/>
        <p:txBody>
          <a:bodyPr/>
          <a:lstStyle/>
          <a:p>
            <a:fld id="{5A1E74A8-A75F-49EB-BACA-9C5AC1562D1D}" type="slidenum">
              <a:rPr lang="en-GB" smtClean="0"/>
              <a:t>13</a:t>
            </a:fld>
            <a:endParaRPr lang="en-GB"/>
          </a:p>
        </p:txBody>
      </p:sp>
    </p:spTree>
    <p:extLst>
      <p:ext uri="{BB962C8B-B14F-4D97-AF65-F5344CB8AC3E}">
        <p14:creationId xmlns:p14="http://schemas.microsoft.com/office/powerpoint/2010/main" val="12053780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0E752-294A-DA62-02EE-998E420BEC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7C6E5F-9A5C-D778-E3FD-BACEDC8EB66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0DE464B-B748-EE76-019C-A34E47F9796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Calibri" panose="020F0502020204030204" pitchFamily="34" charset="0"/>
                <a:ea typeface="Calibri" panose="020F0502020204030204" pitchFamily="34" charset="0"/>
                <a:cs typeface="Calibri" panose="020F0502020204030204" pitchFamily="34" charset="0"/>
              </a:rPr>
              <a:t>Drug regulators want the type I error to be quite low, because a spurious positive result could mean granting a licence to an ineffective drug.</a:t>
            </a:r>
            <a:endParaRPr lang="en-GB" dirty="0"/>
          </a:p>
        </p:txBody>
      </p:sp>
      <p:sp>
        <p:nvSpPr>
          <p:cNvPr id="4" name="Slide Number Placeholder 3">
            <a:extLst>
              <a:ext uri="{FF2B5EF4-FFF2-40B4-BE49-F238E27FC236}">
                <a16:creationId xmlns:a16="http://schemas.microsoft.com/office/drawing/2014/main" id="{6F226665-7ACD-C1F0-02E6-F581DD017CB4}"/>
              </a:ext>
            </a:extLst>
          </p:cNvPr>
          <p:cNvSpPr>
            <a:spLocks noGrp="1"/>
          </p:cNvSpPr>
          <p:nvPr>
            <p:ph type="sldNum" sz="quarter" idx="5"/>
          </p:nvPr>
        </p:nvSpPr>
        <p:spPr/>
        <p:txBody>
          <a:bodyPr/>
          <a:lstStyle/>
          <a:p>
            <a:fld id="{5A1E74A8-A75F-49EB-BACA-9C5AC1562D1D}" type="slidenum">
              <a:rPr lang="en-GB" smtClean="0"/>
              <a:t>14</a:t>
            </a:fld>
            <a:endParaRPr lang="en-GB"/>
          </a:p>
        </p:txBody>
      </p:sp>
    </p:spTree>
    <p:extLst>
      <p:ext uri="{BB962C8B-B14F-4D97-AF65-F5344CB8AC3E}">
        <p14:creationId xmlns:p14="http://schemas.microsoft.com/office/powerpoint/2010/main" val="1338698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This example assumes 250 patients per arm.</a:t>
            </a:r>
          </a:p>
        </p:txBody>
      </p:sp>
      <p:sp>
        <p:nvSpPr>
          <p:cNvPr id="4" name="Slide Number Placeholder 3"/>
          <p:cNvSpPr>
            <a:spLocks noGrp="1"/>
          </p:cNvSpPr>
          <p:nvPr>
            <p:ph type="sldNum" sz="quarter" idx="5"/>
          </p:nvPr>
        </p:nvSpPr>
        <p:spPr/>
        <p:txBody>
          <a:bodyPr/>
          <a:lstStyle/>
          <a:p>
            <a:fld id="{5A1E74A8-A75F-49EB-BACA-9C5AC1562D1D}" type="slidenum">
              <a:rPr lang="en-GB" smtClean="0"/>
              <a:t>15</a:t>
            </a:fld>
            <a:endParaRPr lang="en-GB"/>
          </a:p>
        </p:txBody>
      </p:sp>
    </p:spTree>
    <p:extLst>
      <p:ext uri="{BB962C8B-B14F-4D97-AF65-F5344CB8AC3E}">
        <p14:creationId xmlns:p14="http://schemas.microsoft.com/office/powerpoint/2010/main" val="19836153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pattFill prst="lgGrid">
          <a:fgClr>
            <a:schemeClr val="accent1">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382BC-BBAA-30EF-912A-31EF8A0C9C0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D553C3F-D7AD-00BE-9316-D8CB80037C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4A8CD821-4BA4-D8FB-85C8-AE4C207FE009}"/>
              </a:ext>
            </a:extLst>
          </p:cNvPr>
          <p:cNvSpPr>
            <a:spLocks noGrp="1"/>
          </p:cNvSpPr>
          <p:nvPr>
            <p:ph type="dt" sz="half" idx="10"/>
          </p:nvPr>
        </p:nvSpPr>
        <p:spPr/>
        <p:txBody>
          <a:bodyPr/>
          <a:lstStyle/>
          <a:p>
            <a:fld id="{DB6EB0DB-E78E-4811-9B8B-83539CDF9880}" type="datetimeFigureOut">
              <a:rPr lang="en-GB" smtClean="0"/>
              <a:t>11/01/2026</a:t>
            </a:fld>
            <a:endParaRPr lang="en-GB"/>
          </a:p>
        </p:txBody>
      </p:sp>
      <p:sp>
        <p:nvSpPr>
          <p:cNvPr id="5" name="Footer Placeholder 4">
            <a:extLst>
              <a:ext uri="{FF2B5EF4-FFF2-40B4-BE49-F238E27FC236}">
                <a16:creationId xmlns:a16="http://schemas.microsoft.com/office/drawing/2014/main" id="{0E970A16-354C-0D67-C609-36537CB672E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5033C2C-BE93-8A53-B99A-703B09C4438A}"/>
              </a:ext>
            </a:extLst>
          </p:cNvPr>
          <p:cNvSpPr>
            <a:spLocks noGrp="1"/>
          </p:cNvSpPr>
          <p:nvPr>
            <p:ph type="sldNum" sz="quarter" idx="12"/>
          </p:nvPr>
        </p:nvSpPr>
        <p:spPr/>
        <p:txBody>
          <a:bodyPr/>
          <a:lstStyle/>
          <a:p>
            <a:fld id="{D5ACB6FA-6651-413B-B1BC-2F7C3FB5FEBE}" type="slidenum">
              <a:rPr lang="en-GB" smtClean="0"/>
              <a:t>‹#›</a:t>
            </a:fld>
            <a:endParaRPr lang="en-GB"/>
          </a:p>
        </p:txBody>
      </p:sp>
    </p:spTree>
    <p:extLst>
      <p:ext uri="{BB962C8B-B14F-4D97-AF65-F5344CB8AC3E}">
        <p14:creationId xmlns:p14="http://schemas.microsoft.com/office/powerpoint/2010/main" val="18621238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pattFill prst="lgGrid">
          <a:fgClr>
            <a:schemeClr val="accent1">
              <a:lumMod val="20000"/>
              <a:lumOff val="80000"/>
            </a:schemeClr>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C5C4D-0A4C-9816-1CB6-34071406C41E}"/>
              </a:ext>
            </a:extLst>
          </p:cNvPr>
          <p:cNvSpPr>
            <a:spLocks noGrp="1"/>
          </p:cNvSpPr>
          <p:nvPr>
            <p:ph type="title" hasCustomPrompt="1"/>
          </p:nvPr>
        </p:nvSpPr>
        <p:spPr/>
        <p:txBody>
          <a:bodyPr/>
          <a:lstStyle/>
          <a:p>
            <a:r>
              <a:rPr lang="en-GB" dirty="0">
                <a:solidFill>
                  <a:schemeClr val="accent6">
                    <a:lumMod val="75000"/>
                  </a:schemeClr>
                </a:solidFill>
              </a:rPr>
              <a:t>Heading</a:t>
            </a:r>
            <a:endParaRPr lang="en-GB" dirty="0"/>
          </a:p>
        </p:txBody>
      </p:sp>
      <p:sp>
        <p:nvSpPr>
          <p:cNvPr id="3" name="Content Placeholder 2">
            <a:extLst>
              <a:ext uri="{FF2B5EF4-FFF2-40B4-BE49-F238E27FC236}">
                <a16:creationId xmlns:a16="http://schemas.microsoft.com/office/drawing/2014/main" id="{B88506F3-9A22-6011-57CF-D8312B8105E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545AC8A-E047-F0FA-FC6F-59F4B2D241FD}"/>
              </a:ext>
            </a:extLst>
          </p:cNvPr>
          <p:cNvSpPr>
            <a:spLocks noGrp="1"/>
          </p:cNvSpPr>
          <p:nvPr>
            <p:ph type="dt" sz="half" idx="10"/>
          </p:nvPr>
        </p:nvSpPr>
        <p:spPr/>
        <p:txBody>
          <a:bodyPr/>
          <a:lstStyle/>
          <a:p>
            <a:fld id="{DB6EB0DB-E78E-4811-9B8B-83539CDF9880}" type="datetimeFigureOut">
              <a:rPr lang="en-GB" smtClean="0"/>
              <a:t>11/01/2026</a:t>
            </a:fld>
            <a:endParaRPr lang="en-GB"/>
          </a:p>
        </p:txBody>
      </p:sp>
      <p:sp>
        <p:nvSpPr>
          <p:cNvPr id="5" name="Footer Placeholder 4">
            <a:extLst>
              <a:ext uri="{FF2B5EF4-FFF2-40B4-BE49-F238E27FC236}">
                <a16:creationId xmlns:a16="http://schemas.microsoft.com/office/drawing/2014/main" id="{25777DCF-FF62-F7C9-251C-A598964B470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84404DB-8DEF-0DF5-1493-AA13E0E88A2C}"/>
              </a:ext>
            </a:extLst>
          </p:cNvPr>
          <p:cNvSpPr>
            <a:spLocks noGrp="1"/>
          </p:cNvSpPr>
          <p:nvPr>
            <p:ph type="sldNum" sz="quarter" idx="12"/>
          </p:nvPr>
        </p:nvSpPr>
        <p:spPr/>
        <p:txBody>
          <a:bodyPr/>
          <a:lstStyle/>
          <a:p>
            <a:fld id="{D5ACB6FA-6651-413B-B1BC-2F7C3FB5FEBE}" type="slidenum">
              <a:rPr lang="en-GB" smtClean="0"/>
              <a:t>‹#›</a:t>
            </a:fld>
            <a:endParaRPr lang="en-GB"/>
          </a:p>
        </p:txBody>
      </p:sp>
    </p:spTree>
    <p:extLst>
      <p:ext uri="{BB962C8B-B14F-4D97-AF65-F5344CB8AC3E}">
        <p14:creationId xmlns:p14="http://schemas.microsoft.com/office/powerpoint/2010/main" val="183904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B8369-5B4A-FADD-F5EC-1AF7E86882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9DF1B331-493A-2B60-E879-B9603221013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F78B20-59FD-A81D-3518-E16E90FF8AFB}"/>
              </a:ext>
            </a:extLst>
          </p:cNvPr>
          <p:cNvSpPr>
            <a:spLocks noGrp="1"/>
          </p:cNvSpPr>
          <p:nvPr>
            <p:ph type="dt" sz="half" idx="10"/>
          </p:nvPr>
        </p:nvSpPr>
        <p:spPr/>
        <p:txBody>
          <a:bodyPr/>
          <a:lstStyle/>
          <a:p>
            <a:fld id="{DB6EB0DB-E78E-4811-9B8B-83539CDF9880}" type="datetimeFigureOut">
              <a:rPr lang="en-GB" smtClean="0"/>
              <a:t>11/01/2026</a:t>
            </a:fld>
            <a:endParaRPr lang="en-GB"/>
          </a:p>
        </p:txBody>
      </p:sp>
      <p:sp>
        <p:nvSpPr>
          <p:cNvPr id="5" name="Footer Placeholder 4">
            <a:extLst>
              <a:ext uri="{FF2B5EF4-FFF2-40B4-BE49-F238E27FC236}">
                <a16:creationId xmlns:a16="http://schemas.microsoft.com/office/drawing/2014/main" id="{F687BE6A-8A4E-FB9C-EEBB-317DCD8FBF5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DC8B0B7-4E03-BC45-74C4-6B7A36979EC4}"/>
              </a:ext>
            </a:extLst>
          </p:cNvPr>
          <p:cNvSpPr>
            <a:spLocks noGrp="1"/>
          </p:cNvSpPr>
          <p:nvPr>
            <p:ph type="sldNum" sz="quarter" idx="12"/>
          </p:nvPr>
        </p:nvSpPr>
        <p:spPr/>
        <p:txBody>
          <a:bodyPr/>
          <a:lstStyle/>
          <a:p>
            <a:fld id="{D5ACB6FA-6651-413B-B1BC-2F7C3FB5FEBE}" type="slidenum">
              <a:rPr lang="en-GB" smtClean="0"/>
              <a:t>‹#›</a:t>
            </a:fld>
            <a:endParaRPr lang="en-GB"/>
          </a:p>
        </p:txBody>
      </p:sp>
    </p:spTree>
    <p:extLst>
      <p:ext uri="{BB962C8B-B14F-4D97-AF65-F5344CB8AC3E}">
        <p14:creationId xmlns:p14="http://schemas.microsoft.com/office/powerpoint/2010/main" val="4276087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F7586-342D-8151-1FDE-F660D883156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57D6482-E1EC-7F1D-9BF7-84607636D7D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8656610-DF24-F4C5-4289-5221D4E1B58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793D73C-9201-A7F4-FC6F-5D8FFCF402B6}"/>
              </a:ext>
            </a:extLst>
          </p:cNvPr>
          <p:cNvSpPr>
            <a:spLocks noGrp="1"/>
          </p:cNvSpPr>
          <p:nvPr>
            <p:ph type="dt" sz="half" idx="10"/>
          </p:nvPr>
        </p:nvSpPr>
        <p:spPr/>
        <p:txBody>
          <a:bodyPr/>
          <a:lstStyle/>
          <a:p>
            <a:fld id="{DB6EB0DB-E78E-4811-9B8B-83539CDF9880}" type="datetimeFigureOut">
              <a:rPr lang="en-GB" smtClean="0"/>
              <a:t>11/01/2026</a:t>
            </a:fld>
            <a:endParaRPr lang="en-GB"/>
          </a:p>
        </p:txBody>
      </p:sp>
      <p:sp>
        <p:nvSpPr>
          <p:cNvPr id="6" name="Footer Placeholder 5">
            <a:extLst>
              <a:ext uri="{FF2B5EF4-FFF2-40B4-BE49-F238E27FC236}">
                <a16:creationId xmlns:a16="http://schemas.microsoft.com/office/drawing/2014/main" id="{6D333950-2AD2-839D-639E-B5E7EA444D5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03FACE6-AE14-0339-7795-279ED3662E32}"/>
              </a:ext>
            </a:extLst>
          </p:cNvPr>
          <p:cNvSpPr>
            <a:spLocks noGrp="1"/>
          </p:cNvSpPr>
          <p:nvPr>
            <p:ph type="sldNum" sz="quarter" idx="12"/>
          </p:nvPr>
        </p:nvSpPr>
        <p:spPr/>
        <p:txBody>
          <a:bodyPr/>
          <a:lstStyle/>
          <a:p>
            <a:fld id="{D5ACB6FA-6651-413B-B1BC-2F7C3FB5FEBE}" type="slidenum">
              <a:rPr lang="en-GB" smtClean="0"/>
              <a:t>‹#›</a:t>
            </a:fld>
            <a:endParaRPr lang="en-GB"/>
          </a:p>
        </p:txBody>
      </p:sp>
    </p:spTree>
    <p:extLst>
      <p:ext uri="{BB962C8B-B14F-4D97-AF65-F5344CB8AC3E}">
        <p14:creationId xmlns:p14="http://schemas.microsoft.com/office/powerpoint/2010/main" val="1269003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7DCE3-0275-6D53-15F4-34645F5A763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C66B87A-1AEF-0667-5008-0BE51F5D41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D8788B-F2CB-551C-0CAC-98FDF0F6D6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225DDD5-F0E9-1EA5-B1B2-9646424FA1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99B0B2-422F-FDBD-58FA-3E6C4B35E4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7935731C-B76F-00CB-4D3E-64E5C0DB78A0}"/>
              </a:ext>
            </a:extLst>
          </p:cNvPr>
          <p:cNvSpPr>
            <a:spLocks noGrp="1"/>
          </p:cNvSpPr>
          <p:nvPr>
            <p:ph type="dt" sz="half" idx="10"/>
          </p:nvPr>
        </p:nvSpPr>
        <p:spPr/>
        <p:txBody>
          <a:bodyPr/>
          <a:lstStyle/>
          <a:p>
            <a:fld id="{DB6EB0DB-E78E-4811-9B8B-83539CDF9880}" type="datetimeFigureOut">
              <a:rPr lang="en-GB" smtClean="0"/>
              <a:t>11/01/2026</a:t>
            </a:fld>
            <a:endParaRPr lang="en-GB"/>
          </a:p>
        </p:txBody>
      </p:sp>
      <p:sp>
        <p:nvSpPr>
          <p:cNvPr id="8" name="Footer Placeholder 7">
            <a:extLst>
              <a:ext uri="{FF2B5EF4-FFF2-40B4-BE49-F238E27FC236}">
                <a16:creationId xmlns:a16="http://schemas.microsoft.com/office/drawing/2014/main" id="{932D533B-9118-5451-15A2-8A6905565625}"/>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076C791-6046-5D01-45CE-043E4007CDDB}"/>
              </a:ext>
            </a:extLst>
          </p:cNvPr>
          <p:cNvSpPr>
            <a:spLocks noGrp="1"/>
          </p:cNvSpPr>
          <p:nvPr>
            <p:ph type="sldNum" sz="quarter" idx="12"/>
          </p:nvPr>
        </p:nvSpPr>
        <p:spPr/>
        <p:txBody>
          <a:bodyPr/>
          <a:lstStyle/>
          <a:p>
            <a:fld id="{D5ACB6FA-6651-413B-B1BC-2F7C3FB5FEBE}" type="slidenum">
              <a:rPr lang="en-GB" smtClean="0"/>
              <a:t>‹#›</a:t>
            </a:fld>
            <a:endParaRPr lang="en-GB"/>
          </a:p>
        </p:txBody>
      </p:sp>
    </p:spTree>
    <p:extLst>
      <p:ext uri="{BB962C8B-B14F-4D97-AF65-F5344CB8AC3E}">
        <p14:creationId xmlns:p14="http://schemas.microsoft.com/office/powerpoint/2010/main" val="3321937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ue title">
    <p:bg>
      <p:bgPr>
        <a:solidFill>
          <a:srgbClr val="FCF8E8"/>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BBB79B4-60CE-D122-C9EA-76A2D3B4BCB3}"/>
              </a:ext>
            </a:extLst>
          </p:cNvPr>
          <p:cNvSpPr>
            <a:spLocks noGrp="1"/>
          </p:cNvSpPr>
          <p:nvPr>
            <p:ph type="title"/>
          </p:nvPr>
        </p:nvSpPr>
        <p:spPr/>
        <p:txBody>
          <a:bodyPr/>
          <a:lstStyle>
            <a:lvl1pPr>
              <a:defRPr sz="4000" baseline="0">
                <a:solidFill>
                  <a:schemeClr val="accent6">
                    <a:lumMod val="75000"/>
                  </a:schemeClr>
                </a:solidFill>
                <a:latin typeface="Arial" panose="020B0604020202020204" pitchFamily="34" charset="0"/>
                <a:cs typeface="Arial" panose="020B0604020202020204" pitchFamily="34" charset="0"/>
              </a:defRPr>
            </a:lvl1pPr>
          </a:lstStyle>
          <a:p>
            <a:r>
              <a:rPr lang="en-US" dirty="0"/>
              <a:t>Click to edit Master title style</a:t>
            </a:r>
            <a:endParaRPr lang="en-GB" dirty="0"/>
          </a:p>
        </p:txBody>
      </p:sp>
    </p:spTree>
    <p:extLst>
      <p:ext uri="{BB962C8B-B14F-4D97-AF65-F5344CB8AC3E}">
        <p14:creationId xmlns:p14="http://schemas.microsoft.com/office/powerpoint/2010/main" val="1945828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CF7E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56819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11116-C880-5E8F-22AD-2DDB1BD6CA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81ABAAF-F894-99A2-DF32-8236655F82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2497D98-51E8-0FDE-C7D9-3C55AA2069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1FDFB8-B675-A981-1B29-CA8721FCA915}"/>
              </a:ext>
            </a:extLst>
          </p:cNvPr>
          <p:cNvSpPr>
            <a:spLocks noGrp="1"/>
          </p:cNvSpPr>
          <p:nvPr>
            <p:ph type="dt" sz="half" idx="10"/>
          </p:nvPr>
        </p:nvSpPr>
        <p:spPr/>
        <p:txBody>
          <a:bodyPr/>
          <a:lstStyle/>
          <a:p>
            <a:fld id="{DB6EB0DB-E78E-4811-9B8B-83539CDF9880}" type="datetimeFigureOut">
              <a:rPr lang="en-GB" smtClean="0"/>
              <a:t>11/01/2026</a:t>
            </a:fld>
            <a:endParaRPr lang="en-GB"/>
          </a:p>
        </p:txBody>
      </p:sp>
      <p:sp>
        <p:nvSpPr>
          <p:cNvPr id="6" name="Footer Placeholder 5">
            <a:extLst>
              <a:ext uri="{FF2B5EF4-FFF2-40B4-BE49-F238E27FC236}">
                <a16:creationId xmlns:a16="http://schemas.microsoft.com/office/drawing/2014/main" id="{3DA7A0D3-8584-BF2C-063A-B874F36FC82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4FEBA56-4E68-5546-F2EE-09346D02910F}"/>
              </a:ext>
            </a:extLst>
          </p:cNvPr>
          <p:cNvSpPr>
            <a:spLocks noGrp="1"/>
          </p:cNvSpPr>
          <p:nvPr>
            <p:ph type="sldNum" sz="quarter" idx="12"/>
          </p:nvPr>
        </p:nvSpPr>
        <p:spPr/>
        <p:txBody>
          <a:bodyPr/>
          <a:lstStyle/>
          <a:p>
            <a:fld id="{D5ACB6FA-6651-413B-B1BC-2F7C3FB5FEBE}" type="slidenum">
              <a:rPr lang="en-GB" smtClean="0"/>
              <a:t>‹#›</a:t>
            </a:fld>
            <a:endParaRPr lang="en-GB"/>
          </a:p>
        </p:txBody>
      </p:sp>
    </p:spTree>
    <p:extLst>
      <p:ext uri="{BB962C8B-B14F-4D97-AF65-F5344CB8AC3E}">
        <p14:creationId xmlns:p14="http://schemas.microsoft.com/office/powerpoint/2010/main" val="516156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2D02F-2692-8CB6-DC6E-A9C60E09FA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6CD8C34-A4D3-C8A7-2650-4E457E6B70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BCA9C3B-11AE-A102-3197-E3E590E273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45D390-23D7-3535-B080-93412B9A6518}"/>
              </a:ext>
            </a:extLst>
          </p:cNvPr>
          <p:cNvSpPr>
            <a:spLocks noGrp="1"/>
          </p:cNvSpPr>
          <p:nvPr>
            <p:ph type="dt" sz="half" idx="10"/>
          </p:nvPr>
        </p:nvSpPr>
        <p:spPr/>
        <p:txBody>
          <a:bodyPr/>
          <a:lstStyle/>
          <a:p>
            <a:fld id="{DB6EB0DB-E78E-4811-9B8B-83539CDF9880}" type="datetimeFigureOut">
              <a:rPr lang="en-GB" smtClean="0"/>
              <a:t>11/01/2026</a:t>
            </a:fld>
            <a:endParaRPr lang="en-GB"/>
          </a:p>
        </p:txBody>
      </p:sp>
      <p:sp>
        <p:nvSpPr>
          <p:cNvPr id="6" name="Footer Placeholder 5">
            <a:extLst>
              <a:ext uri="{FF2B5EF4-FFF2-40B4-BE49-F238E27FC236}">
                <a16:creationId xmlns:a16="http://schemas.microsoft.com/office/drawing/2014/main" id="{C3555844-E62B-87EA-5C26-60C22E59F34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36CC530-C3AF-F335-4B52-3D582F0FDC5E}"/>
              </a:ext>
            </a:extLst>
          </p:cNvPr>
          <p:cNvSpPr>
            <a:spLocks noGrp="1"/>
          </p:cNvSpPr>
          <p:nvPr>
            <p:ph type="sldNum" sz="quarter" idx="12"/>
          </p:nvPr>
        </p:nvSpPr>
        <p:spPr/>
        <p:txBody>
          <a:bodyPr/>
          <a:lstStyle/>
          <a:p>
            <a:fld id="{D5ACB6FA-6651-413B-B1BC-2F7C3FB5FEBE}" type="slidenum">
              <a:rPr lang="en-GB" smtClean="0"/>
              <a:t>‹#›</a:t>
            </a:fld>
            <a:endParaRPr lang="en-GB"/>
          </a:p>
        </p:txBody>
      </p:sp>
    </p:spTree>
    <p:extLst>
      <p:ext uri="{BB962C8B-B14F-4D97-AF65-F5344CB8AC3E}">
        <p14:creationId xmlns:p14="http://schemas.microsoft.com/office/powerpoint/2010/main" val="1505470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01D94-3039-D511-9B3D-632CE39B393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73DA147-D6FF-78EF-53E0-E8EB0639777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013B9E2-4F5F-A1E0-39E2-E1D8487CFCFE}"/>
              </a:ext>
            </a:extLst>
          </p:cNvPr>
          <p:cNvSpPr>
            <a:spLocks noGrp="1"/>
          </p:cNvSpPr>
          <p:nvPr>
            <p:ph type="dt" sz="half" idx="10"/>
          </p:nvPr>
        </p:nvSpPr>
        <p:spPr/>
        <p:txBody>
          <a:bodyPr/>
          <a:lstStyle/>
          <a:p>
            <a:fld id="{DB6EB0DB-E78E-4811-9B8B-83539CDF9880}" type="datetimeFigureOut">
              <a:rPr lang="en-GB" smtClean="0"/>
              <a:t>11/01/2026</a:t>
            </a:fld>
            <a:endParaRPr lang="en-GB"/>
          </a:p>
        </p:txBody>
      </p:sp>
      <p:sp>
        <p:nvSpPr>
          <p:cNvPr id="5" name="Footer Placeholder 4">
            <a:extLst>
              <a:ext uri="{FF2B5EF4-FFF2-40B4-BE49-F238E27FC236}">
                <a16:creationId xmlns:a16="http://schemas.microsoft.com/office/drawing/2014/main" id="{E365BD92-6354-96B3-F479-F185C61E163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61EC824-8426-061A-F459-28FDA17F220C}"/>
              </a:ext>
            </a:extLst>
          </p:cNvPr>
          <p:cNvSpPr>
            <a:spLocks noGrp="1"/>
          </p:cNvSpPr>
          <p:nvPr>
            <p:ph type="sldNum" sz="quarter" idx="12"/>
          </p:nvPr>
        </p:nvSpPr>
        <p:spPr/>
        <p:txBody>
          <a:bodyPr/>
          <a:lstStyle/>
          <a:p>
            <a:fld id="{D5ACB6FA-6651-413B-B1BC-2F7C3FB5FEBE}" type="slidenum">
              <a:rPr lang="en-GB" smtClean="0"/>
              <a:t>‹#›</a:t>
            </a:fld>
            <a:endParaRPr lang="en-GB"/>
          </a:p>
        </p:txBody>
      </p:sp>
    </p:spTree>
    <p:extLst>
      <p:ext uri="{BB962C8B-B14F-4D97-AF65-F5344CB8AC3E}">
        <p14:creationId xmlns:p14="http://schemas.microsoft.com/office/powerpoint/2010/main" val="4031191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B67C1A-2BFF-DCFB-A0FC-4497CB2892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7CDF8A3-A443-614F-9B25-9E9BBB667DB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38245B9-9DCB-9393-F430-7957DD3B37A3}"/>
              </a:ext>
            </a:extLst>
          </p:cNvPr>
          <p:cNvSpPr>
            <a:spLocks noGrp="1"/>
          </p:cNvSpPr>
          <p:nvPr>
            <p:ph type="dt" sz="half" idx="10"/>
          </p:nvPr>
        </p:nvSpPr>
        <p:spPr/>
        <p:txBody>
          <a:bodyPr/>
          <a:lstStyle/>
          <a:p>
            <a:fld id="{DB6EB0DB-E78E-4811-9B8B-83539CDF9880}" type="datetimeFigureOut">
              <a:rPr lang="en-GB" smtClean="0"/>
              <a:t>11/01/2026</a:t>
            </a:fld>
            <a:endParaRPr lang="en-GB"/>
          </a:p>
        </p:txBody>
      </p:sp>
      <p:sp>
        <p:nvSpPr>
          <p:cNvPr id="5" name="Footer Placeholder 4">
            <a:extLst>
              <a:ext uri="{FF2B5EF4-FFF2-40B4-BE49-F238E27FC236}">
                <a16:creationId xmlns:a16="http://schemas.microsoft.com/office/drawing/2014/main" id="{9629C529-672F-ED3F-F8C0-EB5750F23FB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E85339C-12B0-C3F5-0650-B050CF4F6359}"/>
              </a:ext>
            </a:extLst>
          </p:cNvPr>
          <p:cNvSpPr>
            <a:spLocks noGrp="1"/>
          </p:cNvSpPr>
          <p:nvPr>
            <p:ph type="sldNum" sz="quarter" idx="12"/>
          </p:nvPr>
        </p:nvSpPr>
        <p:spPr/>
        <p:txBody>
          <a:bodyPr/>
          <a:lstStyle/>
          <a:p>
            <a:fld id="{D5ACB6FA-6651-413B-B1BC-2F7C3FB5FEBE}" type="slidenum">
              <a:rPr lang="en-GB" smtClean="0"/>
              <a:t>‹#›</a:t>
            </a:fld>
            <a:endParaRPr lang="en-GB"/>
          </a:p>
        </p:txBody>
      </p:sp>
    </p:spTree>
    <p:extLst>
      <p:ext uri="{BB962C8B-B14F-4D97-AF65-F5344CB8AC3E}">
        <p14:creationId xmlns:p14="http://schemas.microsoft.com/office/powerpoint/2010/main" val="1960755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AE11D1-F0A3-FECD-F7D1-B12DBCF2D5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6F20602-363E-246E-9131-D3339CEB35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3F2D530-0729-872C-EB2E-37BF9163F6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B6EB0DB-E78E-4811-9B8B-83539CDF9880}" type="datetimeFigureOut">
              <a:rPr lang="en-GB" smtClean="0"/>
              <a:t>11/01/2026</a:t>
            </a:fld>
            <a:endParaRPr lang="en-GB"/>
          </a:p>
        </p:txBody>
      </p:sp>
      <p:sp>
        <p:nvSpPr>
          <p:cNvPr id="5" name="Footer Placeholder 4">
            <a:extLst>
              <a:ext uri="{FF2B5EF4-FFF2-40B4-BE49-F238E27FC236}">
                <a16:creationId xmlns:a16="http://schemas.microsoft.com/office/drawing/2014/main" id="{15DA1124-D81C-EDC7-6480-DEDD6195B1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BCD7AF12-8107-B06B-745A-0A402E8AE8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5ACB6FA-6651-413B-B1BC-2F7C3FB5FEBE}" type="slidenum">
              <a:rPr lang="en-GB" smtClean="0"/>
              <a:t>‹#›</a:t>
            </a:fld>
            <a:endParaRPr lang="en-GB"/>
          </a:p>
        </p:txBody>
      </p:sp>
    </p:spTree>
    <p:extLst>
      <p:ext uri="{BB962C8B-B14F-4D97-AF65-F5344CB8AC3E}">
        <p14:creationId xmlns:p14="http://schemas.microsoft.com/office/powerpoint/2010/main" val="33796910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0.gif"/><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7.png"/><Relationship Id="rId7"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1.gif"/><Relationship Id="rId5"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2" Type="http://schemas.openxmlformats.org/officeDocument/2006/relationships/image" Target="../media/image22.gi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0.png"/><Relationship Id="rId1" Type="http://schemas.openxmlformats.org/officeDocument/2006/relationships/slideLayout" Target="../slideLayouts/slideLayout7.xml"/><Relationship Id="rId5" Type="http://schemas.openxmlformats.org/officeDocument/2006/relationships/image" Target="../media/image270.png"/><Relationship Id="rId4" Type="http://schemas.openxmlformats.org/officeDocument/2006/relationships/image" Target="../media/image250.pn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CF7E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B1438-FCB6-EB43-5EC4-06DAD2FF1054}"/>
              </a:ext>
            </a:extLst>
          </p:cNvPr>
          <p:cNvSpPr>
            <a:spLocks noGrp="1"/>
          </p:cNvSpPr>
          <p:nvPr>
            <p:ph type="title"/>
          </p:nvPr>
        </p:nvSpPr>
        <p:spPr>
          <a:xfrm>
            <a:off x="838200" y="365126"/>
            <a:ext cx="10515600" cy="602284"/>
          </a:xfrm>
        </p:spPr>
        <p:txBody>
          <a:bodyPr>
            <a:normAutofit fontScale="90000"/>
          </a:bodyPr>
          <a:lstStyle/>
          <a:p>
            <a:r>
              <a:rPr lang="en-GB" dirty="0">
                <a:solidFill>
                  <a:schemeClr val="accent6">
                    <a:lumMod val="75000"/>
                  </a:schemeClr>
                </a:solidFill>
                <a:latin typeface="Arial" panose="020B0604020202020204" pitchFamily="34" charset="0"/>
                <a:cs typeface="Arial" panose="020B0604020202020204" pitchFamily="34" charset="0"/>
              </a:rPr>
              <a:t>Sampling and Inference</a:t>
            </a:r>
          </a:p>
        </p:txBody>
      </p:sp>
      <p:sp>
        <p:nvSpPr>
          <p:cNvPr id="3" name="TextBox 2">
            <a:extLst>
              <a:ext uri="{FF2B5EF4-FFF2-40B4-BE49-F238E27FC236}">
                <a16:creationId xmlns:a16="http://schemas.microsoft.com/office/drawing/2014/main" id="{1F431469-EEDD-F494-7C38-EEA344BA6AD2}"/>
              </a:ext>
            </a:extLst>
          </p:cNvPr>
          <p:cNvSpPr txBox="1"/>
          <p:nvPr/>
        </p:nvSpPr>
        <p:spPr>
          <a:xfrm>
            <a:off x="838200" y="1126434"/>
            <a:ext cx="2205091" cy="1754326"/>
          </a:xfrm>
          <a:prstGeom prst="rect">
            <a:avLst/>
          </a:prstGeom>
          <a:noFill/>
        </p:spPr>
        <p:txBody>
          <a:bodyPr wrap="none" rtlCol="0">
            <a:spAutoFit/>
          </a:bodyPr>
          <a:lstStyle/>
          <a:p>
            <a:r>
              <a:rPr lang="en-GB"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Background: #FCF7E4</a:t>
            </a:r>
          </a:p>
          <a:p>
            <a:r>
              <a:rPr lang="en-GB"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Heading #4E75A3</a:t>
            </a:r>
          </a:p>
          <a:p>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Text #595959</a:t>
            </a:r>
          </a:p>
          <a:p>
            <a:r>
              <a:rPr lang="en-GB"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Highlight #DD7E0E</a:t>
            </a:r>
          </a:p>
          <a:p>
            <a:endParaRPr lang="en-GB" b="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endParaRPr>
          </a:p>
          <a:p>
            <a:endParaRPr lang="en-GB"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804858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BF117B3-7FD2-484A-AB16-B0C126D38EE0}"/>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6360" y="1068404"/>
            <a:ext cx="8986738" cy="5072514"/>
          </a:xfrm>
          <a:prstGeom prst="rect">
            <a:avLst/>
          </a:prstGeom>
        </p:spPr>
      </p:pic>
    </p:spTree>
    <p:extLst>
      <p:ext uri="{BB962C8B-B14F-4D97-AF65-F5344CB8AC3E}">
        <p14:creationId xmlns:p14="http://schemas.microsoft.com/office/powerpoint/2010/main" val="2762662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4F084-E3BB-1B7C-C06C-EB87C3992EC2}"/>
            </a:ext>
          </a:extLst>
        </p:cNvPr>
        <p:cNvGrpSpPr/>
        <p:nvPr/>
      </p:nvGrpSpPr>
      <p:grpSpPr>
        <a:xfrm>
          <a:off x="0" y="0"/>
          <a:ext cx="0" cy="0"/>
          <a:chOff x="0" y="0"/>
          <a:chExt cx="0" cy="0"/>
        </a:xfrm>
      </p:grpSpPr>
      <p:graphicFrame>
        <p:nvGraphicFramePr>
          <p:cNvPr id="46" name="Table 45">
            <a:extLst>
              <a:ext uri="{FF2B5EF4-FFF2-40B4-BE49-F238E27FC236}">
                <a16:creationId xmlns:a16="http://schemas.microsoft.com/office/drawing/2014/main" id="{CDD4DF89-AF60-B274-0E63-B1C73124141A}"/>
              </a:ext>
            </a:extLst>
          </p:cNvPr>
          <p:cNvGraphicFramePr>
            <a:graphicFrameLocks noGrp="1"/>
          </p:cNvGraphicFramePr>
          <p:nvPr>
            <p:extLst>
              <p:ext uri="{D42A27DB-BD31-4B8C-83A1-F6EECF244321}">
                <p14:modId xmlns:p14="http://schemas.microsoft.com/office/powerpoint/2010/main" val="944168337"/>
              </p:ext>
            </p:extLst>
          </p:nvPr>
        </p:nvGraphicFramePr>
        <p:xfrm>
          <a:off x="922810" y="1810323"/>
          <a:ext cx="6697190" cy="2651760"/>
        </p:xfrm>
        <a:graphic>
          <a:graphicData uri="http://schemas.openxmlformats.org/drawingml/2006/table">
            <a:tbl>
              <a:tblPr>
                <a:tableStyleId>{5C22544A-7EE6-4342-B048-85BDC9FD1C3A}</a:tableStyleId>
              </a:tblPr>
              <a:tblGrid>
                <a:gridCol w="3351163">
                  <a:extLst>
                    <a:ext uri="{9D8B030D-6E8A-4147-A177-3AD203B41FA5}">
                      <a16:colId xmlns:a16="http://schemas.microsoft.com/office/drawing/2014/main" val="67120855"/>
                    </a:ext>
                  </a:extLst>
                </a:gridCol>
                <a:gridCol w="3346027">
                  <a:extLst>
                    <a:ext uri="{9D8B030D-6E8A-4147-A177-3AD203B41FA5}">
                      <a16:colId xmlns:a16="http://schemas.microsoft.com/office/drawing/2014/main" val="4020203634"/>
                    </a:ext>
                  </a:extLst>
                </a:gridCol>
              </a:tblGrid>
              <a:tr h="370840">
                <a:tc>
                  <a:txBody>
                    <a:bodyPr/>
                    <a:lstStyle/>
                    <a:p>
                      <a:endParaRPr lang="en-GB" dirty="0"/>
                    </a:p>
                    <a:p>
                      <a:endParaRPr lang="en-GB" dirty="0"/>
                    </a:p>
                    <a:p>
                      <a:endParaRPr lang="en-GB" dirty="0"/>
                    </a:p>
                    <a:p>
                      <a:endParaRPr lang="en-GB" dirty="0"/>
                    </a:p>
                    <a:p>
                      <a:endParaRPr lang="en-GB" dirty="0"/>
                    </a:p>
                  </a:txBody>
                  <a:tcP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FCF7E4"/>
                    </a:solidFill>
                  </a:tcPr>
                </a:tc>
                <a:tc>
                  <a:txBody>
                    <a:bodyPr/>
                    <a:lstStyle/>
                    <a:p>
                      <a:endParaRPr lang="en-GB" dirty="0"/>
                    </a:p>
                  </a:txBody>
                  <a:tcP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FCF7E4"/>
                    </a:solidFill>
                  </a:tcPr>
                </a:tc>
                <a:extLst>
                  <a:ext uri="{0D108BD9-81ED-4DB2-BD59-A6C34878D82A}">
                    <a16:rowId xmlns:a16="http://schemas.microsoft.com/office/drawing/2014/main" val="354488428"/>
                  </a:ext>
                </a:extLst>
              </a:tr>
              <a:tr h="370840">
                <a:tc>
                  <a:txBody>
                    <a:bodyPr/>
                    <a:lstStyle/>
                    <a:p>
                      <a:endParaRPr lang="en-GB" dirty="0"/>
                    </a:p>
                    <a:p>
                      <a:endParaRPr lang="en-GB" dirty="0"/>
                    </a:p>
                    <a:p>
                      <a:endParaRPr lang="en-GB" dirty="0"/>
                    </a:p>
                    <a:p>
                      <a:endParaRPr lang="en-GB" dirty="0"/>
                    </a:p>
                  </a:txBody>
                  <a:tcP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FCF7E4"/>
                    </a:solidFill>
                  </a:tcPr>
                </a:tc>
                <a:tc>
                  <a:txBody>
                    <a:bodyPr/>
                    <a:lstStyle/>
                    <a:p>
                      <a:endParaRPr lang="en-GB" dirty="0"/>
                    </a:p>
                  </a:txBody>
                  <a:tcPr>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FCF7E4"/>
                    </a:solidFill>
                  </a:tcPr>
                </a:tc>
                <a:extLst>
                  <a:ext uri="{0D108BD9-81ED-4DB2-BD59-A6C34878D82A}">
                    <a16:rowId xmlns:a16="http://schemas.microsoft.com/office/drawing/2014/main" val="3993718256"/>
                  </a:ext>
                </a:extLst>
              </a:tr>
            </a:tbl>
          </a:graphicData>
        </a:graphic>
      </p:graphicFrame>
      <p:sp>
        <p:nvSpPr>
          <p:cNvPr id="2" name="Title 1">
            <a:extLst>
              <a:ext uri="{FF2B5EF4-FFF2-40B4-BE49-F238E27FC236}">
                <a16:creationId xmlns:a16="http://schemas.microsoft.com/office/drawing/2014/main" id="{BFBE6CA3-6B1A-8684-4162-3DD99F1889F5}"/>
              </a:ext>
            </a:extLst>
          </p:cNvPr>
          <p:cNvSpPr>
            <a:spLocks noGrp="1"/>
          </p:cNvSpPr>
          <p:nvPr>
            <p:ph type="title"/>
          </p:nvPr>
        </p:nvSpPr>
        <p:spPr>
          <a:xfrm>
            <a:off x="838200" y="365126"/>
            <a:ext cx="10515600" cy="602284"/>
          </a:xfrm>
        </p:spPr>
        <p:txBody>
          <a:bodyPr>
            <a:normAutofit fontScale="90000"/>
          </a:bodyPr>
          <a:lstStyle/>
          <a:p>
            <a:r>
              <a:rPr lang="en-GB" dirty="0">
                <a:solidFill>
                  <a:schemeClr val="accent6">
                    <a:lumMod val="75000"/>
                  </a:schemeClr>
                </a:solidFill>
              </a:rPr>
              <a:t>Estimands, Estimators and Estimates</a:t>
            </a:r>
          </a:p>
        </p:txBody>
      </p:sp>
      <p:sp>
        <p:nvSpPr>
          <p:cNvPr id="3" name="TextBox 2">
            <a:extLst>
              <a:ext uri="{FF2B5EF4-FFF2-40B4-BE49-F238E27FC236}">
                <a16:creationId xmlns:a16="http://schemas.microsoft.com/office/drawing/2014/main" id="{779958BD-3559-40B4-93E0-B944438D80C2}"/>
              </a:ext>
            </a:extLst>
          </p:cNvPr>
          <p:cNvSpPr txBox="1"/>
          <p:nvPr/>
        </p:nvSpPr>
        <p:spPr>
          <a:xfrm>
            <a:off x="838200" y="1075824"/>
            <a:ext cx="6781800" cy="584775"/>
          </a:xfrm>
          <a:prstGeom prst="rect">
            <a:avLst/>
          </a:prstGeom>
          <a:noFill/>
        </p:spPr>
        <p:txBody>
          <a:bodyPr wrap="square" rtlCol="0">
            <a:spAutoFit/>
          </a:bodyPr>
          <a:lstStyle/>
          <a:p>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Each clinical trial should address a clearly-defined clinical question (Estimand) considering the following criteria:</a:t>
            </a:r>
            <a:endParaRPr lang="en-GB" sz="1600" dirty="0">
              <a:latin typeface="Calibri" panose="020F0502020204030204" pitchFamily="34" charset="0"/>
              <a:ea typeface="Calibri" panose="020F0502020204030204" pitchFamily="34" charset="0"/>
              <a:cs typeface="Calibri" panose="020F0502020204030204" pitchFamily="34" charset="0"/>
            </a:endParaRPr>
          </a:p>
        </p:txBody>
      </p:sp>
      <p:grpSp>
        <p:nvGrpSpPr>
          <p:cNvPr id="40" name="Group 39">
            <a:extLst>
              <a:ext uri="{FF2B5EF4-FFF2-40B4-BE49-F238E27FC236}">
                <a16:creationId xmlns:a16="http://schemas.microsoft.com/office/drawing/2014/main" id="{D6B31019-68CC-494A-3D56-A4D2E4936713}"/>
              </a:ext>
            </a:extLst>
          </p:cNvPr>
          <p:cNvGrpSpPr/>
          <p:nvPr/>
        </p:nvGrpSpPr>
        <p:grpSpPr>
          <a:xfrm>
            <a:off x="914731" y="1798133"/>
            <a:ext cx="3367855" cy="1418679"/>
            <a:chOff x="936243" y="2130523"/>
            <a:chExt cx="3367855" cy="1418679"/>
          </a:xfrm>
        </p:grpSpPr>
        <p:sp>
          <p:nvSpPr>
            <p:cNvPr id="4" name="TextBox 13">
              <a:extLst>
                <a:ext uri="{FF2B5EF4-FFF2-40B4-BE49-F238E27FC236}">
                  <a16:creationId xmlns:a16="http://schemas.microsoft.com/office/drawing/2014/main" id="{F0B0DAD5-984E-99BC-37E6-964D2EDA53FE}"/>
                </a:ext>
              </a:extLst>
            </p:cNvPr>
            <p:cNvSpPr txBox="1"/>
            <p:nvPr/>
          </p:nvSpPr>
          <p:spPr bwMode="auto">
            <a:xfrm>
              <a:off x="936243" y="2130523"/>
              <a:ext cx="1633894" cy="272267"/>
            </a:xfrm>
            <a:prstGeom prst="rect">
              <a:avLst/>
            </a:prstGeom>
            <a:noFill/>
            <a:ln w="9525">
              <a:noFill/>
              <a:round/>
              <a:headEnd/>
              <a:tailEnd/>
            </a:ln>
          </p:spPr>
          <p:txBody>
            <a:bodyPr wrap="none" lIns="63175" tIns="65198" rIns="63175" bIns="31589"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315254" fontAlgn="base" hangingPunct="0">
                <a:lnSpc>
                  <a:spcPct val="81000"/>
                </a:lnSpc>
                <a:spcBef>
                  <a:spcPct val="0"/>
                </a:spcBef>
                <a:spcAft>
                  <a:spcPct val="0"/>
                </a:spcAft>
                <a:buClr>
                  <a:srgbClr val="000000"/>
                </a:buClr>
                <a:buSzPct val="100000"/>
                <a:tabLst>
                  <a:tab pos="508121" algn="l"/>
                  <a:tab pos="1016241" algn="l"/>
                  <a:tab pos="1524364" algn="l"/>
                  <a:tab pos="2032482" algn="l"/>
                  <a:tab pos="2540606" algn="l"/>
                  <a:tab pos="3048729" algn="l"/>
                  <a:tab pos="3556852" algn="l"/>
                  <a:tab pos="4064964" algn="l"/>
                </a:tabLst>
              </a:pPr>
              <a:r>
                <a:rPr lang="en-GB" sz="1400" b="1" dirty="0">
                  <a:solidFill>
                    <a:srgbClr val="808080">
                      <a:lumMod val="50000"/>
                    </a:srgbClr>
                  </a:solidFill>
                  <a:latin typeface="Arial"/>
                  <a:ea typeface="Verdana" panose="020B0604030504040204" pitchFamily="34" charset="0"/>
                  <a:cs typeface="Verdana" panose="020B0604030504040204" pitchFamily="34" charset="0"/>
                </a:rPr>
                <a:t>Target Population</a:t>
              </a:r>
            </a:p>
          </p:txBody>
        </p:sp>
        <p:grpSp>
          <p:nvGrpSpPr>
            <p:cNvPr id="5" name="Group 4">
              <a:extLst>
                <a:ext uri="{FF2B5EF4-FFF2-40B4-BE49-F238E27FC236}">
                  <a16:creationId xmlns:a16="http://schemas.microsoft.com/office/drawing/2014/main" id="{8CEC6E29-0D16-5209-C49F-D25E6F422FC1}"/>
                </a:ext>
              </a:extLst>
            </p:cNvPr>
            <p:cNvGrpSpPr/>
            <p:nvPr/>
          </p:nvGrpSpPr>
          <p:grpSpPr>
            <a:xfrm>
              <a:off x="981902" y="2520476"/>
              <a:ext cx="864541" cy="660383"/>
              <a:chOff x="7111532" y="2553230"/>
              <a:chExt cx="1680563" cy="1042350"/>
            </a:xfrm>
          </p:grpSpPr>
          <p:pic>
            <p:nvPicPr>
              <p:cNvPr id="24" name="Picture 23" descr="Image result for human icon png">
                <a:extLst>
                  <a:ext uri="{FF2B5EF4-FFF2-40B4-BE49-F238E27FC236}">
                    <a16:creationId xmlns:a16="http://schemas.microsoft.com/office/drawing/2014/main" id="{2CF4C1BC-FFDF-4D22-35C5-761145626FE8}"/>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descr="Image result for human icon png">
                <a:extLst>
                  <a:ext uri="{FF2B5EF4-FFF2-40B4-BE49-F238E27FC236}">
                    <a16:creationId xmlns:a16="http://schemas.microsoft.com/office/drawing/2014/main" id="{A1359F5D-93E7-C23F-97A7-4CE564EB91FF}"/>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descr="Image result for human icon png">
                <a:extLst>
                  <a:ext uri="{FF2B5EF4-FFF2-40B4-BE49-F238E27FC236}">
                    <a16:creationId xmlns:a16="http://schemas.microsoft.com/office/drawing/2014/main" id="{C0C12D8C-3381-EEDB-367C-6C20B3B77F10}"/>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descr="Image result for human icon png">
                <a:extLst>
                  <a:ext uri="{FF2B5EF4-FFF2-40B4-BE49-F238E27FC236}">
                    <a16:creationId xmlns:a16="http://schemas.microsoft.com/office/drawing/2014/main" id="{D00E8EA1-B546-C1CF-6AF7-F7E1EF4FBAE3}"/>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descr="Image result for human icon png">
                <a:extLst>
                  <a:ext uri="{FF2B5EF4-FFF2-40B4-BE49-F238E27FC236}">
                    <a16:creationId xmlns:a16="http://schemas.microsoft.com/office/drawing/2014/main" id="{9D3992BD-1531-B93E-2137-DE82AB8A65EE}"/>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descr="Image result for human icon png">
                <a:extLst>
                  <a:ext uri="{FF2B5EF4-FFF2-40B4-BE49-F238E27FC236}">
                    <a16:creationId xmlns:a16="http://schemas.microsoft.com/office/drawing/2014/main" id="{34F32C93-5FD4-35BE-D0A4-FBA120559E41}"/>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descr="Image result for human icon png">
                <a:extLst>
                  <a:ext uri="{FF2B5EF4-FFF2-40B4-BE49-F238E27FC236}">
                    <a16:creationId xmlns:a16="http://schemas.microsoft.com/office/drawing/2014/main" id="{C03618EE-3371-7F78-3369-97EC20B101C6}"/>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descr="Image result for human icon png">
                <a:extLst>
                  <a:ext uri="{FF2B5EF4-FFF2-40B4-BE49-F238E27FC236}">
                    <a16:creationId xmlns:a16="http://schemas.microsoft.com/office/drawing/2014/main" id="{A672D0BB-CB81-1ECC-82A9-3CB251F5249D}"/>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descr="Image result for human icon png">
                <a:extLst>
                  <a:ext uri="{FF2B5EF4-FFF2-40B4-BE49-F238E27FC236}">
                    <a16:creationId xmlns:a16="http://schemas.microsoft.com/office/drawing/2014/main" id="{82C83908-341B-BC6B-AACB-B172AEDD4159}"/>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descr="Image result for human icon png">
                <a:extLst>
                  <a:ext uri="{FF2B5EF4-FFF2-40B4-BE49-F238E27FC236}">
                    <a16:creationId xmlns:a16="http://schemas.microsoft.com/office/drawing/2014/main" id="{829CD324-63D9-0672-3FA0-67147EFD4A64}"/>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descr="Image result for human icon png">
                <a:extLst>
                  <a:ext uri="{FF2B5EF4-FFF2-40B4-BE49-F238E27FC236}">
                    <a16:creationId xmlns:a16="http://schemas.microsoft.com/office/drawing/2014/main" id="{C1471725-6B1D-CA51-EA00-93ACDA4B3A2C}"/>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descr="Image result for human icon png">
                <a:extLst>
                  <a:ext uri="{FF2B5EF4-FFF2-40B4-BE49-F238E27FC236}">
                    <a16:creationId xmlns:a16="http://schemas.microsoft.com/office/drawing/2014/main" id="{522068D0-3C49-99DF-0E85-76C23662AABA}"/>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Image result for human icon png">
                <a:extLst>
                  <a:ext uri="{FF2B5EF4-FFF2-40B4-BE49-F238E27FC236}">
                    <a16:creationId xmlns:a16="http://schemas.microsoft.com/office/drawing/2014/main" id="{5EBCBE73-7394-C058-97A5-5FE94BA9F2B6}"/>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descr="Image result for human icon png">
                <a:extLst>
                  <a:ext uri="{FF2B5EF4-FFF2-40B4-BE49-F238E27FC236}">
                    <a16:creationId xmlns:a16="http://schemas.microsoft.com/office/drawing/2014/main" id="{513630E7-EA89-F873-BE37-39DC992222E7}"/>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descr="Image result for human icon png">
                <a:extLst>
                  <a:ext uri="{FF2B5EF4-FFF2-40B4-BE49-F238E27FC236}">
                    <a16:creationId xmlns:a16="http://schemas.microsoft.com/office/drawing/2014/main" id="{E78DF531-EAFD-6552-128C-37862ECE6EAC}"/>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8" descr="Image result for human icon png">
                <a:extLst>
                  <a:ext uri="{FF2B5EF4-FFF2-40B4-BE49-F238E27FC236}">
                    <a16:creationId xmlns:a16="http://schemas.microsoft.com/office/drawing/2014/main" id="{47445F2E-68FB-050A-835C-A9B70049E87A}"/>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sp>
          <p:nvSpPr>
            <p:cNvPr id="54" name="TextBox 53">
              <a:extLst>
                <a:ext uri="{FF2B5EF4-FFF2-40B4-BE49-F238E27FC236}">
                  <a16:creationId xmlns:a16="http://schemas.microsoft.com/office/drawing/2014/main" id="{8BF109EB-2567-9A69-52A8-2E9BBAEB4DC0}"/>
                </a:ext>
              </a:extLst>
            </p:cNvPr>
            <p:cNvSpPr txBox="1"/>
            <p:nvPr/>
          </p:nvSpPr>
          <p:spPr>
            <a:xfrm>
              <a:off x="1905617" y="2379651"/>
              <a:ext cx="2398481" cy="1169551"/>
            </a:xfrm>
            <a:prstGeom prst="rect">
              <a:avLst/>
            </a:prstGeom>
            <a:noFill/>
          </p:spPr>
          <p:txBody>
            <a:bodyPr wrap="square">
              <a:spAutoFit/>
            </a:bodyPr>
            <a:lstStyle/>
            <a:p>
              <a:r>
                <a:rPr lang="en-GB" sz="1400" b="1"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Who will receive the medicine?</a:t>
              </a:r>
            </a:p>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Patients with COPD and blood eosinophil count &gt;300 cells per µL</a:t>
              </a:r>
              <a:endParaRPr lang="en-GB" sz="1400" dirty="0">
                <a:solidFill>
                  <a:schemeClr val="tx1">
                    <a:lumMod val="65000"/>
                    <a:lumOff val="35000"/>
                  </a:schemeClr>
                </a:solidFill>
              </a:endParaRPr>
            </a:p>
          </p:txBody>
        </p:sp>
      </p:grpSp>
      <p:grpSp>
        <p:nvGrpSpPr>
          <p:cNvPr id="41" name="Group 40">
            <a:extLst>
              <a:ext uri="{FF2B5EF4-FFF2-40B4-BE49-F238E27FC236}">
                <a16:creationId xmlns:a16="http://schemas.microsoft.com/office/drawing/2014/main" id="{7D4595C7-ADC1-1AFD-1479-6D11ADD51EDE}"/>
              </a:ext>
            </a:extLst>
          </p:cNvPr>
          <p:cNvGrpSpPr/>
          <p:nvPr/>
        </p:nvGrpSpPr>
        <p:grpSpPr>
          <a:xfrm>
            <a:off x="4341760" y="1825020"/>
            <a:ext cx="3328951" cy="1204517"/>
            <a:chOff x="4363272" y="2157410"/>
            <a:chExt cx="3328951" cy="1204517"/>
          </a:xfrm>
        </p:grpSpPr>
        <p:sp>
          <p:nvSpPr>
            <p:cNvPr id="10" name="TextBox 54">
              <a:extLst>
                <a:ext uri="{FF2B5EF4-FFF2-40B4-BE49-F238E27FC236}">
                  <a16:creationId xmlns:a16="http://schemas.microsoft.com/office/drawing/2014/main" id="{5A1EC803-5046-4870-B6EF-8C4F7EF253D2}"/>
                </a:ext>
              </a:extLst>
            </p:cNvPr>
            <p:cNvSpPr txBox="1"/>
            <p:nvPr/>
          </p:nvSpPr>
          <p:spPr bwMode="auto">
            <a:xfrm>
              <a:off x="4363272" y="2157410"/>
              <a:ext cx="886708" cy="263697"/>
            </a:xfrm>
            <a:prstGeom prst="rect">
              <a:avLst/>
            </a:prstGeom>
            <a:noFill/>
            <a:ln w="9525">
              <a:noFill/>
              <a:round/>
              <a:headEnd/>
              <a:tailEnd/>
            </a:ln>
          </p:spPr>
          <p:txBody>
            <a:bodyPr wrap="none" lIns="63175" tIns="65198" rIns="63175" bIns="31589"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315254" fontAlgn="base" hangingPunct="0">
                <a:lnSpc>
                  <a:spcPct val="81000"/>
                </a:lnSpc>
                <a:spcBef>
                  <a:spcPct val="0"/>
                </a:spcBef>
                <a:spcAft>
                  <a:spcPct val="0"/>
                </a:spcAft>
                <a:buClr>
                  <a:srgbClr val="000000"/>
                </a:buClr>
                <a:buSzPct val="100000"/>
                <a:tabLst>
                  <a:tab pos="508121" algn="l"/>
                  <a:tab pos="1016241" algn="l"/>
                  <a:tab pos="1524364" algn="l"/>
                  <a:tab pos="2032482" algn="l"/>
                  <a:tab pos="2540606" algn="l"/>
                  <a:tab pos="3048729" algn="l"/>
                  <a:tab pos="3556852" algn="l"/>
                  <a:tab pos="4064964" algn="l"/>
                </a:tabLst>
              </a:pPr>
              <a:r>
                <a:rPr lang="en-GB" sz="1400" b="1" dirty="0">
                  <a:solidFill>
                    <a:srgbClr val="808080">
                      <a:lumMod val="50000"/>
                    </a:srgbClr>
                  </a:solidFill>
                  <a:latin typeface="Arial"/>
                  <a:ea typeface="Verdana" panose="020B0604030504040204" pitchFamily="34" charset="0"/>
                  <a:cs typeface="Verdana" panose="020B0604030504040204" pitchFamily="34" charset="0"/>
                </a:rPr>
                <a:t>Treatment</a:t>
              </a:r>
            </a:p>
          </p:txBody>
        </p:sp>
        <p:pic>
          <p:nvPicPr>
            <p:cNvPr id="11" name="Picture 10">
              <a:extLst>
                <a:ext uri="{FF2B5EF4-FFF2-40B4-BE49-F238E27FC236}">
                  <a16:creationId xmlns:a16="http://schemas.microsoft.com/office/drawing/2014/main" id="{5BCECC0D-5707-4FB9-8841-98F32B20FF7B}"/>
                </a:ext>
              </a:extLst>
            </p:cNvPr>
            <p:cNvPicPr>
              <a:picLocks noChangeAspect="1"/>
            </p:cNvPicPr>
            <p:nvPr/>
          </p:nvPicPr>
          <p:blipFill>
            <a:blip r:embed="rId4"/>
            <a:stretch>
              <a:fillRect/>
            </a:stretch>
          </p:blipFill>
          <p:spPr>
            <a:xfrm>
              <a:off x="4373890" y="2507908"/>
              <a:ext cx="1361162" cy="584788"/>
            </a:xfrm>
            <a:prstGeom prst="rect">
              <a:avLst/>
            </a:prstGeom>
          </p:spPr>
        </p:pic>
        <p:sp>
          <p:nvSpPr>
            <p:cNvPr id="56" name="TextBox 55">
              <a:extLst>
                <a:ext uri="{FF2B5EF4-FFF2-40B4-BE49-F238E27FC236}">
                  <a16:creationId xmlns:a16="http://schemas.microsoft.com/office/drawing/2014/main" id="{75684C2A-887D-D8D4-392B-A0C6F683B59E}"/>
                </a:ext>
              </a:extLst>
            </p:cNvPr>
            <p:cNvSpPr txBox="1"/>
            <p:nvPr/>
          </p:nvSpPr>
          <p:spPr>
            <a:xfrm>
              <a:off x="5804844" y="2407820"/>
              <a:ext cx="1887379" cy="954107"/>
            </a:xfrm>
            <a:prstGeom prst="rect">
              <a:avLst/>
            </a:prstGeom>
            <a:noFill/>
          </p:spPr>
          <p:txBody>
            <a:bodyPr wrap="square">
              <a:spAutoFit/>
            </a:bodyPr>
            <a:lstStyle/>
            <a:p>
              <a:r>
                <a:rPr lang="en-GB" sz="1400" b="1"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Clinical intervention:</a:t>
              </a:r>
            </a:p>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Dupilumab 300mg Q2W compared with placebo</a:t>
              </a:r>
              <a:endParaRPr lang="en-GB" sz="1400" dirty="0">
                <a:solidFill>
                  <a:schemeClr val="tx1">
                    <a:lumMod val="65000"/>
                    <a:lumOff val="35000"/>
                  </a:schemeClr>
                </a:solidFill>
              </a:endParaRPr>
            </a:p>
          </p:txBody>
        </p:sp>
      </p:grpSp>
      <p:grpSp>
        <p:nvGrpSpPr>
          <p:cNvPr id="45" name="Group 44">
            <a:extLst>
              <a:ext uri="{FF2B5EF4-FFF2-40B4-BE49-F238E27FC236}">
                <a16:creationId xmlns:a16="http://schemas.microsoft.com/office/drawing/2014/main" id="{47F67D8F-C5B1-1ED7-30C4-AB29D1650DDC}"/>
              </a:ext>
            </a:extLst>
          </p:cNvPr>
          <p:cNvGrpSpPr/>
          <p:nvPr/>
        </p:nvGrpSpPr>
        <p:grpSpPr>
          <a:xfrm>
            <a:off x="4207587" y="3303613"/>
            <a:ext cx="3463124" cy="1048126"/>
            <a:chOff x="4229099" y="3636003"/>
            <a:chExt cx="3463124" cy="1048126"/>
          </a:xfrm>
        </p:grpSpPr>
        <p:sp>
          <p:nvSpPr>
            <p:cNvPr id="7" name="TextBox 68">
              <a:extLst>
                <a:ext uri="{FF2B5EF4-FFF2-40B4-BE49-F238E27FC236}">
                  <a16:creationId xmlns:a16="http://schemas.microsoft.com/office/drawing/2014/main" id="{AFB5A97A-0FC6-D2AE-7E48-DE5FABD98C58}"/>
                </a:ext>
              </a:extLst>
            </p:cNvPr>
            <p:cNvSpPr txBox="1"/>
            <p:nvPr/>
          </p:nvSpPr>
          <p:spPr bwMode="auto">
            <a:xfrm>
              <a:off x="4229099" y="3636003"/>
              <a:ext cx="1800213" cy="272267"/>
            </a:xfrm>
            <a:prstGeom prst="rect">
              <a:avLst/>
            </a:prstGeom>
            <a:noFill/>
            <a:ln w="9525">
              <a:noFill/>
              <a:round/>
              <a:headEnd/>
              <a:tailEnd/>
            </a:ln>
          </p:spPr>
          <p:txBody>
            <a:bodyPr wrap="square" lIns="63175" tIns="65198" rIns="63175" bIns="31589"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315254" fontAlgn="base" hangingPunct="0">
                <a:lnSpc>
                  <a:spcPct val="81000"/>
                </a:lnSpc>
                <a:spcBef>
                  <a:spcPct val="0"/>
                </a:spcBef>
                <a:spcAft>
                  <a:spcPct val="0"/>
                </a:spcAft>
                <a:buClr>
                  <a:srgbClr val="000000"/>
                </a:buClr>
                <a:buSzPct val="100000"/>
                <a:tabLst>
                  <a:tab pos="508121" algn="l"/>
                  <a:tab pos="1016241" algn="l"/>
                  <a:tab pos="1524364" algn="l"/>
                  <a:tab pos="2032482" algn="l"/>
                  <a:tab pos="2540606" algn="l"/>
                  <a:tab pos="3048729" algn="l"/>
                  <a:tab pos="3556852" algn="l"/>
                  <a:tab pos="4064964" algn="l"/>
                </a:tabLst>
              </a:pPr>
              <a:r>
                <a:rPr lang="en-GB" sz="1400" b="1" dirty="0">
                  <a:solidFill>
                    <a:srgbClr val="808080">
                      <a:lumMod val="50000"/>
                    </a:srgbClr>
                  </a:solidFill>
                  <a:latin typeface="Arial"/>
                  <a:ea typeface="Verdana" panose="020B0604030504040204" pitchFamily="34" charset="0"/>
                  <a:cs typeface="Verdana" panose="020B0604030504040204" pitchFamily="34" charset="0"/>
                </a:rPr>
                <a:t>Summary Measure</a:t>
              </a:r>
            </a:p>
          </p:txBody>
        </p:sp>
        <p:grpSp>
          <p:nvGrpSpPr>
            <p:cNvPr id="9" name="Group 8">
              <a:extLst>
                <a:ext uri="{FF2B5EF4-FFF2-40B4-BE49-F238E27FC236}">
                  <a16:creationId xmlns:a16="http://schemas.microsoft.com/office/drawing/2014/main" id="{B9CEB2E4-AA44-D595-7431-F71FB0460217}"/>
                </a:ext>
              </a:extLst>
            </p:cNvPr>
            <p:cNvGrpSpPr/>
            <p:nvPr/>
          </p:nvGrpSpPr>
          <p:grpSpPr>
            <a:xfrm>
              <a:off x="4462828" y="3975911"/>
              <a:ext cx="854510" cy="641299"/>
              <a:chOff x="5236840" y="5059827"/>
              <a:chExt cx="1475628" cy="982871"/>
            </a:xfrm>
          </p:grpSpPr>
          <p:sp>
            <p:nvSpPr>
              <p:cNvPr id="12" name="TextBox 41">
                <a:extLst>
                  <a:ext uri="{FF2B5EF4-FFF2-40B4-BE49-F238E27FC236}">
                    <a16:creationId xmlns:a16="http://schemas.microsoft.com/office/drawing/2014/main" id="{E3D8DFE8-EB67-9366-6B7B-39B794413B24}"/>
                  </a:ext>
                </a:extLst>
              </p:cNvPr>
              <p:cNvSpPr txBox="1"/>
              <p:nvPr/>
            </p:nvSpPr>
            <p:spPr bwMode="auto">
              <a:xfrm>
                <a:off x="6261692" y="5405937"/>
                <a:ext cx="450776" cy="582427"/>
              </a:xfrm>
              <a:prstGeom prst="rect">
                <a:avLst/>
              </a:prstGeom>
              <a:noFill/>
              <a:ln w="9525">
                <a:noFill/>
                <a:round/>
                <a:headEnd/>
                <a:tailEnd/>
              </a:ln>
            </p:spPr>
            <p:txBody>
              <a:bodyPr wrap="none" lIns="63281" tIns="65306" rIns="63281" bIns="31641"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315254" fontAlgn="base" hangingPunct="0">
                  <a:lnSpc>
                    <a:spcPct val="81000"/>
                  </a:lnSpc>
                  <a:spcBef>
                    <a:spcPct val="0"/>
                  </a:spcBef>
                  <a:spcAft>
                    <a:spcPct val="0"/>
                  </a:spcAft>
                  <a:buClr>
                    <a:srgbClr val="000000"/>
                  </a:buClr>
                  <a:buSzPct val="100000"/>
                  <a:tabLst>
                    <a:tab pos="508121" algn="l"/>
                    <a:tab pos="1016241" algn="l"/>
                    <a:tab pos="1524364" algn="l"/>
                    <a:tab pos="2032482" algn="l"/>
                    <a:tab pos="2540606" algn="l"/>
                    <a:tab pos="3048729" algn="l"/>
                    <a:tab pos="3556852" algn="l"/>
                    <a:tab pos="4064964" algn="l"/>
                  </a:tabLst>
                </a:pPr>
                <a:r>
                  <a:rPr lang="en-GB" sz="2500" b="1" dirty="0">
                    <a:solidFill>
                      <a:srgbClr val="00CC99">
                        <a:lumMod val="75000"/>
                      </a:srgbClr>
                    </a:solidFill>
                    <a:latin typeface="Arial" panose="020B0604020202020204" pitchFamily="34" charset="0"/>
                    <a:cs typeface="Arial" panose="020B0604020202020204" pitchFamily="34" charset="0"/>
                    <a:sym typeface="Symbol"/>
                  </a:rPr>
                  <a:t></a:t>
                </a:r>
                <a:endParaRPr lang="en-GB" sz="2500" b="1" dirty="0">
                  <a:solidFill>
                    <a:srgbClr val="00CC99">
                      <a:lumMod val="75000"/>
                    </a:srgbClr>
                  </a:solidFill>
                  <a:latin typeface="Arial" panose="020B0604020202020204" pitchFamily="34" charset="0"/>
                  <a:cs typeface="Arial" panose="020B0604020202020204" pitchFamily="34" charset="0"/>
                </a:endParaRPr>
              </a:p>
            </p:txBody>
          </p:sp>
          <p:sp>
            <p:nvSpPr>
              <p:cNvPr id="13" name="TextBox 43">
                <a:extLst>
                  <a:ext uri="{FF2B5EF4-FFF2-40B4-BE49-F238E27FC236}">
                    <a16:creationId xmlns:a16="http://schemas.microsoft.com/office/drawing/2014/main" id="{AE417A4D-4AAA-4C7B-9375-946AEE559C39}"/>
                  </a:ext>
                </a:extLst>
              </p:cNvPr>
              <p:cNvSpPr txBox="1"/>
              <p:nvPr/>
            </p:nvSpPr>
            <p:spPr bwMode="auto">
              <a:xfrm rot="20504887">
                <a:off x="5683722" y="5059827"/>
                <a:ext cx="733476" cy="387455"/>
              </a:xfrm>
              <a:prstGeom prst="rect">
                <a:avLst/>
              </a:prstGeom>
              <a:noFill/>
              <a:ln w="9525">
                <a:noFill/>
                <a:round/>
                <a:headEnd/>
                <a:tailEnd/>
              </a:ln>
            </p:spPr>
            <p:txBody>
              <a:bodyPr wrap="none" lIns="63281" tIns="65306" rIns="63281" bIns="31641"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315254" fontAlgn="base" hangingPunct="0">
                  <a:lnSpc>
                    <a:spcPct val="81000"/>
                  </a:lnSpc>
                  <a:spcBef>
                    <a:spcPct val="0"/>
                  </a:spcBef>
                  <a:spcAft>
                    <a:spcPct val="0"/>
                  </a:spcAft>
                  <a:buClr>
                    <a:srgbClr val="000000"/>
                  </a:buClr>
                  <a:buSzPct val="100000"/>
                  <a:tabLst>
                    <a:tab pos="508121" algn="l"/>
                    <a:tab pos="1016241" algn="l"/>
                    <a:tab pos="1524364" algn="l"/>
                    <a:tab pos="2032482" algn="l"/>
                    <a:tab pos="2540606" algn="l"/>
                    <a:tab pos="3048729" algn="l"/>
                    <a:tab pos="3556852" algn="l"/>
                    <a:tab pos="4064964" algn="l"/>
                  </a:tabLst>
                </a:pPr>
                <a:r>
                  <a:rPr lang="en-GB" sz="1400" b="1" dirty="0">
                    <a:solidFill>
                      <a:srgbClr val="808080"/>
                    </a:solidFill>
                    <a:latin typeface="Arial"/>
                    <a:cs typeface="Lucida Sans Unicode" charset="0"/>
                  </a:rPr>
                  <a:t>ratio</a:t>
                </a:r>
              </a:p>
            </p:txBody>
          </p:sp>
          <p:grpSp>
            <p:nvGrpSpPr>
              <p:cNvPr id="14" name="Group 13">
                <a:extLst>
                  <a:ext uri="{FF2B5EF4-FFF2-40B4-BE49-F238E27FC236}">
                    <a16:creationId xmlns:a16="http://schemas.microsoft.com/office/drawing/2014/main" id="{0ECFB624-3FCD-143F-B28C-54EAF99CB867}"/>
                  </a:ext>
                </a:extLst>
              </p:cNvPr>
              <p:cNvGrpSpPr/>
              <p:nvPr/>
            </p:nvGrpSpPr>
            <p:grpSpPr>
              <a:xfrm>
                <a:off x="5236840" y="5466845"/>
                <a:ext cx="555648" cy="575853"/>
                <a:chOff x="5332672" y="5527404"/>
                <a:chExt cx="555648" cy="575853"/>
              </a:xfrm>
            </p:grpSpPr>
            <p:sp>
              <p:nvSpPr>
                <p:cNvPr id="17" name="Oval 16">
                  <a:extLst>
                    <a:ext uri="{FF2B5EF4-FFF2-40B4-BE49-F238E27FC236}">
                      <a16:creationId xmlns:a16="http://schemas.microsoft.com/office/drawing/2014/main" id="{324E21E1-7A30-24B7-4F2C-75E1E2C81218}"/>
                    </a:ext>
                  </a:extLst>
                </p:cNvPr>
                <p:cNvSpPr/>
                <p:nvPr/>
              </p:nvSpPr>
              <p:spPr bwMode="auto">
                <a:xfrm>
                  <a:off x="5332672" y="5527404"/>
                  <a:ext cx="547242" cy="547242"/>
                </a:xfrm>
                <a:prstGeom prst="ellipse">
                  <a:avLst/>
                </a:prstGeom>
                <a:solidFill>
                  <a:schemeClr val="accent1">
                    <a:lumMod val="75000"/>
                  </a:schemeClr>
                </a:solidFill>
                <a:ln w="9525" cap="flat" cmpd="sng" algn="ctr">
                  <a:solidFill>
                    <a:schemeClr val="accent1">
                      <a:lumMod val="75000"/>
                    </a:schemeClr>
                  </a:solidFill>
                  <a:prstDash val="solid"/>
                  <a:round/>
                  <a:headEnd type="none" w="med" len="med"/>
                  <a:tailEnd type="none" w="med" len="med"/>
                </a:ln>
                <a:effectLst/>
              </p:spPr>
              <p:txBody>
                <a:bodyPr vert="horz" wrap="square" lIns="64294" tIns="32147" rIns="64294" bIns="32147"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315347" fontAlgn="base" hangingPunct="0">
                    <a:lnSpc>
                      <a:spcPct val="93000"/>
                    </a:lnSpc>
                    <a:spcBef>
                      <a:spcPct val="0"/>
                    </a:spcBef>
                    <a:spcAft>
                      <a:spcPct val="0"/>
                    </a:spcAft>
                    <a:buClr>
                      <a:srgbClr val="000000"/>
                    </a:buClr>
                    <a:buSzPct val="100000"/>
                  </a:pPr>
                  <a:endParaRPr lang="en-GB" sz="3700" b="1" dirty="0">
                    <a:solidFill>
                      <a:srgbClr val="FFFFFF"/>
                    </a:solidFill>
                    <a:latin typeface="Arial" charset="0"/>
                    <a:cs typeface="Lucida Sans Unicode" charset="0"/>
                  </a:endParaRPr>
                </a:p>
              </p:txBody>
            </p:sp>
            <p:sp>
              <p:nvSpPr>
                <p:cNvPr id="18" name="TextBox 50">
                  <a:extLst>
                    <a:ext uri="{FF2B5EF4-FFF2-40B4-BE49-F238E27FC236}">
                      <a16:creationId xmlns:a16="http://schemas.microsoft.com/office/drawing/2014/main" id="{6ABC1CAF-004C-C236-899E-C479B9304628}"/>
                    </a:ext>
                  </a:extLst>
                </p:cNvPr>
                <p:cNvSpPr txBox="1"/>
                <p:nvPr/>
              </p:nvSpPr>
              <p:spPr bwMode="auto">
                <a:xfrm>
                  <a:off x="5332672" y="5556305"/>
                  <a:ext cx="555648" cy="546952"/>
                </a:xfrm>
                <a:prstGeom prst="rect">
                  <a:avLst/>
                </a:prstGeom>
                <a:noFill/>
                <a:ln w="9525">
                  <a:noFill/>
                  <a:round/>
                  <a:headEnd/>
                  <a:tailEnd/>
                </a:ln>
              </p:spPr>
              <p:txBody>
                <a:bodyPr wrap="none" lIns="63281" tIns="65306" rIns="63281" bIns="31641"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315254" fontAlgn="base" hangingPunct="0">
                    <a:lnSpc>
                      <a:spcPct val="81000"/>
                    </a:lnSpc>
                    <a:spcBef>
                      <a:spcPct val="0"/>
                    </a:spcBef>
                    <a:spcAft>
                      <a:spcPct val="0"/>
                    </a:spcAft>
                    <a:buClr>
                      <a:srgbClr val="000000"/>
                    </a:buClr>
                    <a:buSzPct val="100000"/>
                    <a:tabLst>
                      <a:tab pos="508121" algn="l"/>
                      <a:tab pos="1016241" algn="l"/>
                      <a:tab pos="1524364" algn="l"/>
                      <a:tab pos="2032482" algn="l"/>
                      <a:tab pos="2540606" algn="l"/>
                      <a:tab pos="3048729" algn="l"/>
                      <a:tab pos="3556852" algn="l"/>
                      <a:tab pos="4064964" algn="l"/>
                    </a:tabLst>
                  </a:pPr>
                  <a:r>
                    <a:rPr lang="en-GB" sz="2300" b="1" dirty="0">
                      <a:solidFill>
                        <a:srgbClr val="FFFFFF"/>
                      </a:solidFill>
                      <a:latin typeface="Arial"/>
                      <a:cs typeface="Lucida Sans Unicode" charset="0"/>
                    </a:rPr>
                    <a:t>%</a:t>
                  </a:r>
                </a:p>
              </p:txBody>
            </p:sp>
          </p:grpSp>
          <p:sp>
            <p:nvSpPr>
              <p:cNvPr id="15" name="Isosceles Triangle 14">
                <a:extLst>
                  <a:ext uri="{FF2B5EF4-FFF2-40B4-BE49-F238E27FC236}">
                    <a16:creationId xmlns:a16="http://schemas.microsoft.com/office/drawing/2014/main" id="{A895E5B5-5F85-DAC7-BF37-3D0153CFAC49}"/>
                  </a:ext>
                </a:extLst>
              </p:cNvPr>
              <p:cNvSpPr/>
              <p:nvPr/>
            </p:nvSpPr>
            <p:spPr bwMode="auto">
              <a:xfrm>
                <a:off x="6008497" y="5469916"/>
                <a:ext cx="170341" cy="146846"/>
              </a:xfrm>
              <a:prstGeom prst="triangle">
                <a:avLst/>
              </a:prstGeom>
              <a:solidFill>
                <a:schemeClr val="bg2"/>
              </a:solidFill>
              <a:ln w="9525" cap="flat" cmpd="sng" algn="ctr">
                <a:solidFill>
                  <a:schemeClr val="bg2"/>
                </a:solidFill>
                <a:prstDash val="solid"/>
                <a:round/>
                <a:headEnd type="none" w="med" len="med"/>
                <a:tailEnd type="none" w="med" len="med"/>
              </a:ln>
              <a:effectLst/>
            </p:spPr>
            <p:txBody>
              <a:bodyPr vert="horz" wrap="square" lIns="64294" tIns="32147" rIns="64294" bIns="32147"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315347" fontAlgn="base" hangingPunct="0">
                  <a:lnSpc>
                    <a:spcPct val="93000"/>
                  </a:lnSpc>
                  <a:spcBef>
                    <a:spcPct val="0"/>
                  </a:spcBef>
                  <a:spcAft>
                    <a:spcPct val="0"/>
                  </a:spcAft>
                  <a:buClr>
                    <a:srgbClr val="000000"/>
                  </a:buClr>
                  <a:buSzPct val="100000"/>
                </a:pPr>
                <a:endParaRPr lang="en-GB" sz="3700" b="1" dirty="0">
                  <a:solidFill>
                    <a:srgbClr val="FFFFFF"/>
                  </a:solidFill>
                  <a:latin typeface="Arial" charset="0"/>
                  <a:cs typeface="Lucida Sans Unicode" charset="0"/>
                </a:endParaRPr>
              </a:p>
            </p:txBody>
          </p:sp>
          <p:cxnSp>
            <p:nvCxnSpPr>
              <p:cNvPr id="16" name="Straight Connector 15">
                <a:extLst>
                  <a:ext uri="{FF2B5EF4-FFF2-40B4-BE49-F238E27FC236}">
                    <a16:creationId xmlns:a16="http://schemas.microsoft.com/office/drawing/2014/main" id="{FE78774C-22D7-3D7B-A6CF-2802BA781D0B}"/>
                  </a:ext>
                </a:extLst>
              </p:cNvPr>
              <p:cNvCxnSpPr/>
              <p:nvPr/>
            </p:nvCxnSpPr>
            <p:spPr bwMode="auto">
              <a:xfrm rot="21067798" flipV="1">
                <a:off x="5797358" y="5372704"/>
                <a:ext cx="576064" cy="88014"/>
              </a:xfrm>
              <a:prstGeom prst="line">
                <a:avLst/>
              </a:prstGeom>
              <a:solidFill>
                <a:srgbClr val="00B8FF"/>
              </a:solidFill>
              <a:ln w="57150" cap="flat" cmpd="sng" algn="ctr">
                <a:solidFill>
                  <a:schemeClr val="bg2"/>
                </a:solidFill>
                <a:prstDash val="solid"/>
                <a:round/>
                <a:headEnd type="none" w="med" len="med"/>
                <a:tailEnd type="none" w="med" len="med"/>
              </a:ln>
              <a:effectLst/>
            </p:spPr>
          </p:cxnSp>
        </p:grpSp>
        <p:sp>
          <p:nvSpPr>
            <p:cNvPr id="60" name="TextBox 59">
              <a:extLst>
                <a:ext uri="{FF2B5EF4-FFF2-40B4-BE49-F238E27FC236}">
                  <a16:creationId xmlns:a16="http://schemas.microsoft.com/office/drawing/2014/main" id="{BEF63338-CDB4-4706-558C-F4CC8B466E13}"/>
                </a:ext>
              </a:extLst>
            </p:cNvPr>
            <p:cNvSpPr txBox="1"/>
            <p:nvPr/>
          </p:nvSpPr>
          <p:spPr>
            <a:xfrm>
              <a:off x="5530069" y="3945465"/>
              <a:ext cx="2162154" cy="738664"/>
            </a:xfrm>
            <a:prstGeom prst="rect">
              <a:avLst/>
            </a:prstGeom>
            <a:noFill/>
          </p:spPr>
          <p:txBody>
            <a:bodyPr wrap="square">
              <a:spAutoFit/>
            </a:bodyPr>
            <a:lstStyle/>
            <a:p>
              <a:r>
                <a:rPr lang="en-GB" sz="1400" b="1"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Test Statistic</a:t>
              </a:r>
            </a:p>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Difference in means (dupilumab – placebo)</a:t>
              </a:r>
              <a:endParaRPr lang="en-GB" sz="1400" dirty="0">
                <a:solidFill>
                  <a:schemeClr val="tx1">
                    <a:lumMod val="65000"/>
                    <a:lumOff val="35000"/>
                  </a:schemeClr>
                </a:solidFill>
              </a:endParaRPr>
            </a:p>
          </p:txBody>
        </p:sp>
      </p:grpSp>
      <p:pic>
        <p:nvPicPr>
          <p:cNvPr id="61" name="Picture 60">
            <a:extLst>
              <a:ext uri="{FF2B5EF4-FFF2-40B4-BE49-F238E27FC236}">
                <a16:creationId xmlns:a16="http://schemas.microsoft.com/office/drawing/2014/main" id="{70CA0FCA-7BAF-891C-6D87-63574D124CD7}"/>
              </a:ext>
            </a:extLst>
          </p:cNvPr>
          <p:cNvPicPr>
            <a:picLocks noChangeAspect="1"/>
          </p:cNvPicPr>
          <p:nvPr/>
        </p:nvPicPr>
        <p:blipFill>
          <a:blip r:embed="rId5"/>
          <a:stretch>
            <a:fillRect/>
          </a:stretch>
        </p:blipFill>
        <p:spPr>
          <a:xfrm>
            <a:off x="7904956" y="875315"/>
            <a:ext cx="3922592" cy="5483610"/>
          </a:xfrm>
          <a:prstGeom prst="rect">
            <a:avLst/>
          </a:prstGeom>
          <a:ln w="3175">
            <a:solidFill>
              <a:schemeClr val="tx1"/>
            </a:solidFill>
          </a:ln>
        </p:spPr>
      </p:pic>
      <p:sp>
        <p:nvSpPr>
          <p:cNvPr id="62" name="TextBox 61">
            <a:extLst>
              <a:ext uri="{FF2B5EF4-FFF2-40B4-BE49-F238E27FC236}">
                <a16:creationId xmlns:a16="http://schemas.microsoft.com/office/drawing/2014/main" id="{0B73E9FE-3685-DD41-D349-1CB0FD672B07}"/>
              </a:ext>
            </a:extLst>
          </p:cNvPr>
          <p:cNvSpPr txBox="1"/>
          <p:nvPr/>
        </p:nvSpPr>
        <p:spPr>
          <a:xfrm>
            <a:off x="880505" y="4529535"/>
            <a:ext cx="6781800" cy="2200602"/>
          </a:xfrm>
          <a:prstGeom prst="rect">
            <a:avLst/>
          </a:prstGeom>
          <a:noFill/>
        </p:spPr>
        <p:txBody>
          <a:bodyPr wrap="square" rtlCol="0">
            <a:spAutoFit/>
          </a:bodyPr>
          <a:lstStyle/>
          <a:p>
            <a:r>
              <a:rPr lang="en-GB"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Some example estimands:</a:t>
            </a:r>
          </a:p>
          <a:p>
            <a:endParaRPr lang="en-GB"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a:p>
            <a:r>
              <a:rPr lang="en-GB" sz="15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“The average difference in 12-week change from baseline FEV₁ if all patients in the target population </a:t>
            </a:r>
            <a:r>
              <a:rPr lang="en-GB" sz="15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were prescribed treatment </a:t>
            </a:r>
            <a:r>
              <a:rPr lang="en-GB" sz="15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versus if the same patients were not prescribed treatment.”</a:t>
            </a:r>
          </a:p>
          <a:p>
            <a:endParaRPr lang="en-GB" sz="15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a:p>
            <a:r>
              <a:rPr lang="en-GB" sz="15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“The average difference in 12-week change from baseline FEV₁ if all patients in the target population </a:t>
            </a:r>
            <a:r>
              <a:rPr lang="en-GB" sz="15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adhered to treatment </a:t>
            </a:r>
            <a:r>
              <a:rPr lang="en-GB" sz="15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versus if the same patients were not treated.”</a:t>
            </a:r>
          </a:p>
        </p:txBody>
      </p:sp>
      <p:grpSp>
        <p:nvGrpSpPr>
          <p:cNvPr id="44" name="Group 43">
            <a:extLst>
              <a:ext uri="{FF2B5EF4-FFF2-40B4-BE49-F238E27FC236}">
                <a16:creationId xmlns:a16="http://schemas.microsoft.com/office/drawing/2014/main" id="{E8077662-A3DE-658C-38B7-EB12DF95508D}"/>
              </a:ext>
            </a:extLst>
          </p:cNvPr>
          <p:cNvGrpSpPr/>
          <p:nvPr/>
        </p:nvGrpSpPr>
        <p:grpSpPr>
          <a:xfrm>
            <a:off x="838200" y="3279403"/>
            <a:ext cx="3301220" cy="980135"/>
            <a:chOff x="859712" y="3611793"/>
            <a:chExt cx="3301220" cy="980135"/>
          </a:xfrm>
        </p:grpSpPr>
        <p:grpSp>
          <p:nvGrpSpPr>
            <p:cNvPr id="8" name="Group 7">
              <a:extLst>
                <a:ext uri="{FF2B5EF4-FFF2-40B4-BE49-F238E27FC236}">
                  <a16:creationId xmlns:a16="http://schemas.microsoft.com/office/drawing/2014/main" id="{6B78E7DA-E47B-C339-1A12-666A59B39B13}"/>
                </a:ext>
              </a:extLst>
            </p:cNvPr>
            <p:cNvGrpSpPr/>
            <p:nvPr/>
          </p:nvGrpSpPr>
          <p:grpSpPr>
            <a:xfrm>
              <a:off x="859712" y="4008112"/>
              <a:ext cx="1359462" cy="553194"/>
              <a:chOff x="3245339" y="2703605"/>
              <a:chExt cx="2108645" cy="864000"/>
            </a:xfrm>
          </p:grpSpPr>
          <p:grpSp>
            <p:nvGrpSpPr>
              <p:cNvPr id="19" name="Group 18">
                <a:extLst>
                  <a:ext uri="{FF2B5EF4-FFF2-40B4-BE49-F238E27FC236}">
                    <a16:creationId xmlns:a16="http://schemas.microsoft.com/office/drawing/2014/main" id="{9D4B634F-81A8-6CDB-9D44-DC1C320B40A1}"/>
                  </a:ext>
                </a:extLst>
              </p:cNvPr>
              <p:cNvGrpSpPr/>
              <p:nvPr/>
            </p:nvGrpSpPr>
            <p:grpSpPr>
              <a:xfrm>
                <a:off x="3862246" y="2703605"/>
                <a:ext cx="1491738" cy="864000"/>
                <a:chOff x="7345502" y="3578736"/>
                <a:chExt cx="1491738" cy="864000"/>
              </a:xfrm>
            </p:grpSpPr>
            <p:cxnSp>
              <p:nvCxnSpPr>
                <p:cNvPr id="21" name="Straight Connector 20">
                  <a:extLst>
                    <a:ext uri="{FF2B5EF4-FFF2-40B4-BE49-F238E27FC236}">
                      <a16:creationId xmlns:a16="http://schemas.microsoft.com/office/drawing/2014/main" id="{D6D08C0D-AB9B-8528-C1FD-AF42AE39D101}"/>
                    </a:ext>
                  </a:extLst>
                </p:cNvPr>
                <p:cNvCxnSpPr/>
                <p:nvPr/>
              </p:nvCxnSpPr>
              <p:spPr bwMode="auto">
                <a:xfrm>
                  <a:off x="7345502" y="3578736"/>
                  <a:ext cx="0" cy="864000"/>
                </a:xfrm>
                <a:prstGeom prst="line">
                  <a:avLst/>
                </a:prstGeom>
                <a:solidFill>
                  <a:srgbClr val="00B8FF"/>
                </a:solidFill>
                <a:ln w="28575" cap="flat" cmpd="sng" algn="ctr">
                  <a:solidFill>
                    <a:schemeClr val="bg1">
                      <a:lumMod val="65000"/>
                    </a:schemeClr>
                  </a:solidFill>
                  <a:prstDash val="solid"/>
                  <a:round/>
                  <a:headEnd type="none" w="med" len="med"/>
                  <a:tailEnd type="none" w="med" len="med"/>
                </a:ln>
                <a:effectLst/>
              </p:spPr>
            </p:cxnSp>
            <p:cxnSp>
              <p:nvCxnSpPr>
                <p:cNvPr id="22" name="Straight Connector 21">
                  <a:extLst>
                    <a:ext uri="{FF2B5EF4-FFF2-40B4-BE49-F238E27FC236}">
                      <a16:creationId xmlns:a16="http://schemas.microsoft.com/office/drawing/2014/main" id="{A807AE89-A82F-8778-7977-DA51CFF828B1}"/>
                    </a:ext>
                  </a:extLst>
                </p:cNvPr>
                <p:cNvCxnSpPr/>
                <p:nvPr/>
              </p:nvCxnSpPr>
              <p:spPr bwMode="auto">
                <a:xfrm flipH="1">
                  <a:off x="7347933" y="4439404"/>
                  <a:ext cx="1489307" cy="0"/>
                </a:xfrm>
                <a:prstGeom prst="line">
                  <a:avLst/>
                </a:prstGeom>
                <a:solidFill>
                  <a:srgbClr val="00B8FF"/>
                </a:solidFill>
                <a:ln w="28575" cap="flat" cmpd="sng" algn="ctr">
                  <a:solidFill>
                    <a:schemeClr val="bg1">
                      <a:lumMod val="65000"/>
                    </a:schemeClr>
                  </a:solidFill>
                  <a:prstDash val="solid"/>
                  <a:round/>
                  <a:headEnd type="none" w="med" len="med"/>
                  <a:tailEnd type="none" w="med" len="med"/>
                </a:ln>
                <a:effectLst/>
              </p:spPr>
            </p:cxnSp>
            <p:sp>
              <p:nvSpPr>
                <p:cNvPr id="23" name="Freeform 49">
                  <a:extLst>
                    <a:ext uri="{FF2B5EF4-FFF2-40B4-BE49-F238E27FC236}">
                      <a16:creationId xmlns:a16="http://schemas.microsoft.com/office/drawing/2014/main" id="{B3343EAE-BC2F-7FB4-7891-1565A5F7452A}"/>
                    </a:ext>
                  </a:extLst>
                </p:cNvPr>
                <p:cNvSpPr/>
                <p:nvPr/>
              </p:nvSpPr>
              <p:spPr bwMode="auto">
                <a:xfrm>
                  <a:off x="7410450" y="3706614"/>
                  <a:ext cx="1377950" cy="527050"/>
                </a:xfrm>
                <a:custGeom>
                  <a:avLst/>
                  <a:gdLst>
                    <a:gd name="connsiteX0" fmla="*/ 0 w 1377950"/>
                    <a:gd name="connsiteY0" fmla="*/ 63500 h 527050"/>
                    <a:gd name="connsiteX1" fmla="*/ 342900 w 1377950"/>
                    <a:gd name="connsiteY1" fmla="*/ 0 h 527050"/>
                    <a:gd name="connsiteX2" fmla="*/ 546100 w 1377950"/>
                    <a:gd name="connsiteY2" fmla="*/ 171450 h 527050"/>
                    <a:gd name="connsiteX3" fmla="*/ 844550 w 1377950"/>
                    <a:gd name="connsiteY3" fmla="*/ 273050 h 527050"/>
                    <a:gd name="connsiteX4" fmla="*/ 1092200 w 1377950"/>
                    <a:gd name="connsiteY4" fmla="*/ 463550 h 527050"/>
                    <a:gd name="connsiteX5" fmla="*/ 1377950 w 1377950"/>
                    <a:gd name="connsiteY5" fmla="*/ 527050 h 527050"/>
                    <a:gd name="connsiteX6" fmla="*/ 1377950 w 1377950"/>
                    <a:gd name="connsiteY6" fmla="*/ 527050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7950" h="527050">
                      <a:moveTo>
                        <a:pt x="0" y="63500"/>
                      </a:moveTo>
                      <a:lnTo>
                        <a:pt x="342900" y="0"/>
                      </a:lnTo>
                      <a:lnTo>
                        <a:pt x="546100" y="171450"/>
                      </a:lnTo>
                      <a:lnTo>
                        <a:pt x="844550" y="273050"/>
                      </a:lnTo>
                      <a:lnTo>
                        <a:pt x="1092200" y="463550"/>
                      </a:lnTo>
                      <a:lnTo>
                        <a:pt x="1377950" y="527050"/>
                      </a:lnTo>
                      <a:lnTo>
                        <a:pt x="1377950" y="527050"/>
                      </a:lnTo>
                    </a:path>
                  </a:pathLst>
                </a:custGeom>
                <a:noFill/>
                <a:ln w="28575" cap="flat" cmpd="sng" algn="ctr">
                  <a:solidFill>
                    <a:schemeClr val="accent1">
                      <a:lumMod val="75000"/>
                    </a:schemeClr>
                  </a:solidFill>
                  <a:prstDash val="solid"/>
                  <a:round/>
                  <a:headEnd type="none" w="med" len="med"/>
                  <a:tailEnd type="none" w="med" len="med"/>
                </a:ln>
                <a:effectLst/>
              </p:spPr>
              <p:txBody>
                <a:bodyPr vert="horz" wrap="square" lIns="64294" tIns="32147" rIns="64294" bIns="32147"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315347" fontAlgn="base" hangingPunct="0">
                    <a:lnSpc>
                      <a:spcPct val="93000"/>
                    </a:lnSpc>
                    <a:spcBef>
                      <a:spcPct val="0"/>
                    </a:spcBef>
                    <a:spcAft>
                      <a:spcPct val="0"/>
                    </a:spcAft>
                    <a:buClr>
                      <a:srgbClr val="000000"/>
                    </a:buClr>
                    <a:buSzPct val="100000"/>
                  </a:pPr>
                  <a:endParaRPr lang="en-GB" sz="3700" b="1" dirty="0">
                    <a:solidFill>
                      <a:srgbClr val="FFFFFF"/>
                    </a:solidFill>
                    <a:latin typeface="Arial"/>
                    <a:cs typeface="Lucida Sans Unicode" charset="0"/>
                  </a:endParaRPr>
                </a:p>
              </p:txBody>
            </p:sp>
          </p:grpSp>
          <p:pic>
            <p:nvPicPr>
              <p:cNvPr id="20" name="Picture 19" descr="Related image">
                <a:extLst>
                  <a:ext uri="{FF2B5EF4-FFF2-40B4-BE49-F238E27FC236}">
                    <a16:creationId xmlns:a16="http://schemas.microsoft.com/office/drawing/2014/main" id="{55F8B3DD-8C8F-9BFD-A007-C4A12249AC63}"/>
                  </a:ext>
                </a:extLst>
              </p:cNvPr>
              <p:cNvPicPr>
                <a:picLocks noChangeAspect="1" noChangeArrowheads="1"/>
              </p:cNvPicPr>
              <p:nvPr/>
            </p:nvPicPr>
            <p:blipFill>
              <a:blip r:embed="rId6" cstate="print">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18898797">
                <a:off x="3245339" y="2782335"/>
                <a:ext cx="670631" cy="670631"/>
              </a:xfrm>
              <a:prstGeom prst="rect">
                <a:avLst/>
              </a:prstGeom>
              <a:noFill/>
              <a:extLst>
                <a:ext uri="{909E8E84-426E-40DD-AFC4-6F175D3DCCD1}">
                  <a14:hiddenFill xmlns:a14="http://schemas.microsoft.com/office/drawing/2010/main">
                    <a:solidFill>
                      <a:srgbClr val="FFFFFF"/>
                    </a:solidFill>
                  </a14:hiddenFill>
                </a:ext>
              </a:extLst>
            </p:spPr>
          </p:pic>
        </p:grpSp>
        <p:sp>
          <p:nvSpPr>
            <p:cNvPr id="58" name="TextBox 57">
              <a:extLst>
                <a:ext uri="{FF2B5EF4-FFF2-40B4-BE49-F238E27FC236}">
                  <a16:creationId xmlns:a16="http://schemas.microsoft.com/office/drawing/2014/main" id="{48F07B5B-143C-94CC-061B-52C1E7C658A3}"/>
                </a:ext>
              </a:extLst>
            </p:cNvPr>
            <p:cNvSpPr txBox="1"/>
            <p:nvPr/>
          </p:nvSpPr>
          <p:spPr>
            <a:xfrm>
              <a:off x="2360719" y="3637821"/>
              <a:ext cx="1800213" cy="954107"/>
            </a:xfrm>
            <a:prstGeom prst="rect">
              <a:avLst/>
            </a:prstGeom>
            <a:noFill/>
          </p:spPr>
          <p:txBody>
            <a:bodyPr wrap="square">
              <a:spAutoFit/>
            </a:bodyPr>
            <a:lstStyle/>
            <a:p>
              <a:r>
                <a:rPr lang="en-GB" sz="1400" b="1"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Clinical Outcome, Biomarker etc.</a:t>
              </a:r>
            </a:p>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Change from baseline in FEV₁ at Week 12</a:t>
              </a:r>
              <a:endParaRPr lang="en-GB" sz="1400" dirty="0">
                <a:solidFill>
                  <a:schemeClr val="tx1">
                    <a:lumMod val="65000"/>
                    <a:lumOff val="35000"/>
                  </a:schemeClr>
                </a:solidFill>
              </a:endParaRPr>
            </a:p>
          </p:txBody>
        </p:sp>
        <p:sp>
          <p:nvSpPr>
            <p:cNvPr id="43" name="TextBox 68">
              <a:extLst>
                <a:ext uri="{FF2B5EF4-FFF2-40B4-BE49-F238E27FC236}">
                  <a16:creationId xmlns:a16="http://schemas.microsoft.com/office/drawing/2014/main" id="{BA37C5E8-8C8F-F0DD-6C9B-9224E75BA569}"/>
                </a:ext>
              </a:extLst>
            </p:cNvPr>
            <p:cNvSpPr txBox="1"/>
            <p:nvPr/>
          </p:nvSpPr>
          <p:spPr bwMode="auto">
            <a:xfrm>
              <a:off x="936335" y="3611793"/>
              <a:ext cx="1007504" cy="272267"/>
            </a:xfrm>
            <a:prstGeom prst="rect">
              <a:avLst/>
            </a:prstGeom>
            <a:noFill/>
            <a:ln w="9525">
              <a:noFill/>
              <a:round/>
              <a:headEnd/>
              <a:tailEnd/>
            </a:ln>
          </p:spPr>
          <p:txBody>
            <a:bodyPr wrap="square" lIns="63175" tIns="65198" rIns="63175" bIns="31589"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315254" fontAlgn="base" hangingPunct="0">
                <a:lnSpc>
                  <a:spcPct val="81000"/>
                </a:lnSpc>
                <a:spcBef>
                  <a:spcPct val="0"/>
                </a:spcBef>
                <a:spcAft>
                  <a:spcPct val="0"/>
                </a:spcAft>
                <a:buClr>
                  <a:srgbClr val="000000"/>
                </a:buClr>
                <a:buSzPct val="100000"/>
                <a:tabLst>
                  <a:tab pos="508121" algn="l"/>
                  <a:tab pos="1016241" algn="l"/>
                  <a:tab pos="1524364" algn="l"/>
                  <a:tab pos="2032482" algn="l"/>
                  <a:tab pos="2540606" algn="l"/>
                  <a:tab pos="3048729" algn="l"/>
                  <a:tab pos="3556852" algn="l"/>
                  <a:tab pos="4064964" algn="l"/>
                </a:tabLst>
              </a:pPr>
              <a:r>
                <a:rPr lang="en-GB" sz="1400" b="1" dirty="0">
                  <a:solidFill>
                    <a:srgbClr val="808080">
                      <a:lumMod val="50000"/>
                    </a:srgbClr>
                  </a:solidFill>
                  <a:latin typeface="Arial"/>
                  <a:ea typeface="Verdana" panose="020B0604030504040204" pitchFamily="34" charset="0"/>
                  <a:cs typeface="Verdana" panose="020B0604030504040204" pitchFamily="34" charset="0"/>
                </a:rPr>
                <a:t>Endpoint</a:t>
              </a:r>
            </a:p>
          </p:txBody>
        </p:sp>
      </p:grpSp>
    </p:spTree>
    <p:extLst>
      <p:ext uri="{BB962C8B-B14F-4D97-AF65-F5344CB8AC3E}">
        <p14:creationId xmlns:p14="http://schemas.microsoft.com/office/powerpoint/2010/main" val="12027283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TextBox 182">
            <a:extLst>
              <a:ext uri="{FF2B5EF4-FFF2-40B4-BE49-F238E27FC236}">
                <a16:creationId xmlns:a16="http://schemas.microsoft.com/office/drawing/2014/main" id="{FBB5BF3B-3079-75ED-2144-DB05D679AFFB}"/>
              </a:ext>
            </a:extLst>
          </p:cNvPr>
          <p:cNvSpPr txBox="1"/>
          <p:nvPr/>
        </p:nvSpPr>
        <p:spPr>
          <a:xfrm>
            <a:off x="633046" y="1054131"/>
            <a:ext cx="10692612" cy="830997"/>
          </a:xfrm>
          <a:prstGeom prst="rect">
            <a:avLst/>
          </a:prstGeom>
          <a:noFill/>
        </p:spPr>
        <p:txBody>
          <a:bodyPr wrap="square">
            <a:spAutoFit/>
          </a:bodyPr>
          <a:lstStyle/>
          <a:p>
            <a:r>
              <a:rPr lang="en-GB"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Let’s choose the following estimand: </a:t>
            </a:r>
          </a:p>
          <a:p>
            <a:r>
              <a:rPr lang="en-GB" sz="1600" i="1"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“The average difference in 12-week change from baseline FEV₁ if all patients in the target population were prescribed treatment versus if the same patients were not prescribed treatment.”</a:t>
            </a:r>
            <a:endParaRPr lang="en-GB" i="1"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178" name="Title 1">
            <a:extLst>
              <a:ext uri="{FF2B5EF4-FFF2-40B4-BE49-F238E27FC236}">
                <a16:creationId xmlns:a16="http://schemas.microsoft.com/office/drawing/2014/main" id="{2EB21418-0FFA-0BBD-5DAE-15B6D9B6C325}"/>
              </a:ext>
            </a:extLst>
          </p:cNvPr>
          <p:cNvSpPr>
            <a:spLocks noGrp="1"/>
          </p:cNvSpPr>
          <p:nvPr>
            <p:ph type="title"/>
          </p:nvPr>
        </p:nvSpPr>
        <p:spPr>
          <a:xfrm>
            <a:off x="838200" y="365126"/>
            <a:ext cx="10515600" cy="602284"/>
          </a:xfrm>
        </p:spPr>
        <p:txBody>
          <a:bodyPr>
            <a:normAutofit fontScale="90000"/>
          </a:bodyPr>
          <a:lstStyle/>
          <a:p>
            <a:r>
              <a:rPr lang="en-GB" dirty="0">
                <a:solidFill>
                  <a:schemeClr val="accent6">
                    <a:lumMod val="75000"/>
                  </a:schemeClr>
                </a:solidFill>
              </a:rPr>
              <a:t>Estimands, Estimators and Estimates</a:t>
            </a:r>
          </a:p>
        </p:txBody>
      </p:sp>
      <p:grpSp>
        <p:nvGrpSpPr>
          <p:cNvPr id="379" name="Group 378">
            <a:extLst>
              <a:ext uri="{FF2B5EF4-FFF2-40B4-BE49-F238E27FC236}">
                <a16:creationId xmlns:a16="http://schemas.microsoft.com/office/drawing/2014/main" id="{99C96C90-6D78-115F-3364-43FEECD71981}"/>
              </a:ext>
            </a:extLst>
          </p:cNvPr>
          <p:cNvGrpSpPr/>
          <p:nvPr/>
        </p:nvGrpSpPr>
        <p:grpSpPr>
          <a:xfrm>
            <a:off x="633046" y="1993518"/>
            <a:ext cx="10692612" cy="1150540"/>
            <a:chOff x="633046" y="2186629"/>
            <a:chExt cx="10692612" cy="1150540"/>
          </a:xfrm>
        </p:grpSpPr>
        <p:grpSp>
          <p:nvGrpSpPr>
            <p:cNvPr id="200" name="Group 199">
              <a:extLst>
                <a:ext uri="{FF2B5EF4-FFF2-40B4-BE49-F238E27FC236}">
                  <a16:creationId xmlns:a16="http://schemas.microsoft.com/office/drawing/2014/main" id="{CDC4F770-1356-CC64-C9F8-BBF7046F93DF}"/>
                </a:ext>
              </a:extLst>
            </p:cNvPr>
            <p:cNvGrpSpPr/>
            <p:nvPr/>
          </p:nvGrpSpPr>
          <p:grpSpPr>
            <a:xfrm>
              <a:off x="706519" y="2502880"/>
              <a:ext cx="10354330" cy="760967"/>
              <a:chOff x="866342" y="2261488"/>
              <a:chExt cx="10354330" cy="760967"/>
            </a:xfrm>
          </p:grpSpPr>
          <p:grpSp>
            <p:nvGrpSpPr>
              <p:cNvPr id="5" name="Group 4">
                <a:extLst>
                  <a:ext uri="{FF2B5EF4-FFF2-40B4-BE49-F238E27FC236}">
                    <a16:creationId xmlns:a16="http://schemas.microsoft.com/office/drawing/2014/main" id="{771C7C06-B5A5-43FA-397D-1881D7AC2932}"/>
                  </a:ext>
                </a:extLst>
              </p:cNvPr>
              <p:cNvGrpSpPr/>
              <p:nvPr/>
            </p:nvGrpSpPr>
            <p:grpSpPr>
              <a:xfrm>
                <a:off x="866342" y="2263729"/>
                <a:ext cx="1181645" cy="732902"/>
                <a:chOff x="7111532" y="2553230"/>
                <a:chExt cx="1680563" cy="1042350"/>
              </a:xfrm>
            </p:grpSpPr>
            <p:pic>
              <p:nvPicPr>
                <p:cNvPr id="6" name="Picture 5" descr="Image result for human icon png">
                  <a:extLst>
                    <a:ext uri="{FF2B5EF4-FFF2-40B4-BE49-F238E27FC236}">
                      <a16:creationId xmlns:a16="http://schemas.microsoft.com/office/drawing/2014/main" id="{D372B52D-D467-403C-46E7-10EFF5899867}"/>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Image result for human icon png">
                  <a:extLst>
                    <a:ext uri="{FF2B5EF4-FFF2-40B4-BE49-F238E27FC236}">
                      <a16:creationId xmlns:a16="http://schemas.microsoft.com/office/drawing/2014/main" id="{BBFDBC1B-A5F5-A9BC-6F92-9BAB3F6145A8}"/>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Image result for human icon png">
                  <a:extLst>
                    <a:ext uri="{FF2B5EF4-FFF2-40B4-BE49-F238E27FC236}">
                      <a16:creationId xmlns:a16="http://schemas.microsoft.com/office/drawing/2014/main" id="{629A53DA-F8D8-86D5-984A-F82AA7B6448B}"/>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Image result for human icon png">
                  <a:extLst>
                    <a:ext uri="{FF2B5EF4-FFF2-40B4-BE49-F238E27FC236}">
                      <a16:creationId xmlns:a16="http://schemas.microsoft.com/office/drawing/2014/main" id="{A77B7CA2-C6A2-271B-5829-622924F8036D}"/>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Image result for human icon png">
                  <a:extLst>
                    <a:ext uri="{FF2B5EF4-FFF2-40B4-BE49-F238E27FC236}">
                      <a16:creationId xmlns:a16="http://schemas.microsoft.com/office/drawing/2014/main" id="{7FFE73B1-DCC8-E2CD-3C6C-37BEDD660EDF}"/>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Image result for human icon png">
                  <a:extLst>
                    <a:ext uri="{FF2B5EF4-FFF2-40B4-BE49-F238E27FC236}">
                      <a16:creationId xmlns:a16="http://schemas.microsoft.com/office/drawing/2014/main" id="{7C4D1BC3-15AD-514E-E528-A9B0FA1AAF88}"/>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Image result for human icon png">
                  <a:extLst>
                    <a:ext uri="{FF2B5EF4-FFF2-40B4-BE49-F238E27FC236}">
                      <a16:creationId xmlns:a16="http://schemas.microsoft.com/office/drawing/2014/main" id="{6E81E57A-5BBF-64A5-7027-FFB827ADCB5F}"/>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Image result for human icon png">
                  <a:extLst>
                    <a:ext uri="{FF2B5EF4-FFF2-40B4-BE49-F238E27FC236}">
                      <a16:creationId xmlns:a16="http://schemas.microsoft.com/office/drawing/2014/main" id="{02A8E007-D414-7A94-78EC-D4625A8085E4}"/>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Image result for human icon png">
                  <a:extLst>
                    <a:ext uri="{FF2B5EF4-FFF2-40B4-BE49-F238E27FC236}">
                      <a16:creationId xmlns:a16="http://schemas.microsoft.com/office/drawing/2014/main" id="{04E50FA1-67B4-D56E-937A-99DBDE648A96}"/>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Image result for human icon png">
                  <a:extLst>
                    <a:ext uri="{FF2B5EF4-FFF2-40B4-BE49-F238E27FC236}">
                      <a16:creationId xmlns:a16="http://schemas.microsoft.com/office/drawing/2014/main" id="{3715E953-45DC-30BB-9761-072CE0D1ED8C}"/>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Image result for human icon png">
                  <a:extLst>
                    <a:ext uri="{FF2B5EF4-FFF2-40B4-BE49-F238E27FC236}">
                      <a16:creationId xmlns:a16="http://schemas.microsoft.com/office/drawing/2014/main" id="{6177C6BF-3B9B-DFC1-AFE4-C83C111192CF}"/>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Image result for human icon png">
                  <a:extLst>
                    <a:ext uri="{FF2B5EF4-FFF2-40B4-BE49-F238E27FC236}">
                      <a16:creationId xmlns:a16="http://schemas.microsoft.com/office/drawing/2014/main" id="{99E93AA1-E9D1-545A-EDBE-42E0914BEB60}"/>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Image result for human icon png">
                  <a:extLst>
                    <a:ext uri="{FF2B5EF4-FFF2-40B4-BE49-F238E27FC236}">
                      <a16:creationId xmlns:a16="http://schemas.microsoft.com/office/drawing/2014/main" id="{0E2ED4EC-880F-9890-4524-F45AD540351C}"/>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Image result for human icon png">
                  <a:extLst>
                    <a:ext uri="{FF2B5EF4-FFF2-40B4-BE49-F238E27FC236}">
                      <a16:creationId xmlns:a16="http://schemas.microsoft.com/office/drawing/2014/main" id="{690C43A1-4945-70E9-D5D0-23ADDD7360E5}"/>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descr="Image result for human icon png">
                  <a:extLst>
                    <a:ext uri="{FF2B5EF4-FFF2-40B4-BE49-F238E27FC236}">
                      <a16:creationId xmlns:a16="http://schemas.microsoft.com/office/drawing/2014/main" id="{15889C9C-88B8-B384-8907-E8A22095C7D0}"/>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descr="Image result for human icon png">
                  <a:extLst>
                    <a:ext uri="{FF2B5EF4-FFF2-40B4-BE49-F238E27FC236}">
                      <a16:creationId xmlns:a16="http://schemas.microsoft.com/office/drawing/2014/main" id="{AE8502F2-44E2-AF51-5F76-C9B319B0A89F}"/>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2" name="Group 21">
                <a:extLst>
                  <a:ext uri="{FF2B5EF4-FFF2-40B4-BE49-F238E27FC236}">
                    <a16:creationId xmlns:a16="http://schemas.microsoft.com/office/drawing/2014/main" id="{880D8C70-9BF1-7FD2-84C0-DE43E777E5DE}"/>
                  </a:ext>
                </a:extLst>
              </p:cNvPr>
              <p:cNvGrpSpPr/>
              <p:nvPr/>
            </p:nvGrpSpPr>
            <p:grpSpPr>
              <a:xfrm>
                <a:off x="1905033" y="2263729"/>
                <a:ext cx="1181645" cy="732902"/>
                <a:chOff x="7111532" y="2553230"/>
                <a:chExt cx="1680563" cy="1042350"/>
              </a:xfrm>
            </p:grpSpPr>
            <p:pic>
              <p:nvPicPr>
                <p:cNvPr id="23" name="Picture 22" descr="Image result for human icon png">
                  <a:extLst>
                    <a:ext uri="{FF2B5EF4-FFF2-40B4-BE49-F238E27FC236}">
                      <a16:creationId xmlns:a16="http://schemas.microsoft.com/office/drawing/2014/main" id="{BC3ADDF9-6BE9-EF25-4F11-C97E894435DA}"/>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descr="Image result for human icon png">
                  <a:extLst>
                    <a:ext uri="{FF2B5EF4-FFF2-40B4-BE49-F238E27FC236}">
                      <a16:creationId xmlns:a16="http://schemas.microsoft.com/office/drawing/2014/main" id="{A39B3732-2F5A-9F1F-F609-B656F3F09EC7}"/>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descr="Image result for human icon png">
                  <a:extLst>
                    <a:ext uri="{FF2B5EF4-FFF2-40B4-BE49-F238E27FC236}">
                      <a16:creationId xmlns:a16="http://schemas.microsoft.com/office/drawing/2014/main" id="{D826998D-B0C0-7B0F-CFA6-D9AC29987A6A}"/>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descr="Image result for human icon png">
                  <a:extLst>
                    <a:ext uri="{FF2B5EF4-FFF2-40B4-BE49-F238E27FC236}">
                      <a16:creationId xmlns:a16="http://schemas.microsoft.com/office/drawing/2014/main" id="{EFBAFDFD-806B-7D9C-5BFE-EA46265533CD}"/>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descr="Image result for human icon png">
                  <a:extLst>
                    <a:ext uri="{FF2B5EF4-FFF2-40B4-BE49-F238E27FC236}">
                      <a16:creationId xmlns:a16="http://schemas.microsoft.com/office/drawing/2014/main" id="{5A30C97C-7195-5297-56CD-32E5A0A0B819}"/>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descr="Image result for human icon png">
                  <a:extLst>
                    <a:ext uri="{FF2B5EF4-FFF2-40B4-BE49-F238E27FC236}">
                      <a16:creationId xmlns:a16="http://schemas.microsoft.com/office/drawing/2014/main" id="{DF64E265-09B3-A556-C6C4-EAFB5CBC5426}"/>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descr="Image result for human icon png">
                  <a:extLst>
                    <a:ext uri="{FF2B5EF4-FFF2-40B4-BE49-F238E27FC236}">
                      <a16:creationId xmlns:a16="http://schemas.microsoft.com/office/drawing/2014/main" id="{5D0387E8-052F-2A5F-7A0C-86FE0712F33C}"/>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descr="Image result for human icon png">
                  <a:extLst>
                    <a:ext uri="{FF2B5EF4-FFF2-40B4-BE49-F238E27FC236}">
                      <a16:creationId xmlns:a16="http://schemas.microsoft.com/office/drawing/2014/main" id="{C4276471-048E-A738-EDB0-507BEAC2F02C}"/>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descr="Image result for human icon png">
                  <a:extLst>
                    <a:ext uri="{FF2B5EF4-FFF2-40B4-BE49-F238E27FC236}">
                      <a16:creationId xmlns:a16="http://schemas.microsoft.com/office/drawing/2014/main" id="{9DC2D757-3F61-A688-F5B4-A113978D08CD}"/>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descr="Image result for human icon png">
                  <a:extLst>
                    <a:ext uri="{FF2B5EF4-FFF2-40B4-BE49-F238E27FC236}">
                      <a16:creationId xmlns:a16="http://schemas.microsoft.com/office/drawing/2014/main" id="{BFB02E1D-BB38-98C5-7977-A753C468261C}"/>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descr="Image result for human icon png">
                  <a:extLst>
                    <a:ext uri="{FF2B5EF4-FFF2-40B4-BE49-F238E27FC236}">
                      <a16:creationId xmlns:a16="http://schemas.microsoft.com/office/drawing/2014/main" id="{B2EE6BEC-050F-79D1-D99A-ABEDEEE15374}"/>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descr="Image result for human icon png">
                  <a:extLst>
                    <a:ext uri="{FF2B5EF4-FFF2-40B4-BE49-F238E27FC236}">
                      <a16:creationId xmlns:a16="http://schemas.microsoft.com/office/drawing/2014/main" id="{D5B8BC65-9A6D-F550-FA2A-83CF5CBA02AB}"/>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descr="Image result for human icon png">
                  <a:extLst>
                    <a:ext uri="{FF2B5EF4-FFF2-40B4-BE49-F238E27FC236}">
                      <a16:creationId xmlns:a16="http://schemas.microsoft.com/office/drawing/2014/main" id="{FC2710DC-EA72-E949-F270-8C0D159657C8}"/>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Image result for human icon png">
                  <a:extLst>
                    <a:ext uri="{FF2B5EF4-FFF2-40B4-BE49-F238E27FC236}">
                      <a16:creationId xmlns:a16="http://schemas.microsoft.com/office/drawing/2014/main" id="{86329D34-1FAE-A21B-3E7E-369E29CC3D2C}"/>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descr="Image result for human icon png">
                  <a:extLst>
                    <a:ext uri="{FF2B5EF4-FFF2-40B4-BE49-F238E27FC236}">
                      <a16:creationId xmlns:a16="http://schemas.microsoft.com/office/drawing/2014/main" id="{6E37AA63-5704-CDBB-BFE6-03BEF891F73D}"/>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descr="Image result for human icon png">
                  <a:extLst>
                    <a:ext uri="{FF2B5EF4-FFF2-40B4-BE49-F238E27FC236}">
                      <a16:creationId xmlns:a16="http://schemas.microsoft.com/office/drawing/2014/main" id="{F996BC58-EA5E-03FC-ABFC-74028E15532C}"/>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9" name="Group 38">
                <a:extLst>
                  <a:ext uri="{FF2B5EF4-FFF2-40B4-BE49-F238E27FC236}">
                    <a16:creationId xmlns:a16="http://schemas.microsoft.com/office/drawing/2014/main" id="{F9B642CD-0A1E-581A-1A38-D99D940A949E}"/>
                  </a:ext>
                </a:extLst>
              </p:cNvPr>
              <p:cNvGrpSpPr/>
              <p:nvPr/>
            </p:nvGrpSpPr>
            <p:grpSpPr>
              <a:xfrm>
                <a:off x="2895749" y="2263728"/>
                <a:ext cx="1181645" cy="732902"/>
                <a:chOff x="7111532" y="2553230"/>
                <a:chExt cx="1680563" cy="1042350"/>
              </a:xfrm>
            </p:grpSpPr>
            <p:pic>
              <p:nvPicPr>
                <p:cNvPr id="40" name="Picture 39" descr="Image result for human icon png">
                  <a:extLst>
                    <a:ext uri="{FF2B5EF4-FFF2-40B4-BE49-F238E27FC236}">
                      <a16:creationId xmlns:a16="http://schemas.microsoft.com/office/drawing/2014/main" id="{71508E15-3D1D-4A15-8B91-2A37BF7A8778}"/>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40" descr="Image result for human icon png">
                  <a:extLst>
                    <a:ext uri="{FF2B5EF4-FFF2-40B4-BE49-F238E27FC236}">
                      <a16:creationId xmlns:a16="http://schemas.microsoft.com/office/drawing/2014/main" id="{5456BE12-09C9-9B2B-1112-F9900E192C3B}"/>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1" descr="Image result for human icon png">
                  <a:extLst>
                    <a:ext uri="{FF2B5EF4-FFF2-40B4-BE49-F238E27FC236}">
                      <a16:creationId xmlns:a16="http://schemas.microsoft.com/office/drawing/2014/main" id="{9885C9E7-A673-849C-235E-274833F56D3B}"/>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2" descr="Image result for human icon png">
                  <a:extLst>
                    <a:ext uri="{FF2B5EF4-FFF2-40B4-BE49-F238E27FC236}">
                      <a16:creationId xmlns:a16="http://schemas.microsoft.com/office/drawing/2014/main" id="{CB561B09-FF18-14F8-31B3-C15F2E3B0BEB}"/>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3" descr="Image result for human icon png">
                  <a:extLst>
                    <a:ext uri="{FF2B5EF4-FFF2-40B4-BE49-F238E27FC236}">
                      <a16:creationId xmlns:a16="http://schemas.microsoft.com/office/drawing/2014/main" id="{9AAD39E5-C9FC-478C-88A8-EB6E861A1C31}"/>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44" descr="Image result for human icon png">
                  <a:extLst>
                    <a:ext uri="{FF2B5EF4-FFF2-40B4-BE49-F238E27FC236}">
                      <a16:creationId xmlns:a16="http://schemas.microsoft.com/office/drawing/2014/main" id="{E6CB8025-A0FE-2CE6-05DA-D8A0E53D493B}"/>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45" descr="Image result for human icon png">
                  <a:extLst>
                    <a:ext uri="{FF2B5EF4-FFF2-40B4-BE49-F238E27FC236}">
                      <a16:creationId xmlns:a16="http://schemas.microsoft.com/office/drawing/2014/main" id="{C772C223-0410-45EF-9DEC-376782F22969}"/>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6" descr="Image result for human icon png">
                  <a:extLst>
                    <a:ext uri="{FF2B5EF4-FFF2-40B4-BE49-F238E27FC236}">
                      <a16:creationId xmlns:a16="http://schemas.microsoft.com/office/drawing/2014/main" id="{A723E172-C85F-68D1-3B03-97C397241549}"/>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7" descr="Image result for human icon png">
                  <a:extLst>
                    <a:ext uri="{FF2B5EF4-FFF2-40B4-BE49-F238E27FC236}">
                      <a16:creationId xmlns:a16="http://schemas.microsoft.com/office/drawing/2014/main" id="{4AE8264A-2E2C-16E5-7D05-56033FCE8230}"/>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8" descr="Image result for human icon png">
                  <a:extLst>
                    <a:ext uri="{FF2B5EF4-FFF2-40B4-BE49-F238E27FC236}">
                      <a16:creationId xmlns:a16="http://schemas.microsoft.com/office/drawing/2014/main" id="{E621CA27-3FE9-9505-F145-82E61441C919}"/>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9" descr="Image result for human icon png">
                  <a:extLst>
                    <a:ext uri="{FF2B5EF4-FFF2-40B4-BE49-F238E27FC236}">
                      <a16:creationId xmlns:a16="http://schemas.microsoft.com/office/drawing/2014/main" id="{62752A71-0686-CC27-1F61-67D29392D5CC}"/>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50" descr="Image result for human icon png">
                  <a:extLst>
                    <a:ext uri="{FF2B5EF4-FFF2-40B4-BE49-F238E27FC236}">
                      <a16:creationId xmlns:a16="http://schemas.microsoft.com/office/drawing/2014/main" id="{F843590D-401A-D679-68EC-2D48D9105701}"/>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51" descr="Image result for human icon png">
                  <a:extLst>
                    <a:ext uri="{FF2B5EF4-FFF2-40B4-BE49-F238E27FC236}">
                      <a16:creationId xmlns:a16="http://schemas.microsoft.com/office/drawing/2014/main" id="{282E76CA-F5D5-5517-9A62-2E6C5E2BD0B2}"/>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52" descr="Image result for human icon png">
                  <a:extLst>
                    <a:ext uri="{FF2B5EF4-FFF2-40B4-BE49-F238E27FC236}">
                      <a16:creationId xmlns:a16="http://schemas.microsoft.com/office/drawing/2014/main" id="{9FEF4DF8-F9E4-5B5E-EC55-958D80417A4F}"/>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53" descr="Image result for human icon png">
                  <a:extLst>
                    <a:ext uri="{FF2B5EF4-FFF2-40B4-BE49-F238E27FC236}">
                      <a16:creationId xmlns:a16="http://schemas.microsoft.com/office/drawing/2014/main" id="{AC2EC14E-42E2-B72F-30F5-D1915D824EC0}"/>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54" descr="Image result for human icon png">
                  <a:extLst>
                    <a:ext uri="{FF2B5EF4-FFF2-40B4-BE49-F238E27FC236}">
                      <a16:creationId xmlns:a16="http://schemas.microsoft.com/office/drawing/2014/main" id="{1087DB06-E812-08CA-FC15-F29E45B7951F}"/>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6" name="Group 55">
                <a:extLst>
                  <a:ext uri="{FF2B5EF4-FFF2-40B4-BE49-F238E27FC236}">
                    <a16:creationId xmlns:a16="http://schemas.microsoft.com/office/drawing/2014/main" id="{47AA8B5F-F610-729A-7AB2-81F94228C351}"/>
                  </a:ext>
                </a:extLst>
              </p:cNvPr>
              <p:cNvGrpSpPr/>
              <p:nvPr/>
            </p:nvGrpSpPr>
            <p:grpSpPr>
              <a:xfrm>
                <a:off x="3934440" y="2263728"/>
                <a:ext cx="1181645" cy="732902"/>
                <a:chOff x="7111532" y="2553230"/>
                <a:chExt cx="1680563" cy="1042350"/>
              </a:xfrm>
            </p:grpSpPr>
            <p:pic>
              <p:nvPicPr>
                <p:cNvPr id="57" name="Picture 56" descr="Image result for human icon png">
                  <a:extLst>
                    <a:ext uri="{FF2B5EF4-FFF2-40B4-BE49-F238E27FC236}">
                      <a16:creationId xmlns:a16="http://schemas.microsoft.com/office/drawing/2014/main" id="{3F97263C-13FE-5C5D-4E0F-596F06B54F32}"/>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57" descr="Image result for human icon png">
                  <a:extLst>
                    <a:ext uri="{FF2B5EF4-FFF2-40B4-BE49-F238E27FC236}">
                      <a16:creationId xmlns:a16="http://schemas.microsoft.com/office/drawing/2014/main" id="{D6CA3B7C-70E4-7EB5-02B8-80D0290DD893}"/>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58" descr="Image result for human icon png">
                  <a:extLst>
                    <a:ext uri="{FF2B5EF4-FFF2-40B4-BE49-F238E27FC236}">
                      <a16:creationId xmlns:a16="http://schemas.microsoft.com/office/drawing/2014/main" id="{73F78581-0DAE-D365-2726-DECF244BF0A7}"/>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59" descr="Image result for human icon png">
                  <a:extLst>
                    <a:ext uri="{FF2B5EF4-FFF2-40B4-BE49-F238E27FC236}">
                      <a16:creationId xmlns:a16="http://schemas.microsoft.com/office/drawing/2014/main" id="{8AEFA177-D842-797D-016A-9625C9B56280}"/>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60" descr="Image result for human icon png">
                  <a:extLst>
                    <a:ext uri="{FF2B5EF4-FFF2-40B4-BE49-F238E27FC236}">
                      <a16:creationId xmlns:a16="http://schemas.microsoft.com/office/drawing/2014/main" id="{5F65726F-E7DD-658E-3E1B-9D6DC61BD3F0}"/>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61" descr="Image result for human icon png">
                  <a:extLst>
                    <a:ext uri="{FF2B5EF4-FFF2-40B4-BE49-F238E27FC236}">
                      <a16:creationId xmlns:a16="http://schemas.microsoft.com/office/drawing/2014/main" id="{6EA795CC-AD86-58AD-3A5F-2A1B26D1D5EC}"/>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62" descr="Image result for human icon png">
                  <a:extLst>
                    <a:ext uri="{FF2B5EF4-FFF2-40B4-BE49-F238E27FC236}">
                      <a16:creationId xmlns:a16="http://schemas.microsoft.com/office/drawing/2014/main" id="{3EC6E46F-53C7-04A3-7510-AB8359248B56}"/>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63" descr="Image result for human icon png">
                  <a:extLst>
                    <a:ext uri="{FF2B5EF4-FFF2-40B4-BE49-F238E27FC236}">
                      <a16:creationId xmlns:a16="http://schemas.microsoft.com/office/drawing/2014/main" id="{A09C5796-2D99-2656-5686-92346A0EE004}"/>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descr="Image result for human icon png">
                  <a:extLst>
                    <a:ext uri="{FF2B5EF4-FFF2-40B4-BE49-F238E27FC236}">
                      <a16:creationId xmlns:a16="http://schemas.microsoft.com/office/drawing/2014/main" id="{25394442-641C-4F0C-DEC0-12235E5F47B2}"/>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65" descr="Image result for human icon png">
                  <a:extLst>
                    <a:ext uri="{FF2B5EF4-FFF2-40B4-BE49-F238E27FC236}">
                      <a16:creationId xmlns:a16="http://schemas.microsoft.com/office/drawing/2014/main" id="{DB316545-8DC6-96A1-20A0-86A70C36B01F}"/>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66" descr="Image result for human icon png">
                  <a:extLst>
                    <a:ext uri="{FF2B5EF4-FFF2-40B4-BE49-F238E27FC236}">
                      <a16:creationId xmlns:a16="http://schemas.microsoft.com/office/drawing/2014/main" id="{E40FD9DD-55CA-2243-2E7C-2AAAB0053A85}"/>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67" descr="Image result for human icon png">
                  <a:extLst>
                    <a:ext uri="{FF2B5EF4-FFF2-40B4-BE49-F238E27FC236}">
                      <a16:creationId xmlns:a16="http://schemas.microsoft.com/office/drawing/2014/main" id="{D3C77E3E-7AAD-200B-481B-89F1D1D08EE9}"/>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68" descr="Image result for human icon png">
                  <a:extLst>
                    <a:ext uri="{FF2B5EF4-FFF2-40B4-BE49-F238E27FC236}">
                      <a16:creationId xmlns:a16="http://schemas.microsoft.com/office/drawing/2014/main" id="{9E65300C-8BA9-EB44-9E14-AC7A1525D531}"/>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69" descr="Image result for human icon png">
                  <a:extLst>
                    <a:ext uri="{FF2B5EF4-FFF2-40B4-BE49-F238E27FC236}">
                      <a16:creationId xmlns:a16="http://schemas.microsoft.com/office/drawing/2014/main" id="{F66C54A7-D519-426F-6D3B-4A55A256210B}"/>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70" descr="Image result for human icon png">
                  <a:extLst>
                    <a:ext uri="{FF2B5EF4-FFF2-40B4-BE49-F238E27FC236}">
                      <a16:creationId xmlns:a16="http://schemas.microsoft.com/office/drawing/2014/main" id="{A5A6411B-54D5-B407-6B20-51A7EDF6A3EE}"/>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71" descr="Image result for human icon png">
                  <a:extLst>
                    <a:ext uri="{FF2B5EF4-FFF2-40B4-BE49-F238E27FC236}">
                      <a16:creationId xmlns:a16="http://schemas.microsoft.com/office/drawing/2014/main" id="{8D82D97B-B39C-FA3A-5E3E-A4BA05418122}"/>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3" name="Group 72">
                <a:extLst>
                  <a:ext uri="{FF2B5EF4-FFF2-40B4-BE49-F238E27FC236}">
                    <a16:creationId xmlns:a16="http://schemas.microsoft.com/office/drawing/2014/main" id="{5FBAE647-5160-912D-9523-483B69CF88EB}"/>
                  </a:ext>
                </a:extLst>
              </p:cNvPr>
              <p:cNvGrpSpPr/>
              <p:nvPr/>
            </p:nvGrpSpPr>
            <p:grpSpPr>
              <a:xfrm>
                <a:off x="4948014" y="2263728"/>
                <a:ext cx="1181645" cy="732902"/>
                <a:chOff x="7111532" y="2553230"/>
                <a:chExt cx="1680563" cy="1042350"/>
              </a:xfrm>
            </p:grpSpPr>
            <p:pic>
              <p:nvPicPr>
                <p:cNvPr id="74" name="Picture 73" descr="Image result for human icon png">
                  <a:extLst>
                    <a:ext uri="{FF2B5EF4-FFF2-40B4-BE49-F238E27FC236}">
                      <a16:creationId xmlns:a16="http://schemas.microsoft.com/office/drawing/2014/main" id="{4779E857-7295-20B0-0AC0-C582BE378CBE}"/>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74" descr="Image result for human icon png">
                  <a:extLst>
                    <a:ext uri="{FF2B5EF4-FFF2-40B4-BE49-F238E27FC236}">
                      <a16:creationId xmlns:a16="http://schemas.microsoft.com/office/drawing/2014/main" id="{970FF49B-1C91-D3A6-CEC6-50CCD12B2288}"/>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75" descr="Image result for human icon png">
                  <a:extLst>
                    <a:ext uri="{FF2B5EF4-FFF2-40B4-BE49-F238E27FC236}">
                      <a16:creationId xmlns:a16="http://schemas.microsoft.com/office/drawing/2014/main" id="{542FAAC2-C2D2-67B4-06D3-3E98F7C72CB1}"/>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76" descr="Image result for human icon png">
                  <a:extLst>
                    <a:ext uri="{FF2B5EF4-FFF2-40B4-BE49-F238E27FC236}">
                      <a16:creationId xmlns:a16="http://schemas.microsoft.com/office/drawing/2014/main" id="{A510E57F-6059-43E9-5840-07AAD30CD502}"/>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78" name="Picture 77" descr="Image result for human icon png">
                  <a:extLst>
                    <a:ext uri="{FF2B5EF4-FFF2-40B4-BE49-F238E27FC236}">
                      <a16:creationId xmlns:a16="http://schemas.microsoft.com/office/drawing/2014/main" id="{7E639FDD-25EA-A894-3316-06655274F05F}"/>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78" descr="Image result for human icon png">
                  <a:extLst>
                    <a:ext uri="{FF2B5EF4-FFF2-40B4-BE49-F238E27FC236}">
                      <a16:creationId xmlns:a16="http://schemas.microsoft.com/office/drawing/2014/main" id="{11F1F0E7-3507-1EB1-5A2C-79D424466011}"/>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79" descr="Image result for human icon png">
                  <a:extLst>
                    <a:ext uri="{FF2B5EF4-FFF2-40B4-BE49-F238E27FC236}">
                      <a16:creationId xmlns:a16="http://schemas.microsoft.com/office/drawing/2014/main" id="{6A1CC33E-ECDB-BB87-2A31-7E131E130CC3}"/>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80" descr="Image result for human icon png">
                  <a:extLst>
                    <a:ext uri="{FF2B5EF4-FFF2-40B4-BE49-F238E27FC236}">
                      <a16:creationId xmlns:a16="http://schemas.microsoft.com/office/drawing/2014/main" id="{A87C55E5-ED0D-5E27-D04F-7DAB07156FDB}"/>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82" name="Picture 81" descr="Image result for human icon png">
                  <a:extLst>
                    <a:ext uri="{FF2B5EF4-FFF2-40B4-BE49-F238E27FC236}">
                      <a16:creationId xmlns:a16="http://schemas.microsoft.com/office/drawing/2014/main" id="{0C6B8E0D-7920-66CE-3B8E-36E77CBFDD28}"/>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83" name="Picture 82" descr="Image result for human icon png">
                  <a:extLst>
                    <a:ext uri="{FF2B5EF4-FFF2-40B4-BE49-F238E27FC236}">
                      <a16:creationId xmlns:a16="http://schemas.microsoft.com/office/drawing/2014/main" id="{4197535D-F513-835E-646A-0DCB4202A8D4}"/>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83" descr="Image result for human icon png">
                  <a:extLst>
                    <a:ext uri="{FF2B5EF4-FFF2-40B4-BE49-F238E27FC236}">
                      <a16:creationId xmlns:a16="http://schemas.microsoft.com/office/drawing/2014/main" id="{106D1557-1FEC-6B88-4C66-7B2E90AAACA8}"/>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85" name="Picture 84" descr="Image result for human icon png">
                  <a:extLst>
                    <a:ext uri="{FF2B5EF4-FFF2-40B4-BE49-F238E27FC236}">
                      <a16:creationId xmlns:a16="http://schemas.microsoft.com/office/drawing/2014/main" id="{8D05F3C3-F358-119F-12BA-837AB51961A6}"/>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86" name="Picture 85" descr="Image result for human icon png">
                  <a:extLst>
                    <a:ext uri="{FF2B5EF4-FFF2-40B4-BE49-F238E27FC236}">
                      <a16:creationId xmlns:a16="http://schemas.microsoft.com/office/drawing/2014/main" id="{BA55427E-1E27-6A7F-5878-94913B6BAF21}"/>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86" descr="Image result for human icon png">
                  <a:extLst>
                    <a:ext uri="{FF2B5EF4-FFF2-40B4-BE49-F238E27FC236}">
                      <a16:creationId xmlns:a16="http://schemas.microsoft.com/office/drawing/2014/main" id="{FCA06AAC-57DF-05F6-0A5B-7C22681A99A8}"/>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87" descr="Image result for human icon png">
                  <a:extLst>
                    <a:ext uri="{FF2B5EF4-FFF2-40B4-BE49-F238E27FC236}">
                      <a16:creationId xmlns:a16="http://schemas.microsoft.com/office/drawing/2014/main" id="{51BDF66C-F81F-23E0-5C95-91E8F7361A77}"/>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88" descr="Image result for human icon png">
                  <a:extLst>
                    <a:ext uri="{FF2B5EF4-FFF2-40B4-BE49-F238E27FC236}">
                      <a16:creationId xmlns:a16="http://schemas.microsoft.com/office/drawing/2014/main" id="{BFBBEC91-A2C6-581C-2676-FD4166ACE623}"/>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0" name="Group 89">
                <a:extLst>
                  <a:ext uri="{FF2B5EF4-FFF2-40B4-BE49-F238E27FC236}">
                    <a16:creationId xmlns:a16="http://schemas.microsoft.com/office/drawing/2014/main" id="{B6D32F7F-F8A0-2002-541E-F24A4297DC2F}"/>
                  </a:ext>
                </a:extLst>
              </p:cNvPr>
              <p:cNvGrpSpPr/>
              <p:nvPr/>
            </p:nvGrpSpPr>
            <p:grpSpPr>
              <a:xfrm>
                <a:off x="5986705" y="2263728"/>
                <a:ext cx="1181645" cy="732902"/>
                <a:chOff x="7111532" y="2553230"/>
                <a:chExt cx="1680563" cy="1042350"/>
              </a:xfrm>
            </p:grpSpPr>
            <p:pic>
              <p:nvPicPr>
                <p:cNvPr id="91" name="Picture 90" descr="Image result for human icon png">
                  <a:extLst>
                    <a:ext uri="{FF2B5EF4-FFF2-40B4-BE49-F238E27FC236}">
                      <a16:creationId xmlns:a16="http://schemas.microsoft.com/office/drawing/2014/main" id="{97A200B9-8889-3CF5-6FB3-D7AB8F343A75}"/>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91" descr="Image result for human icon png">
                  <a:extLst>
                    <a:ext uri="{FF2B5EF4-FFF2-40B4-BE49-F238E27FC236}">
                      <a16:creationId xmlns:a16="http://schemas.microsoft.com/office/drawing/2014/main" id="{E6A9627C-824F-8A25-A5BD-6B598799608F}"/>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92" descr="Image result for human icon png">
                  <a:extLst>
                    <a:ext uri="{FF2B5EF4-FFF2-40B4-BE49-F238E27FC236}">
                      <a16:creationId xmlns:a16="http://schemas.microsoft.com/office/drawing/2014/main" id="{A16902C1-EC11-E5F4-9BF4-224C9E2F8D36}"/>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93" descr="Image result for human icon png">
                  <a:extLst>
                    <a:ext uri="{FF2B5EF4-FFF2-40B4-BE49-F238E27FC236}">
                      <a16:creationId xmlns:a16="http://schemas.microsoft.com/office/drawing/2014/main" id="{8B5AE965-1018-7A84-19EE-EF8E3755DC07}"/>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94" descr="Image result for human icon png">
                  <a:extLst>
                    <a:ext uri="{FF2B5EF4-FFF2-40B4-BE49-F238E27FC236}">
                      <a16:creationId xmlns:a16="http://schemas.microsoft.com/office/drawing/2014/main" id="{1EF74B8C-6CB7-B444-4AAE-F74AEB3F1847}"/>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95" descr="Image result for human icon png">
                  <a:extLst>
                    <a:ext uri="{FF2B5EF4-FFF2-40B4-BE49-F238E27FC236}">
                      <a16:creationId xmlns:a16="http://schemas.microsoft.com/office/drawing/2014/main" id="{1246211A-2A8C-997E-C192-41CBACD0E722}"/>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97" name="Picture 96" descr="Image result for human icon png">
                  <a:extLst>
                    <a:ext uri="{FF2B5EF4-FFF2-40B4-BE49-F238E27FC236}">
                      <a16:creationId xmlns:a16="http://schemas.microsoft.com/office/drawing/2014/main" id="{84BC6FB7-A533-F3D6-9906-CBEB9A42C92A}"/>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98" name="Picture 97" descr="Image result for human icon png">
                  <a:extLst>
                    <a:ext uri="{FF2B5EF4-FFF2-40B4-BE49-F238E27FC236}">
                      <a16:creationId xmlns:a16="http://schemas.microsoft.com/office/drawing/2014/main" id="{18FDC51D-BBC3-FCB6-2254-1064434AB326}"/>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99" name="Picture 98" descr="Image result for human icon png">
                  <a:extLst>
                    <a:ext uri="{FF2B5EF4-FFF2-40B4-BE49-F238E27FC236}">
                      <a16:creationId xmlns:a16="http://schemas.microsoft.com/office/drawing/2014/main" id="{B71721EE-F9BB-E525-7C6E-97C7D51E3DB1}"/>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00" name="Picture 99" descr="Image result for human icon png">
                  <a:extLst>
                    <a:ext uri="{FF2B5EF4-FFF2-40B4-BE49-F238E27FC236}">
                      <a16:creationId xmlns:a16="http://schemas.microsoft.com/office/drawing/2014/main" id="{0FF52B59-6AF7-3A6D-F3C8-67D2C16E358E}"/>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01" name="Picture 100" descr="Image result for human icon png">
                  <a:extLst>
                    <a:ext uri="{FF2B5EF4-FFF2-40B4-BE49-F238E27FC236}">
                      <a16:creationId xmlns:a16="http://schemas.microsoft.com/office/drawing/2014/main" id="{9C198ED1-5508-2798-4E94-AE89B9F57049}"/>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02" name="Picture 101" descr="Image result for human icon png">
                  <a:extLst>
                    <a:ext uri="{FF2B5EF4-FFF2-40B4-BE49-F238E27FC236}">
                      <a16:creationId xmlns:a16="http://schemas.microsoft.com/office/drawing/2014/main" id="{EFAB7FFE-5F11-4AAD-C61E-028769EE5122}"/>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102" descr="Image result for human icon png">
                  <a:extLst>
                    <a:ext uri="{FF2B5EF4-FFF2-40B4-BE49-F238E27FC236}">
                      <a16:creationId xmlns:a16="http://schemas.microsoft.com/office/drawing/2014/main" id="{5AD77473-9F12-FD6E-32A4-BB8F1D636DDB}"/>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103" descr="Image result for human icon png">
                  <a:extLst>
                    <a:ext uri="{FF2B5EF4-FFF2-40B4-BE49-F238E27FC236}">
                      <a16:creationId xmlns:a16="http://schemas.microsoft.com/office/drawing/2014/main" id="{EFAACADF-EE41-A2AC-D083-F4DB3F366661}"/>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104" descr="Image result for human icon png">
                  <a:extLst>
                    <a:ext uri="{FF2B5EF4-FFF2-40B4-BE49-F238E27FC236}">
                      <a16:creationId xmlns:a16="http://schemas.microsoft.com/office/drawing/2014/main" id="{A1D1E851-108E-E6DC-5133-2925EDF489A5}"/>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06" name="Picture 105" descr="Image result for human icon png">
                  <a:extLst>
                    <a:ext uri="{FF2B5EF4-FFF2-40B4-BE49-F238E27FC236}">
                      <a16:creationId xmlns:a16="http://schemas.microsoft.com/office/drawing/2014/main" id="{54992F81-4BEC-61FD-B053-8485ACE43D22}"/>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7" name="Group 106">
                <a:extLst>
                  <a:ext uri="{FF2B5EF4-FFF2-40B4-BE49-F238E27FC236}">
                    <a16:creationId xmlns:a16="http://schemas.microsoft.com/office/drawing/2014/main" id="{E0C666DB-7D75-3AD4-F044-BF34E5BDFC65}"/>
                  </a:ext>
                </a:extLst>
              </p:cNvPr>
              <p:cNvGrpSpPr/>
              <p:nvPr/>
            </p:nvGrpSpPr>
            <p:grpSpPr>
              <a:xfrm>
                <a:off x="6982512" y="2261488"/>
                <a:ext cx="1181645" cy="732902"/>
                <a:chOff x="7111532" y="2553230"/>
                <a:chExt cx="1680563" cy="1042350"/>
              </a:xfrm>
            </p:grpSpPr>
            <p:pic>
              <p:nvPicPr>
                <p:cNvPr id="108" name="Picture 107" descr="Image result for human icon png">
                  <a:extLst>
                    <a:ext uri="{FF2B5EF4-FFF2-40B4-BE49-F238E27FC236}">
                      <a16:creationId xmlns:a16="http://schemas.microsoft.com/office/drawing/2014/main" id="{24240A3B-0788-C13C-3CF3-0E885DCE5EA2}"/>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09" name="Picture 108" descr="Image result for human icon png">
                  <a:extLst>
                    <a:ext uri="{FF2B5EF4-FFF2-40B4-BE49-F238E27FC236}">
                      <a16:creationId xmlns:a16="http://schemas.microsoft.com/office/drawing/2014/main" id="{76B3B8DB-CB67-AEB0-87E9-7186B3803AC4}"/>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10" name="Picture 109" descr="Image result for human icon png">
                  <a:extLst>
                    <a:ext uri="{FF2B5EF4-FFF2-40B4-BE49-F238E27FC236}">
                      <a16:creationId xmlns:a16="http://schemas.microsoft.com/office/drawing/2014/main" id="{5DEA6B48-0404-BB21-54C4-1A1A4F8E1AF7}"/>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11" name="Picture 110" descr="Image result for human icon png">
                  <a:extLst>
                    <a:ext uri="{FF2B5EF4-FFF2-40B4-BE49-F238E27FC236}">
                      <a16:creationId xmlns:a16="http://schemas.microsoft.com/office/drawing/2014/main" id="{55CF0FAC-E8B4-D39D-D479-693948210325}"/>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12" name="Picture 111" descr="Image result for human icon png">
                  <a:extLst>
                    <a:ext uri="{FF2B5EF4-FFF2-40B4-BE49-F238E27FC236}">
                      <a16:creationId xmlns:a16="http://schemas.microsoft.com/office/drawing/2014/main" id="{85F83B30-5163-D763-0E2D-00A194B40AA4}"/>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13" name="Picture 112" descr="Image result for human icon png">
                  <a:extLst>
                    <a:ext uri="{FF2B5EF4-FFF2-40B4-BE49-F238E27FC236}">
                      <a16:creationId xmlns:a16="http://schemas.microsoft.com/office/drawing/2014/main" id="{C3BF36CA-66F9-CCE1-8107-D14804BFEB98}"/>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113" descr="Image result for human icon png">
                  <a:extLst>
                    <a:ext uri="{FF2B5EF4-FFF2-40B4-BE49-F238E27FC236}">
                      <a16:creationId xmlns:a16="http://schemas.microsoft.com/office/drawing/2014/main" id="{40090536-E37B-1957-256D-FA89A3C1816D}"/>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114" descr="Image result for human icon png">
                  <a:extLst>
                    <a:ext uri="{FF2B5EF4-FFF2-40B4-BE49-F238E27FC236}">
                      <a16:creationId xmlns:a16="http://schemas.microsoft.com/office/drawing/2014/main" id="{F669DB4A-CA30-6400-516D-F3A36F64158D}"/>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115" descr="Image result for human icon png">
                  <a:extLst>
                    <a:ext uri="{FF2B5EF4-FFF2-40B4-BE49-F238E27FC236}">
                      <a16:creationId xmlns:a16="http://schemas.microsoft.com/office/drawing/2014/main" id="{48AAAA5B-D676-CA84-3DB6-466F24D39F0A}"/>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17" name="Picture 116" descr="Image result for human icon png">
                  <a:extLst>
                    <a:ext uri="{FF2B5EF4-FFF2-40B4-BE49-F238E27FC236}">
                      <a16:creationId xmlns:a16="http://schemas.microsoft.com/office/drawing/2014/main" id="{7C07BA38-A93C-205A-6541-158F96BD0F05}"/>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18" name="Picture 117" descr="Image result for human icon png">
                  <a:extLst>
                    <a:ext uri="{FF2B5EF4-FFF2-40B4-BE49-F238E27FC236}">
                      <a16:creationId xmlns:a16="http://schemas.microsoft.com/office/drawing/2014/main" id="{2BFDA55F-F410-547A-40C6-058D4888E01E}"/>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19" name="Picture 118" descr="Image result for human icon png">
                  <a:extLst>
                    <a:ext uri="{FF2B5EF4-FFF2-40B4-BE49-F238E27FC236}">
                      <a16:creationId xmlns:a16="http://schemas.microsoft.com/office/drawing/2014/main" id="{D6E4FEF9-F093-E02B-28D4-76BD38387781}"/>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20" name="Picture 119" descr="Image result for human icon png">
                  <a:extLst>
                    <a:ext uri="{FF2B5EF4-FFF2-40B4-BE49-F238E27FC236}">
                      <a16:creationId xmlns:a16="http://schemas.microsoft.com/office/drawing/2014/main" id="{CC5EC462-3945-B853-9E66-F52483A284D3}"/>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21" name="Picture 120" descr="Image result for human icon png">
                  <a:extLst>
                    <a:ext uri="{FF2B5EF4-FFF2-40B4-BE49-F238E27FC236}">
                      <a16:creationId xmlns:a16="http://schemas.microsoft.com/office/drawing/2014/main" id="{0CD2A94D-46E3-445C-8688-BF11A9B78E5A}"/>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22" name="Picture 121" descr="Image result for human icon png">
                  <a:extLst>
                    <a:ext uri="{FF2B5EF4-FFF2-40B4-BE49-F238E27FC236}">
                      <a16:creationId xmlns:a16="http://schemas.microsoft.com/office/drawing/2014/main" id="{E4333713-B951-5CD9-9267-06B99844F991}"/>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23" name="Picture 122" descr="Image result for human icon png">
                  <a:extLst>
                    <a:ext uri="{FF2B5EF4-FFF2-40B4-BE49-F238E27FC236}">
                      <a16:creationId xmlns:a16="http://schemas.microsoft.com/office/drawing/2014/main" id="{FC6F14E9-018B-2C18-865A-F5DB06D78C09}"/>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24" name="Group 123">
                <a:extLst>
                  <a:ext uri="{FF2B5EF4-FFF2-40B4-BE49-F238E27FC236}">
                    <a16:creationId xmlns:a16="http://schemas.microsoft.com/office/drawing/2014/main" id="{1BFA9D49-48D3-62BC-638C-8BD05EBED680}"/>
                  </a:ext>
                </a:extLst>
              </p:cNvPr>
              <p:cNvGrpSpPr/>
              <p:nvPr/>
            </p:nvGrpSpPr>
            <p:grpSpPr>
              <a:xfrm>
                <a:off x="8021203" y="2261488"/>
                <a:ext cx="1181645" cy="732902"/>
                <a:chOff x="7111532" y="2553230"/>
                <a:chExt cx="1680563" cy="1042350"/>
              </a:xfrm>
            </p:grpSpPr>
            <p:pic>
              <p:nvPicPr>
                <p:cNvPr id="125" name="Picture 124" descr="Image result for human icon png">
                  <a:extLst>
                    <a:ext uri="{FF2B5EF4-FFF2-40B4-BE49-F238E27FC236}">
                      <a16:creationId xmlns:a16="http://schemas.microsoft.com/office/drawing/2014/main" id="{743DE146-BD6E-2B3A-D62D-1F2907E43036}"/>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26" name="Picture 125" descr="Image result for human icon png">
                  <a:extLst>
                    <a:ext uri="{FF2B5EF4-FFF2-40B4-BE49-F238E27FC236}">
                      <a16:creationId xmlns:a16="http://schemas.microsoft.com/office/drawing/2014/main" id="{270D1DA6-F066-110B-D1BB-6CF06EC37B9A}"/>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27" name="Picture 126" descr="Image result for human icon png">
                  <a:extLst>
                    <a:ext uri="{FF2B5EF4-FFF2-40B4-BE49-F238E27FC236}">
                      <a16:creationId xmlns:a16="http://schemas.microsoft.com/office/drawing/2014/main" id="{3C5902B1-9709-C79C-9919-831743ADE10D}"/>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28" name="Picture 127" descr="Image result for human icon png">
                  <a:extLst>
                    <a:ext uri="{FF2B5EF4-FFF2-40B4-BE49-F238E27FC236}">
                      <a16:creationId xmlns:a16="http://schemas.microsoft.com/office/drawing/2014/main" id="{DF444756-73F1-7F4C-8FCD-1DDD424BF1C8}"/>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29" name="Picture 128" descr="Image result for human icon png">
                  <a:extLst>
                    <a:ext uri="{FF2B5EF4-FFF2-40B4-BE49-F238E27FC236}">
                      <a16:creationId xmlns:a16="http://schemas.microsoft.com/office/drawing/2014/main" id="{39D495B7-B9F8-938F-C93B-C550CE275320}"/>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30" name="Picture 129" descr="Image result for human icon png">
                  <a:extLst>
                    <a:ext uri="{FF2B5EF4-FFF2-40B4-BE49-F238E27FC236}">
                      <a16:creationId xmlns:a16="http://schemas.microsoft.com/office/drawing/2014/main" id="{EBEE5035-31F9-DE6F-8FD1-9F3FA783E501}"/>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31" name="Picture 130" descr="Image result for human icon png">
                  <a:extLst>
                    <a:ext uri="{FF2B5EF4-FFF2-40B4-BE49-F238E27FC236}">
                      <a16:creationId xmlns:a16="http://schemas.microsoft.com/office/drawing/2014/main" id="{50069490-3390-0888-8D63-46AF9D9082C8}"/>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32" name="Picture 131" descr="Image result for human icon png">
                  <a:extLst>
                    <a:ext uri="{FF2B5EF4-FFF2-40B4-BE49-F238E27FC236}">
                      <a16:creationId xmlns:a16="http://schemas.microsoft.com/office/drawing/2014/main" id="{1265ECD8-DB9F-CEB3-CCB1-1DCCDB5F04BC}"/>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33" name="Picture 132" descr="Image result for human icon png">
                  <a:extLst>
                    <a:ext uri="{FF2B5EF4-FFF2-40B4-BE49-F238E27FC236}">
                      <a16:creationId xmlns:a16="http://schemas.microsoft.com/office/drawing/2014/main" id="{D3067904-2F39-4F87-65E6-D87F3A5F7A8F}"/>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34" name="Picture 133" descr="Image result for human icon png">
                  <a:extLst>
                    <a:ext uri="{FF2B5EF4-FFF2-40B4-BE49-F238E27FC236}">
                      <a16:creationId xmlns:a16="http://schemas.microsoft.com/office/drawing/2014/main" id="{ACCCBBAB-2C99-2395-B70E-BC884F7ECA37}"/>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35" name="Picture 134" descr="Image result for human icon png">
                  <a:extLst>
                    <a:ext uri="{FF2B5EF4-FFF2-40B4-BE49-F238E27FC236}">
                      <a16:creationId xmlns:a16="http://schemas.microsoft.com/office/drawing/2014/main" id="{13DCBA03-787D-95F8-6FD6-FDDD90F89563}"/>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36" name="Picture 135" descr="Image result for human icon png">
                  <a:extLst>
                    <a:ext uri="{FF2B5EF4-FFF2-40B4-BE49-F238E27FC236}">
                      <a16:creationId xmlns:a16="http://schemas.microsoft.com/office/drawing/2014/main" id="{EB92B4A5-256A-B5A3-3BD2-302D4F661A06}"/>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37" name="Picture 136" descr="Image result for human icon png">
                  <a:extLst>
                    <a:ext uri="{FF2B5EF4-FFF2-40B4-BE49-F238E27FC236}">
                      <a16:creationId xmlns:a16="http://schemas.microsoft.com/office/drawing/2014/main" id="{51EC8044-1D8A-7EB0-9370-0B3EB8A1A5BB}"/>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38" name="Picture 137" descr="Image result for human icon png">
                  <a:extLst>
                    <a:ext uri="{FF2B5EF4-FFF2-40B4-BE49-F238E27FC236}">
                      <a16:creationId xmlns:a16="http://schemas.microsoft.com/office/drawing/2014/main" id="{1F4A6C67-FC72-08AA-A4B0-32DBDCFBA371}"/>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39" name="Picture 138" descr="Image result for human icon png">
                  <a:extLst>
                    <a:ext uri="{FF2B5EF4-FFF2-40B4-BE49-F238E27FC236}">
                      <a16:creationId xmlns:a16="http://schemas.microsoft.com/office/drawing/2014/main" id="{BA711B2C-9207-F0A3-8476-32DC4A891250}"/>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40" name="Picture 139" descr="Image result for human icon png">
                  <a:extLst>
                    <a:ext uri="{FF2B5EF4-FFF2-40B4-BE49-F238E27FC236}">
                      <a16:creationId xmlns:a16="http://schemas.microsoft.com/office/drawing/2014/main" id="{25D5DDD9-EC65-78F9-26C7-DCF4BC3BA2A2}"/>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1" name="Group 140">
                <a:extLst>
                  <a:ext uri="{FF2B5EF4-FFF2-40B4-BE49-F238E27FC236}">
                    <a16:creationId xmlns:a16="http://schemas.microsoft.com/office/drawing/2014/main" id="{CBF13F46-A385-E6F4-E9E3-8F27CBC657FA}"/>
                  </a:ext>
                </a:extLst>
              </p:cNvPr>
              <p:cNvGrpSpPr/>
              <p:nvPr/>
            </p:nvGrpSpPr>
            <p:grpSpPr>
              <a:xfrm>
                <a:off x="9046636" y="2281658"/>
                <a:ext cx="1181645" cy="732902"/>
                <a:chOff x="7111532" y="2553230"/>
                <a:chExt cx="1680563" cy="1042350"/>
              </a:xfrm>
            </p:grpSpPr>
            <p:pic>
              <p:nvPicPr>
                <p:cNvPr id="142" name="Picture 141" descr="Image result for human icon png">
                  <a:extLst>
                    <a:ext uri="{FF2B5EF4-FFF2-40B4-BE49-F238E27FC236}">
                      <a16:creationId xmlns:a16="http://schemas.microsoft.com/office/drawing/2014/main" id="{CC80F033-48FB-5727-CCD9-4B7E9048DEDB}"/>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43" name="Picture 142" descr="Image result for human icon png">
                  <a:extLst>
                    <a:ext uri="{FF2B5EF4-FFF2-40B4-BE49-F238E27FC236}">
                      <a16:creationId xmlns:a16="http://schemas.microsoft.com/office/drawing/2014/main" id="{D20FF92E-5C3B-48AC-DC12-7DC712CC69C4}"/>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44" name="Picture 143" descr="Image result for human icon png">
                  <a:extLst>
                    <a:ext uri="{FF2B5EF4-FFF2-40B4-BE49-F238E27FC236}">
                      <a16:creationId xmlns:a16="http://schemas.microsoft.com/office/drawing/2014/main" id="{CFBAFFDF-68D7-B0C9-5B58-E47A3858701A}"/>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45" name="Picture 144" descr="Image result for human icon png">
                  <a:extLst>
                    <a:ext uri="{FF2B5EF4-FFF2-40B4-BE49-F238E27FC236}">
                      <a16:creationId xmlns:a16="http://schemas.microsoft.com/office/drawing/2014/main" id="{31C6E0BA-F2AD-53C3-2060-5DA4DBF3CAC1}"/>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46" name="Picture 145" descr="Image result for human icon png">
                  <a:extLst>
                    <a:ext uri="{FF2B5EF4-FFF2-40B4-BE49-F238E27FC236}">
                      <a16:creationId xmlns:a16="http://schemas.microsoft.com/office/drawing/2014/main" id="{92C680F3-A28E-FCB5-B9AA-FAE7326F2B11}"/>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47" name="Picture 146" descr="Image result for human icon png">
                  <a:extLst>
                    <a:ext uri="{FF2B5EF4-FFF2-40B4-BE49-F238E27FC236}">
                      <a16:creationId xmlns:a16="http://schemas.microsoft.com/office/drawing/2014/main" id="{6F1817CF-68CA-7D7B-10FE-69274AD6BCF0}"/>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48" name="Picture 147" descr="Image result for human icon png">
                  <a:extLst>
                    <a:ext uri="{FF2B5EF4-FFF2-40B4-BE49-F238E27FC236}">
                      <a16:creationId xmlns:a16="http://schemas.microsoft.com/office/drawing/2014/main" id="{0D7A08D3-EF0E-95B1-821A-CCCF92A0C5BE}"/>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49" name="Picture 148" descr="Image result for human icon png">
                  <a:extLst>
                    <a:ext uri="{FF2B5EF4-FFF2-40B4-BE49-F238E27FC236}">
                      <a16:creationId xmlns:a16="http://schemas.microsoft.com/office/drawing/2014/main" id="{04A27ED2-EE42-FBB1-E80D-F3C787184352}"/>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50" name="Picture 149" descr="Image result for human icon png">
                  <a:extLst>
                    <a:ext uri="{FF2B5EF4-FFF2-40B4-BE49-F238E27FC236}">
                      <a16:creationId xmlns:a16="http://schemas.microsoft.com/office/drawing/2014/main" id="{570087FC-3122-7C59-5618-9ED48783EBA8}"/>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51" name="Picture 150" descr="Image result for human icon png">
                  <a:extLst>
                    <a:ext uri="{FF2B5EF4-FFF2-40B4-BE49-F238E27FC236}">
                      <a16:creationId xmlns:a16="http://schemas.microsoft.com/office/drawing/2014/main" id="{B13BAF72-2A87-9FF8-8BCE-79D0697E9E96}"/>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52" name="Picture 151" descr="Image result for human icon png">
                  <a:extLst>
                    <a:ext uri="{FF2B5EF4-FFF2-40B4-BE49-F238E27FC236}">
                      <a16:creationId xmlns:a16="http://schemas.microsoft.com/office/drawing/2014/main" id="{970EF21E-52D0-5556-18E2-74EDD7F80E88}"/>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53" name="Picture 152" descr="Image result for human icon png">
                  <a:extLst>
                    <a:ext uri="{FF2B5EF4-FFF2-40B4-BE49-F238E27FC236}">
                      <a16:creationId xmlns:a16="http://schemas.microsoft.com/office/drawing/2014/main" id="{BEDDF6E9-D767-792D-237C-4F47934B2EA4}"/>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54" name="Picture 153" descr="Image result for human icon png">
                  <a:extLst>
                    <a:ext uri="{FF2B5EF4-FFF2-40B4-BE49-F238E27FC236}">
                      <a16:creationId xmlns:a16="http://schemas.microsoft.com/office/drawing/2014/main" id="{3E07175B-4C78-A9B2-D3CB-4CF37938E576}"/>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55" name="Picture 154" descr="Image result for human icon png">
                  <a:extLst>
                    <a:ext uri="{FF2B5EF4-FFF2-40B4-BE49-F238E27FC236}">
                      <a16:creationId xmlns:a16="http://schemas.microsoft.com/office/drawing/2014/main" id="{AC892920-5A28-CED3-DE34-54DD64A21D45}"/>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56" name="Picture 155" descr="Image result for human icon png">
                  <a:extLst>
                    <a:ext uri="{FF2B5EF4-FFF2-40B4-BE49-F238E27FC236}">
                      <a16:creationId xmlns:a16="http://schemas.microsoft.com/office/drawing/2014/main" id="{7879B030-5E33-BC29-EBAE-8BB1CB2F6700}"/>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57" name="Picture 156" descr="Image result for human icon png">
                  <a:extLst>
                    <a:ext uri="{FF2B5EF4-FFF2-40B4-BE49-F238E27FC236}">
                      <a16:creationId xmlns:a16="http://schemas.microsoft.com/office/drawing/2014/main" id="{B975023D-AF54-2448-07FA-F62D38A56CEF}"/>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82" name="Group 181">
                <a:extLst>
                  <a:ext uri="{FF2B5EF4-FFF2-40B4-BE49-F238E27FC236}">
                    <a16:creationId xmlns:a16="http://schemas.microsoft.com/office/drawing/2014/main" id="{097F735D-3640-DD67-5B6C-3FE65B3200AC}"/>
                  </a:ext>
                </a:extLst>
              </p:cNvPr>
              <p:cNvGrpSpPr/>
              <p:nvPr/>
            </p:nvGrpSpPr>
            <p:grpSpPr>
              <a:xfrm>
                <a:off x="10039027" y="2289553"/>
                <a:ext cx="1181645" cy="732902"/>
                <a:chOff x="7111532" y="2553230"/>
                <a:chExt cx="1680563" cy="1042350"/>
              </a:xfrm>
            </p:grpSpPr>
            <p:pic>
              <p:nvPicPr>
                <p:cNvPr id="184" name="Picture 183" descr="Image result for human icon png">
                  <a:extLst>
                    <a:ext uri="{FF2B5EF4-FFF2-40B4-BE49-F238E27FC236}">
                      <a16:creationId xmlns:a16="http://schemas.microsoft.com/office/drawing/2014/main" id="{64549D2D-A019-4C73-34ED-0A57B18091A5}"/>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85" name="Picture 184" descr="Image result for human icon png">
                  <a:extLst>
                    <a:ext uri="{FF2B5EF4-FFF2-40B4-BE49-F238E27FC236}">
                      <a16:creationId xmlns:a16="http://schemas.microsoft.com/office/drawing/2014/main" id="{6E057295-024E-78D0-969B-742FB899595F}"/>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86" name="Picture 185" descr="Image result for human icon png">
                  <a:extLst>
                    <a:ext uri="{FF2B5EF4-FFF2-40B4-BE49-F238E27FC236}">
                      <a16:creationId xmlns:a16="http://schemas.microsoft.com/office/drawing/2014/main" id="{3AD4FD23-3FA2-5AC9-4B5D-BAB5E0F7FD67}"/>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87" name="Picture 186" descr="Image result for human icon png">
                  <a:extLst>
                    <a:ext uri="{FF2B5EF4-FFF2-40B4-BE49-F238E27FC236}">
                      <a16:creationId xmlns:a16="http://schemas.microsoft.com/office/drawing/2014/main" id="{A4754482-2189-316C-EC16-3C25D0E7BA24}"/>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88" name="Picture 187" descr="Image result for human icon png">
                  <a:extLst>
                    <a:ext uri="{FF2B5EF4-FFF2-40B4-BE49-F238E27FC236}">
                      <a16:creationId xmlns:a16="http://schemas.microsoft.com/office/drawing/2014/main" id="{4C6AA082-599F-27DA-8808-E4EB43D9FA3C}"/>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89" name="Picture 188" descr="Image result for human icon png">
                  <a:extLst>
                    <a:ext uri="{FF2B5EF4-FFF2-40B4-BE49-F238E27FC236}">
                      <a16:creationId xmlns:a16="http://schemas.microsoft.com/office/drawing/2014/main" id="{742709F8-864D-7274-6AE7-C9CED6FE47A1}"/>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90" name="Picture 189" descr="Image result for human icon png">
                  <a:extLst>
                    <a:ext uri="{FF2B5EF4-FFF2-40B4-BE49-F238E27FC236}">
                      <a16:creationId xmlns:a16="http://schemas.microsoft.com/office/drawing/2014/main" id="{05B9295F-47E7-2965-3992-41CAAB07F256}"/>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91" name="Picture 190" descr="Image result for human icon png">
                  <a:extLst>
                    <a:ext uri="{FF2B5EF4-FFF2-40B4-BE49-F238E27FC236}">
                      <a16:creationId xmlns:a16="http://schemas.microsoft.com/office/drawing/2014/main" id="{AB18DCE6-C0F1-5DE4-94B1-4D63CD3912C6}"/>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92" name="Picture 191" descr="Image result for human icon png">
                  <a:extLst>
                    <a:ext uri="{FF2B5EF4-FFF2-40B4-BE49-F238E27FC236}">
                      <a16:creationId xmlns:a16="http://schemas.microsoft.com/office/drawing/2014/main" id="{6FF9E36F-526D-5538-72E4-13E39729C8BF}"/>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93" name="Picture 192" descr="Image result for human icon png">
                  <a:extLst>
                    <a:ext uri="{FF2B5EF4-FFF2-40B4-BE49-F238E27FC236}">
                      <a16:creationId xmlns:a16="http://schemas.microsoft.com/office/drawing/2014/main" id="{B03A9986-C85D-880D-ED74-D2316F986AA7}"/>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94" name="Picture 193" descr="Image result for human icon png">
                  <a:extLst>
                    <a:ext uri="{FF2B5EF4-FFF2-40B4-BE49-F238E27FC236}">
                      <a16:creationId xmlns:a16="http://schemas.microsoft.com/office/drawing/2014/main" id="{C38E3FE9-FAAE-0D1C-FDBC-DAF1A71154FB}"/>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95" name="Picture 194" descr="Image result for human icon png">
                  <a:extLst>
                    <a:ext uri="{FF2B5EF4-FFF2-40B4-BE49-F238E27FC236}">
                      <a16:creationId xmlns:a16="http://schemas.microsoft.com/office/drawing/2014/main" id="{E390B631-EE3D-0C92-0827-05D1F158566B}"/>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96" name="Picture 195" descr="Image result for human icon png">
                  <a:extLst>
                    <a:ext uri="{FF2B5EF4-FFF2-40B4-BE49-F238E27FC236}">
                      <a16:creationId xmlns:a16="http://schemas.microsoft.com/office/drawing/2014/main" id="{5EA7A600-F217-8E5C-D415-E51B23CC5E4C}"/>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97" name="Picture 196" descr="Image result for human icon png">
                  <a:extLst>
                    <a:ext uri="{FF2B5EF4-FFF2-40B4-BE49-F238E27FC236}">
                      <a16:creationId xmlns:a16="http://schemas.microsoft.com/office/drawing/2014/main" id="{117B5DA9-66F2-C217-79B3-15CCB86C81AE}"/>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98" name="Picture 197" descr="Image result for human icon png">
                  <a:extLst>
                    <a:ext uri="{FF2B5EF4-FFF2-40B4-BE49-F238E27FC236}">
                      <a16:creationId xmlns:a16="http://schemas.microsoft.com/office/drawing/2014/main" id="{A4080721-7C5D-7098-58BF-0E1EACBD8432}"/>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199" name="Picture 198" descr="Image result for human icon png">
                  <a:extLst>
                    <a:ext uri="{FF2B5EF4-FFF2-40B4-BE49-F238E27FC236}">
                      <a16:creationId xmlns:a16="http://schemas.microsoft.com/office/drawing/2014/main" id="{E725C4EB-2A15-79AA-86E6-62A389502D9D}"/>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374" name="Group 373">
              <a:extLst>
                <a:ext uri="{FF2B5EF4-FFF2-40B4-BE49-F238E27FC236}">
                  <a16:creationId xmlns:a16="http://schemas.microsoft.com/office/drawing/2014/main" id="{56ED2DBA-E519-0A07-E508-391F7F84ADBE}"/>
                </a:ext>
              </a:extLst>
            </p:cNvPr>
            <p:cNvGrpSpPr/>
            <p:nvPr/>
          </p:nvGrpSpPr>
          <p:grpSpPr>
            <a:xfrm>
              <a:off x="633046" y="2186629"/>
              <a:ext cx="10692612" cy="1150540"/>
              <a:chOff x="633046" y="2186629"/>
              <a:chExt cx="10692612" cy="1150540"/>
            </a:xfrm>
          </p:grpSpPr>
          <p:sp>
            <p:nvSpPr>
              <p:cNvPr id="372" name="TextBox 371">
                <a:extLst>
                  <a:ext uri="{FF2B5EF4-FFF2-40B4-BE49-F238E27FC236}">
                    <a16:creationId xmlns:a16="http://schemas.microsoft.com/office/drawing/2014/main" id="{F2219418-9263-E8AE-1D26-1772A7C485A8}"/>
                  </a:ext>
                </a:extLst>
              </p:cNvPr>
              <p:cNvSpPr txBox="1"/>
              <p:nvPr/>
            </p:nvSpPr>
            <p:spPr>
              <a:xfrm>
                <a:off x="633046" y="2186629"/>
                <a:ext cx="3397405" cy="338554"/>
              </a:xfrm>
              <a:prstGeom prst="rect">
                <a:avLst/>
              </a:prstGeom>
              <a:noFill/>
            </p:spPr>
            <p:txBody>
              <a:bodyPr wrap="none" rtlCol="0">
                <a:spAutoFit/>
              </a:bodyPr>
              <a:lstStyle/>
              <a:p>
                <a:r>
                  <a:rPr lang="en-GB" sz="16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All patients prescribed new treatment:</a:t>
                </a:r>
              </a:p>
            </p:txBody>
          </p:sp>
          <p:sp>
            <p:nvSpPr>
              <p:cNvPr id="373" name="Rectangle 372">
                <a:extLst>
                  <a:ext uri="{FF2B5EF4-FFF2-40B4-BE49-F238E27FC236}">
                    <a16:creationId xmlns:a16="http://schemas.microsoft.com/office/drawing/2014/main" id="{16149F22-2EC6-B27D-523C-39597AE9E286}"/>
                  </a:ext>
                </a:extLst>
              </p:cNvPr>
              <p:cNvSpPr/>
              <p:nvPr/>
            </p:nvSpPr>
            <p:spPr>
              <a:xfrm>
                <a:off x="633046" y="2186629"/>
                <a:ext cx="10692612" cy="1150540"/>
              </a:xfrm>
              <a:prstGeom prst="rect">
                <a:avLst/>
              </a:prstGeom>
              <a:noFill/>
              <a:ln w="63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378" name="Group 377">
            <a:extLst>
              <a:ext uri="{FF2B5EF4-FFF2-40B4-BE49-F238E27FC236}">
                <a16:creationId xmlns:a16="http://schemas.microsoft.com/office/drawing/2014/main" id="{5629D8AF-BC23-24A5-37C3-56D59DEBF4F9}"/>
              </a:ext>
            </a:extLst>
          </p:cNvPr>
          <p:cNvGrpSpPr/>
          <p:nvPr/>
        </p:nvGrpSpPr>
        <p:grpSpPr>
          <a:xfrm>
            <a:off x="571205" y="3528986"/>
            <a:ext cx="10692612" cy="1150540"/>
            <a:chOff x="618115" y="3898980"/>
            <a:chExt cx="10692612" cy="1150540"/>
          </a:xfrm>
        </p:grpSpPr>
        <p:grpSp>
          <p:nvGrpSpPr>
            <p:cNvPr id="201" name="Group 200">
              <a:extLst>
                <a:ext uri="{FF2B5EF4-FFF2-40B4-BE49-F238E27FC236}">
                  <a16:creationId xmlns:a16="http://schemas.microsoft.com/office/drawing/2014/main" id="{718D9BD5-4057-D015-A196-F6843C3DE5BC}"/>
                </a:ext>
              </a:extLst>
            </p:cNvPr>
            <p:cNvGrpSpPr/>
            <p:nvPr/>
          </p:nvGrpSpPr>
          <p:grpSpPr>
            <a:xfrm>
              <a:off x="618115" y="4213600"/>
              <a:ext cx="10354330" cy="760967"/>
              <a:chOff x="866342" y="2261488"/>
              <a:chExt cx="10354330" cy="760967"/>
            </a:xfrm>
          </p:grpSpPr>
          <p:grpSp>
            <p:nvGrpSpPr>
              <p:cNvPr id="202" name="Group 201">
                <a:extLst>
                  <a:ext uri="{FF2B5EF4-FFF2-40B4-BE49-F238E27FC236}">
                    <a16:creationId xmlns:a16="http://schemas.microsoft.com/office/drawing/2014/main" id="{AC02CF57-C338-6041-B201-238F4F5F61D8}"/>
                  </a:ext>
                </a:extLst>
              </p:cNvPr>
              <p:cNvGrpSpPr/>
              <p:nvPr/>
            </p:nvGrpSpPr>
            <p:grpSpPr>
              <a:xfrm>
                <a:off x="866342" y="2263729"/>
                <a:ext cx="1181645" cy="732902"/>
                <a:chOff x="7111532" y="2553230"/>
                <a:chExt cx="1680563" cy="1042350"/>
              </a:xfrm>
            </p:grpSpPr>
            <p:pic>
              <p:nvPicPr>
                <p:cNvPr id="356" name="Picture 355" descr="Image result for human icon png">
                  <a:extLst>
                    <a:ext uri="{FF2B5EF4-FFF2-40B4-BE49-F238E27FC236}">
                      <a16:creationId xmlns:a16="http://schemas.microsoft.com/office/drawing/2014/main" id="{8DE83BDF-957F-1D1A-E2EC-C0098CA42E60}"/>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57" name="Picture 356" descr="Image result for human icon png">
                  <a:extLst>
                    <a:ext uri="{FF2B5EF4-FFF2-40B4-BE49-F238E27FC236}">
                      <a16:creationId xmlns:a16="http://schemas.microsoft.com/office/drawing/2014/main" id="{40190404-1D26-1260-D12E-139A7D83EA1C}"/>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58" name="Picture 357" descr="Image result for human icon png">
                  <a:extLst>
                    <a:ext uri="{FF2B5EF4-FFF2-40B4-BE49-F238E27FC236}">
                      <a16:creationId xmlns:a16="http://schemas.microsoft.com/office/drawing/2014/main" id="{CBF0A39B-2BEB-7D4F-B78A-C117782FC679}"/>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59" name="Picture 358" descr="Image result for human icon png">
                  <a:extLst>
                    <a:ext uri="{FF2B5EF4-FFF2-40B4-BE49-F238E27FC236}">
                      <a16:creationId xmlns:a16="http://schemas.microsoft.com/office/drawing/2014/main" id="{36FC3B63-5EAC-BD13-329E-A3445C033AD1}"/>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60" name="Picture 359" descr="Image result for human icon png">
                  <a:extLst>
                    <a:ext uri="{FF2B5EF4-FFF2-40B4-BE49-F238E27FC236}">
                      <a16:creationId xmlns:a16="http://schemas.microsoft.com/office/drawing/2014/main" id="{8BCDA44B-BFBB-4657-8546-00788F805D7F}"/>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61" name="Picture 360" descr="Image result for human icon png">
                  <a:extLst>
                    <a:ext uri="{FF2B5EF4-FFF2-40B4-BE49-F238E27FC236}">
                      <a16:creationId xmlns:a16="http://schemas.microsoft.com/office/drawing/2014/main" id="{F95442D5-1E3D-0EDD-3C24-CDD0EB17C61A}"/>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62" name="Picture 361" descr="Image result for human icon png">
                  <a:extLst>
                    <a:ext uri="{FF2B5EF4-FFF2-40B4-BE49-F238E27FC236}">
                      <a16:creationId xmlns:a16="http://schemas.microsoft.com/office/drawing/2014/main" id="{A66B7EE9-722E-384D-3BF2-809D3FF024BC}"/>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63" name="Picture 362" descr="Image result for human icon png">
                  <a:extLst>
                    <a:ext uri="{FF2B5EF4-FFF2-40B4-BE49-F238E27FC236}">
                      <a16:creationId xmlns:a16="http://schemas.microsoft.com/office/drawing/2014/main" id="{98E9B1B0-4028-2069-E8EA-048E2243EAF1}"/>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64" name="Picture 363" descr="Image result for human icon png">
                  <a:extLst>
                    <a:ext uri="{FF2B5EF4-FFF2-40B4-BE49-F238E27FC236}">
                      <a16:creationId xmlns:a16="http://schemas.microsoft.com/office/drawing/2014/main" id="{73E364E2-45AE-6B0F-84B4-E50564EB129C}"/>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65" name="Picture 364" descr="Image result for human icon png">
                  <a:extLst>
                    <a:ext uri="{FF2B5EF4-FFF2-40B4-BE49-F238E27FC236}">
                      <a16:creationId xmlns:a16="http://schemas.microsoft.com/office/drawing/2014/main" id="{6A9CDAC5-C9D2-47C0-4DCF-338959830825}"/>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66" name="Picture 365" descr="Image result for human icon png">
                  <a:extLst>
                    <a:ext uri="{FF2B5EF4-FFF2-40B4-BE49-F238E27FC236}">
                      <a16:creationId xmlns:a16="http://schemas.microsoft.com/office/drawing/2014/main" id="{FD1D5A91-7340-C4B4-08FE-EE632910A0AA}"/>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67" name="Picture 366" descr="Image result for human icon png">
                  <a:extLst>
                    <a:ext uri="{FF2B5EF4-FFF2-40B4-BE49-F238E27FC236}">
                      <a16:creationId xmlns:a16="http://schemas.microsoft.com/office/drawing/2014/main" id="{947C7595-ACE7-74E5-3000-7A2CAA3B7340}"/>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68" name="Picture 367" descr="Image result for human icon png">
                  <a:extLst>
                    <a:ext uri="{FF2B5EF4-FFF2-40B4-BE49-F238E27FC236}">
                      <a16:creationId xmlns:a16="http://schemas.microsoft.com/office/drawing/2014/main" id="{1D84CAD6-5A74-15C7-8732-10A620C88905}"/>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69" name="Picture 368" descr="Image result for human icon png">
                  <a:extLst>
                    <a:ext uri="{FF2B5EF4-FFF2-40B4-BE49-F238E27FC236}">
                      <a16:creationId xmlns:a16="http://schemas.microsoft.com/office/drawing/2014/main" id="{2BEA294E-208F-3E2A-03DF-25DBB86D2D52}"/>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70" name="Picture 369" descr="Image result for human icon png">
                  <a:extLst>
                    <a:ext uri="{FF2B5EF4-FFF2-40B4-BE49-F238E27FC236}">
                      <a16:creationId xmlns:a16="http://schemas.microsoft.com/office/drawing/2014/main" id="{8E3AB5E3-DC01-EC16-043D-BDF795BE984D}"/>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71" name="Picture 370" descr="Image result for human icon png">
                  <a:extLst>
                    <a:ext uri="{FF2B5EF4-FFF2-40B4-BE49-F238E27FC236}">
                      <a16:creationId xmlns:a16="http://schemas.microsoft.com/office/drawing/2014/main" id="{E9822837-67BE-9608-7DC2-4D953D28C36D}"/>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03" name="Group 202">
                <a:extLst>
                  <a:ext uri="{FF2B5EF4-FFF2-40B4-BE49-F238E27FC236}">
                    <a16:creationId xmlns:a16="http://schemas.microsoft.com/office/drawing/2014/main" id="{5E2C444A-28BD-186C-2CE9-3015F733069F}"/>
                  </a:ext>
                </a:extLst>
              </p:cNvPr>
              <p:cNvGrpSpPr/>
              <p:nvPr/>
            </p:nvGrpSpPr>
            <p:grpSpPr>
              <a:xfrm>
                <a:off x="1905033" y="2263729"/>
                <a:ext cx="1181645" cy="732902"/>
                <a:chOff x="7111532" y="2553230"/>
                <a:chExt cx="1680563" cy="1042350"/>
              </a:xfrm>
            </p:grpSpPr>
            <p:pic>
              <p:nvPicPr>
                <p:cNvPr id="340" name="Picture 339" descr="Image result for human icon png">
                  <a:extLst>
                    <a:ext uri="{FF2B5EF4-FFF2-40B4-BE49-F238E27FC236}">
                      <a16:creationId xmlns:a16="http://schemas.microsoft.com/office/drawing/2014/main" id="{1BE49428-63CB-B47A-9741-04C9A9B868C6}"/>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41" name="Picture 340" descr="Image result for human icon png">
                  <a:extLst>
                    <a:ext uri="{FF2B5EF4-FFF2-40B4-BE49-F238E27FC236}">
                      <a16:creationId xmlns:a16="http://schemas.microsoft.com/office/drawing/2014/main" id="{F88ED5E4-6A0F-667D-83C4-A1FE64EEFDF4}"/>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42" name="Picture 341" descr="Image result for human icon png">
                  <a:extLst>
                    <a:ext uri="{FF2B5EF4-FFF2-40B4-BE49-F238E27FC236}">
                      <a16:creationId xmlns:a16="http://schemas.microsoft.com/office/drawing/2014/main" id="{7F3BAA61-992E-D613-40F1-1636CA12BCD7}"/>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43" name="Picture 342" descr="Image result for human icon png">
                  <a:extLst>
                    <a:ext uri="{FF2B5EF4-FFF2-40B4-BE49-F238E27FC236}">
                      <a16:creationId xmlns:a16="http://schemas.microsoft.com/office/drawing/2014/main" id="{45D21DE6-955B-169F-02DF-36E35FD7B5A5}"/>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44" name="Picture 343" descr="Image result for human icon png">
                  <a:extLst>
                    <a:ext uri="{FF2B5EF4-FFF2-40B4-BE49-F238E27FC236}">
                      <a16:creationId xmlns:a16="http://schemas.microsoft.com/office/drawing/2014/main" id="{E3417FFF-724B-D5F0-B22B-E4ADC45A591C}"/>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45" name="Picture 344" descr="Image result for human icon png">
                  <a:extLst>
                    <a:ext uri="{FF2B5EF4-FFF2-40B4-BE49-F238E27FC236}">
                      <a16:creationId xmlns:a16="http://schemas.microsoft.com/office/drawing/2014/main" id="{F8FC8BFA-CDEB-200A-CB62-2E52CAE97E27}"/>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46" name="Picture 345" descr="Image result for human icon png">
                  <a:extLst>
                    <a:ext uri="{FF2B5EF4-FFF2-40B4-BE49-F238E27FC236}">
                      <a16:creationId xmlns:a16="http://schemas.microsoft.com/office/drawing/2014/main" id="{E2996BCB-1661-53AE-72D5-51F1725490E9}"/>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47" name="Picture 346" descr="Image result for human icon png">
                  <a:extLst>
                    <a:ext uri="{FF2B5EF4-FFF2-40B4-BE49-F238E27FC236}">
                      <a16:creationId xmlns:a16="http://schemas.microsoft.com/office/drawing/2014/main" id="{E5256190-69DA-62AE-3329-B0BD57461694}"/>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48" name="Picture 347" descr="Image result for human icon png">
                  <a:extLst>
                    <a:ext uri="{FF2B5EF4-FFF2-40B4-BE49-F238E27FC236}">
                      <a16:creationId xmlns:a16="http://schemas.microsoft.com/office/drawing/2014/main" id="{8A3CC5E3-40CC-DB9A-7BCE-916A673131DE}"/>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49" name="Picture 348" descr="Image result for human icon png">
                  <a:extLst>
                    <a:ext uri="{FF2B5EF4-FFF2-40B4-BE49-F238E27FC236}">
                      <a16:creationId xmlns:a16="http://schemas.microsoft.com/office/drawing/2014/main" id="{500FF353-C8A8-4B1D-05DD-410A6BB3BFB9}"/>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50" name="Picture 349" descr="Image result for human icon png">
                  <a:extLst>
                    <a:ext uri="{FF2B5EF4-FFF2-40B4-BE49-F238E27FC236}">
                      <a16:creationId xmlns:a16="http://schemas.microsoft.com/office/drawing/2014/main" id="{CF60A8A6-BCAA-9E9D-94B8-AD333C92D6DE}"/>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51" name="Picture 350" descr="Image result for human icon png">
                  <a:extLst>
                    <a:ext uri="{FF2B5EF4-FFF2-40B4-BE49-F238E27FC236}">
                      <a16:creationId xmlns:a16="http://schemas.microsoft.com/office/drawing/2014/main" id="{170A2A79-DEC9-572B-F085-FD71F87DD30D}"/>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52" name="Picture 351" descr="Image result for human icon png">
                  <a:extLst>
                    <a:ext uri="{FF2B5EF4-FFF2-40B4-BE49-F238E27FC236}">
                      <a16:creationId xmlns:a16="http://schemas.microsoft.com/office/drawing/2014/main" id="{F4E1218F-8B75-8C6B-1C41-9969803DAB45}"/>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53" name="Picture 352" descr="Image result for human icon png">
                  <a:extLst>
                    <a:ext uri="{FF2B5EF4-FFF2-40B4-BE49-F238E27FC236}">
                      <a16:creationId xmlns:a16="http://schemas.microsoft.com/office/drawing/2014/main" id="{1F02E2F5-B257-10E3-19AA-40D453685540}"/>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54" name="Picture 353" descr="Image result for human icon png">
                  <a:extLst>
                    <a:ext uri="{FF2B5EF4-FFF2-40B4-BE49-F238E27FC236}">
                      <a16:creationId xmlns:a16="http://schemas.microsoft.com/office/drawing/2014/main" id="{FC9BC25C-FE43-CCF1-4603-3E349166989C}"/>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55" name="Picture 354" descr="Image result for human icon png">
                  <a:extLst>
                    <a:ext uri="{FF2B5EF4-FFF2-40B4-BE49-F238E27FC236}">
                      <a16:creationId xmlns:a16="http://schemas.microsoft.com/office/drawing/2014/main" id="{2C8544EA-061C-8D06-5FC0-29E541072624}"/>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04" name="Group 203">
                <a:extLst>
                  <a:ext uri="{FF2B5EF4-FFF2-40B4-BE49-F238E27FC236}">
                    <a16:creationId xmlns:a16="http://schemas.microsoft.com/office/drawing/2014/main" id="{90037654-A6BA-BFE7-A5D2-5266D4EAF81D}"/>
                  </a:ext>
                </a:extLst>
              </p:cNvPr>
              <p:cNvGrpSpPr/>
              <p:nvPr/>
            </p:nvGrpSpPr>
            <p:grpSpPr>
              <a:xfrm>
                <a:off x="2895749" y="2263728"/>
                <a:ext cx="1181645" cy="732902"/>
                <a:chOff x="7111532" y="2553230"/>
                <a:chExt cx="1680563" cy="1042350"/>
              </a:xfrm>
            </p:grpSpPr>
            <p:pic>
              <p:nvPicPr>
                <p:cNvPr id="324" name="Picture 323" descr="Image result for human icon png">
                  <a:extLst>
                    <a:ext uri="{FF2B5EF4-FFF2-40B4-BE49-F238E27FC236}">
                      <a16:creationId xmlns:a16="http://schemas.microsoft.com/office/drawing/2014/main" id="{354A878E-CA8C-EBE0-EC63-9A6B75045368}"/>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25" name="Picture 324" descr="Image result for human icon png">
                  <a:extLst>
                    <a:ext uri="{FF2B5EF4-FFF2-40B4-BE49-F238E27FC236}">
                      <a16:creationId xmlns:a16="http://schemas.microsoft.com/office/drawing/2014/main" id="{DA76808A-B71D-2DCF-5806-AE39A3A7EC1F}"/>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26" name="Picture 325" descr="Image result for human icon png">
                  <a:extLst>
                    <a:ext uri="{FF2B5EF4-FFF2-40B4-BE49-F238E27FC236}">
                      <a16:creationId xmlns:a16="http://schemas.microsoft.com/office/drawing/2014/main" id="{4B9B16F3-A0DF-29E6-5786-69C07003B1C5}"/>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27" name="Picture 326" descr="Image result for human icon png">
                  <a:extLst>
                    <a:ext uri="{FF2B5EF4-FFF2-40B4-BE49-F238E27FC236}">
                      <a16:creationId xmlns:a16="http://schemas.microsoft.com/office/drawing/2014/main" id="{5F908976-6028-1E86-96C3-46BDA1E26050}"/>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28" name="Picture 327" descr="Image result for human icon png">
                  <a:extLst>
                    <a:ext uri="{FF2B5EF4-FFF2-40B4-BE49-F238E27FC236}">
                      <a16:creationId xmlns:a16="http://schemas.microsoft.com/office/drawing/2014/main" id="{3C0C008F-C26C-7FDD-1199-428CF34C30E6}"/>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29" name="Picture 328" descr="Image result for human icon png">
                  <a:extLst>
                    <a:ext uri="{FF2B5EF4-FFF2-40B4-BE49-F238E27FC236}">
                      <a16:creationId xmlns:a16="http://schemas.microsoft.com/office/drawing/2014/main" id="{D38014B8-9ECB-6B30-269B-2565882E245C}"/>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30" name="Picture 329" descr="Image result for human icon png">
                  <a:extLst>
                    <a:ext uri="{FF2B5EF4-FFF2-40B4-BE49-F238E27FC236}">
                      <a16:creationId xmlns:a16="http://schemas.microsoft.com/office/drawing/2014/main" id="{BE299535-E18E-4CD8-DE92-B35330EFAE3C}"/>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31" name="Picture 330" descr="Image result for human icon png">
                  <a:extLst>
                    <a:ext uri="{FF2B5EF4-FFF2-40B4-BE49-F238E27FC236}">
                      <a16:creationId xmlns:a16="http://schemas.microsoft.com/office/drawing/2014/main" id="{54913065-765A-2B99-A895-ED70216075B5}"/>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32" name="Picture 331" descr="Image result for human icon png">
                  <a:extLst>
                    <a:ext uri="{FF2B5EF4-FFF2-40B4-BE49-F238E27FC236}">
                      <a16:creationId xmlns:a16="http://schemas.microsoft.com/office/drawing/2014/main" id="{1B54A312-4920-B924-9FCA-442E6D7F2629}"/>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33" name="Picture 332" descr="Image result for human icon png">
                  <a:extLst>
                    <a:ext uri="{FF2B5EF4-FFF2-40B4-BE49-F238E27FC236}">
                      <a16:creationId xmlns:a16="http://schemas.microsoft.com/office/drawing/2014/main" id="{FA193EDD-47C2-3804-0F3B-56E719A6675C}"/>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34" name="Picture 333" descr="Image result for human icon png">
                  <a:extLst>
                    <a:ext uri="{FF2B5EF4-FFF2-40B4-BE49-F238E27FC236}">
                      <a16:creationId xmlns:a16="http://schemas.microsoft.com/office/drawing/2014/main" id="{0A15D4E1-4B23-CB5D-0904-5C5F581FABBB}"/>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35" name="Picture 334" descr="Image result for human icon png">
                  <a:extLst>
                    <a:ext uri="{FF2B5EF4-FFF2-40B4-BE49-F238E27FC236}">
                      <a16:creationId xmlns:a16="http://schemas.microsoft.com/office/drawing/2014/main" id="{F76824F6-7F52-803C-E708-80C9D4C3C41E}"/>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36" name="Picture 335" descr="Image result for human icon png">
                  <a:extLst>
                    <a:ext uri="{FF2B5EF4-FFF2-40B4-BE49-F238E27FC236}">
                      <a16:creationId xmlns:a16="http://schemas.microsoft.com/office/drawing/2014/main" id="{9E3AD457-BADB-0646-C3C8-6C93781C72F5}"/>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37" name="Picture 336" descr="Image result for human icon png">
                  <a:extLst>
                    <a:ext uri="{FF2B5EF4-FFF2-40B4-BE49-F238E27FC236}">
                      <a16:creationId xmlns:a16="http://schemas.microsoft.com/office/drawing/2014/main" id="{2559F4DE-A5A8-A9A2-D568-3A6985F9D4ED}"/>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38" name="Picture 337" descr="Image result for human icon png">
                  <a:extLst>
                    <a:ext uri="{FF2B5EF4-FFF2-40B4-BE49-F238E27FC236}">
                      <a16:creationId xmlns:a16="http://schemas.microsoft.com/office/drawing/2014/main" id="{C5B24D92-DD4C-5F1C-BFDA-921FE1A84A5D}"/>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39" name="Picture 338" descr="Image result for human icon png">
                  <a:extLst>
                    <a:ext uri="{FF2B5EF4-FFF2-40B4-BE49-F238E27FC236}">
                      <a16:creationId xmlns:a16="http://schemas.microsoft.com/office/drawing/2014/main" id="{A11C09C0-2165-9800-C3CC-3C388720D593}"/>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05" name="Group 204">
                <a:extLst>
                  <a:ext uri="{FF2B5EF4-FFF2-40B4-BE49-F238E27FC236}">
                    <a16:creationId xmlns:a16="http://schemas.microsoft.com/office/drawing/2014/main" id="{5D2CFD11-9F06-4EA6-CDFC-675492C0DF95}"/>
                  </a:ext>
                </a:extLst>
              </p:cNvPr>
              <p:cNvGrpSpPr/>
              <p:nvPr/>
            </p:nvGrpSpPr>
            <p:grpSpPr>
              <a:xfrm>
                <a:off x="3934440" y="2263728"/>
                <a:ext cx="1181645" cy="732902"/>
                <a:chOff x="7111532" y="2553230"/>
                <a:chExt cx="1680563" cy="1042350"/>
              </a:xfrm>
            </p:grpSpPr>
            <p:pic>
              <p:nvPicPr>
                <p:cNvPr id="308" name="Picture 307" descr="Image result for human icon png">
                  <a:extLst>
                    <a:ext uri="{FF2B5EF4-FFF2-40B4-BE49-F238E27FC236}">
                      <a16:creationId xmlns:a16="http://schemas.microsoft.com/office/drawing/2014/main" id="{D2B1ACDA-05BC-8BC2-86D9-B6AA287F6C4A}"/>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09" name="Picture 308" descr="Image result for human icon png">
                  <a:extLst>
                    <a:ext uri="{FF2B5EF4-FFF2-40B4-BE49-F238E27FC236}">
                      <a16:creationId xmlns:a16="http://schemas.microsoft.com/office/drawing/2014/main" id="{E5739BB2-3FA2-0DF3-C6A1-9D4C79A142D6}"/>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10" name="Picture 309" descr="Image result for human icon png">
                  <a:extLst>
                    <a:ext uri="{FF2B5EF4-FFF2-40B4-BE49-F238E27FC236}">
                      <a16:creationId xmlns:a16="http://schemas.microsoft.com/office/drawing/2014/main" id="{E96EE77E-9CD9-1BD3-5E44-A8E13948FFCD}"/>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11" name="Picture 310" descr="Image result for human icon png">
                  <a:extLst>
                    <a:ext uri="{FF2B5EF4-FFF2-40B4-BE49-F238E27FC236}">
                      <a16:creationId xmlns:a16="http://schemas.microsoft.com/office/drawing/2014/main" id="{D0CA5B95-1201-0DD5-8E34-92AF72218FA4}"/>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12" name="Picture 311" descr="Image result for human icon png">
                  <a:extLst>
                    <a:ext uri="{FF2B5EF4-FFF2-40B4-BE49-F238E27FC236}">
                      <a16:creationId xmlns:a16="http://schemas.microsoft.com/office/drawing/2014/main" id="{35EC306A-9C81-0E52-4728-5537F87ED7B7}"/>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13" name="Picture 312" descr="Image result for human icon png">
                  <a:extLst>
                    <a:ext uri="{FF2B5EF4-FFF2-40B4-BE49-F238E27FC236}">
                      <a16:creationId xmlns:a16="http://schemas.microsoft.com/office/drawing/2014/main" id="{B253220D-813F-24D5-0413-5A59F227F5D3}"/>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14" name="Picture 313" descr="Image result for human icon png">
                  <a:extLst>
                    <a:ext uri="{FF2B5EF4-FFF2-40B4-BE49-F238E27FC236}">
                      <a16:creationId xmlns:a16="http://schemas.microsoft.com/office/drawing/2014/main" id="{62DE0320-4EC6-3A45-BA58-1D44C1C45D3D}"/>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15" name="Picture 314" descr="Image result for human icon png">
                  <a:extLst>
                    <a:ext uri="{FF2B5EF4-FFF2-40B4-BE49-F238E27FC236}">
                      <a16:creationId xmlns:a16="http://schemas.microsoft.com/office/drawing/2014/main" id="{7BC335A7-CE05-1E3F-EEEB-C8916B0720F4}"/>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16" name="Picture 315" descr="Image result for human icon png">
                  <a:extLst>
                    <a:ext uri="{FF2B5EF4-FFF2-40B4-BE49-F238E27FC236}">
                      <a16:creationId xmlns:a16="http://schemas.microsoft.com/office/drawing/2014/main" id="{BEE8B465-8964-93CF-8AEE-40497906159E}"/>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17" name="Picture 316" descr="Image result for human icon png">
                  <a:extLst>
                    <a:ext uri="{FF2B5EF4-FFF2-40B4-BE49-F238E27FC236}">
                      <a16:creationId xmlns:a16="http://schemas.microsoft.com/office/drawing/2014/main" id="{1775A667-625A-6F5F-004B-63B4268ECAD6}"/>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18" name="Picture 317" descr="Image result for human icon png">
                  <a:extLst>
                    <a:ext uri="{FF2B5EF4-FFF2-40B4-BE49-F238E27FC236}">
                      <a16:creationId xmlns:a16="http://schemas.microsoft.com/office/drawing/2014/main" id="{984DF323-B395-6A16-7F3E-2380EC6DA95D}"/>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19" name="Picture 318" descr="Image result for human icon png">
                  <a:extLst>
                    <a:ext uri="{FF2B5EF4-FFF2-40B4-BE49-F238E27FC236}">
                      <a16:creationId xmlns:a16="http://schemas.microsoft.com/office/drawing/2014/main" id="{F588F2A2-B7FC-FA56-B489-B8B475FB92C8}"/>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20" name="Picture 319" descr="Image result for human icon png">
                  <a:extLst>
                    <a:ext uri="{FF2B5EF4-FFF2-40B4-BE49-F238E27FC236}">
                      <a16:creationId xmlns:a16="http://schemas.microsoft.com/office/drawing/2014/main" id="{BC038502-0C5C-A553-A8D2-30C11FD14A58}"/>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21" name="Picture 320" descr="Image result for human icon png">
                  <a:extLst>
                    <a:ext uri="{FF2B5EF4-FFF2-40B4-BE49-F238E27FC236}">
                      <a16:creationId xmlns:a16="http://schemas.microsoft.com/office/drawing/2014/main" id="{F210C1C1-4958-5800-69A4-AA20DA44622E}"/>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22" name="Picture 321" descr="Image result for human icon png">
                  <a:extLst>
                    <a:ext uri="{FF2B5EF4-FFF2-40B4-BE49-F238E27FC236}">
                      <a16:creationId xmlns:a16="http://schemas.microsoft.com/office/drawing/2014/main" id="{3419AF07-918B-02DB-A0C9-C4DEA6D65D44}"/>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23" name="Picture 322" descr="Image result for human icon png">
                  <a:extLst>
                    <a:ext uri="{FF2B5EF4-FFF2-40B4-BE49-F238E27FC236}">
                      <a16:creationId xmlns:a16="http://schemas.microsoft.com/office/drawing/2014/main" id="{9A7A3982-1C09-141D-821C-D45BF81D9007}"/>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06" name="Group 205">
                <a:extLst>
                  <a:ext uri="{FF2B5EF4-FFF2-40B4-BE49-F238E27FC236}">
                    <a16:creationId xmlns:a16="http://schemas.microsoft.com/office/drawing/2014/main" id="{2A61D407-FBD2-038F-C85D-F06AED894859}"/>
                  </a:ext>
                </a:extLst>
              </p:cNvPr>
              <p:cNvGrpSpPr/>
              <p:nvPr/>
            </p:nvGrpSpPr>
            <p:grpSpPr>
              <a:xfrm>
                <a:off x="4948014" y="2263728"/>
                <a:ext cx="1181645" cy="732902"/>
                <a:chOff x="7111532" y="2553230"/>
                <a:chExt cx="1680563" cy="1042350"/>
              </a:xfrm>
            </p:grpSpPr>
            <p:pic>
              <p:nvPicPr>
                <p:cNvPr id="292" name="Picture 291" descr="Image result for human icon png">
                  <a:extLst>
                    <a:ext uri="{FF2B5EF4-FFF2-40B4-BE49-F238E27FC236}">
                      <a16:creationId xmlns:a16="http://schemas.microsoft.com/office/drawing/2014/main" id="{987CFB3F-51E7-4130-3380-5B1873F6F280}"/>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93" name="Picture 292" descr="Image result for human icon png">
                  <a:extLst>
                    <a:ext uri="{FF2B5EF4-FFF2-40B4-BE49-F238E27FC236}">
                      <a16:creationId xmlns:a16="http://schemas.microsoft.com/office/drawing/2014/main" id="{EEC5EE36-ADAE-151A-E2B2-61733EC7A0C2}"/>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94" name="Picture 293" descr="Image result for human icon png">
                  <a:extLst>
                    <a:ext uri="{FF2B5EF4-FFF2-40B4-BE49-F238E27FC236}">
                      <a16:creationId xmlns:a16="http://schemas.microsoft.com/office/drawing/2014/main" id="{93B851D0-2349-3C4F-E5A3-9356D357E348}"/>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95" name="Picture 294" descr="Image result for human icon png">
                  <a:extLst>
                    <a:ext uri="{FF2B5EF4-FFF2-40B4-BE49-F238E27FC236}">
                      <a16:creationId xmlns:a16="http://schemas.microsoft.com/office/drawing/2014/main" id="{A13E5E53-512C-188F-163B-9341B10B3207}"/>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96" name="Picture 295" descr="Image result for human icon png">
                  <a:extLst>
                    <a:ext uri="{FF2B5EF4-FFF2-40B4-BE49-F238E27FC236}">
                      <a16:creationId xmlns:a16="http://schemas.microsoft.com/office/drawing/2014/main" id="{EBE1D4BC-FB28-D71C-487A-88BD4FD8D399}"/>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97" name="Picture 296" descr="Image result for human icon png">
                  <a:extLst>
                    <a:ext uri="{FF2B5EF4-FFF2-40B4-BE49-F238E27FC236}">
                      <a16:creationId xmlns:a16="http://schemas.microsoft.com/office/drawing/2014/main" id="{24DBF29E-46B5-1334-970F-BBCEDE4A0A76}"/>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98" name="Picture 297" descr="Image result for human icon png">
                  <a:extLst>
                    <a:ext uri="{FF2B5EF4-FFF2-40B4-BE49-F238E27FC236}">
                      <a16:creationId xmlns:a16="http://schemas.microsoft.com/office/drawing/2014/main" id="{954DB83B-40AE-BF2C-17DD-3931976DB60F}"/>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99" name="Picture 298" descr="Image result for human icon png">
                  <a:extLst>
                    <a:ext uri="{FF2B5EF4-FFF2-40B4-BE49-F238E27FC236}">
                      <a16:creationId xmlns:a16="http://schemas.microsoft.com/office/drawing/2014/main" id="{2760485F-1B80-E442-B26F-838704F2D01A}"/>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00" name="Picture 299" descr="Image result for human icon png">
                  <a:extLst>
                    <a:ext uri="{FF2B5EF4-FFF2-40B4-BE49-F238E27FC236}">
                      <a16:creationId xmlns:a16="http://schemas.microsoft.com/office/drawing/2014/main" id="{2A962F33-E8CF-5AD3-598A-C5943BDCE897}"/>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01" name="Picture 300" descr="Image result for human icon png">
                  <a:extLst>
                    <a:ext uri="{FF2B5EF4-FFF2-40B4-BE49-F238E27FC236}">
                      <a16:creationId xmlns:a16="http://schemas.microsoft.com/office/drawing/2014/main" id="{1933BDD8-B03B-55C0-A3A2-21D763005A45}"/>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02" name="Picture 301" descr="Image result for human icon png">
                  <a:extLst>
                    <a:ext uri="{FF2B5EF4-FFF2-40B4-BE49-F238E27FC236}">
                      <a16:creationId xmlns:a16="http://schemas.microsoft.com/office/drawing/2014/main" id="{76856FD6-BBFB-46E9-8F03-6394F17F7C9C}"/>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03" name="Picture 302" descr="Image result for human icon png">
                  <a:extLst>
                    <a:ext uri="{FF2B5EF4-FFF2-40B4-BE49-F238E27FC236}">
                      <a16:creationId xmlns:a16="http://schemas.microsoft.com/office/drawing/2014/main" id="{BA45FCBB-1B45-497B-D573-FB26F23DF732}"/>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04" name="Picture 303" descr="Image result for human icon png">
                  <a:extLst>
                    <a:ext uri="{FF2B5EF4-FFF2-40B4-BE49-F238E27FC236}">
                      <a16:creationId xmlns:a16="http://schemas.microsoft.com/office/drawing/2014/main" id="{DA13DFFE-48CE-9597-D865-09E4256CE59F}"/>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05" name="Picture 304" descr="Image result for human icon png">
                  <a:extLst>
                    <a:ext uri="{FF2B5EF4-FFF2-40B4-BE49-F238E27FC236}">
                      <a16:creationId xmlns:a16="http://schemas.microsoft.com/office/drawing/2014/main" id="{B9417056-3DD6-01AB-9C64-ACE8CA72B8BD}"/>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06" name="Picture 305" descr="Image result for human icon png">
                  <a:extLst>
                    <a:ext uri="{FF2B5EF4-FFF2-40B4-BE49-F238E27FC236}">
                      <a16:creationId xmlns:a16="http://schemas.microsoft.com/office/drawing/2014/main" id="{A5AEB6A4-6781-92CD-B160-A410E51F82AF}"/>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307" name="Picture 306" descr="Image result for human icon png">
                  <a:extLst>
                    <a:ext uri="{FF2B5EF4-FFF2-40B4-BE49-F238E27FC236}">
                      <a16:creationId xmlns:a16="http://schemas.microsoft.com/office/drawing/2014/main" id="{6AF8EE10-2E2C-301C-E61A-9F8D79B86E7B}"/>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07" name="Group 206">
                <a:extLst>
                  <a:ext uri="{FF2B5EF4-FFF2-40B4-BE49-F238E27FC236}">
                    <a16:creationId xmlns:a16="http://schemas.microsoft.com/office/drawing/2014/main" id="{AB62C316-130F-15F1-1B7E-E29849D9A4F1}"/>
                  </a:ext>
                </a:extLst>
              </p:cNvPr>
              <p:cNvGrpSpPr/>
              <p:nvPr/>
            </p:nvGrpSpPr>
            <p:grpSpPr>
              <a:xfrm>
                <a:off x="5986705" y="2263728"/>
                <a:ext cx="1181645" cy="732902"/>
                <a:chOff x="7111532" y="2553230"/>
                <a:chExt cx="1680563" cy="1042350"/>
              </a:xfrm>
            </p:grpSpPr>
            <p:pic>
              <p:nvPicPr>
                <p:cNvPr id="276" name="Picture 275" descr="Image result for human icon png">
                  <a:extLst>
                    <a:ext uri="{FF2B5EF4-FFF2-40B4-BE49-F238E27FC236}">
                      <a16:creationId xmlns:a16="http://schemas.microsoft.com/office/drawing/2014/main" id="{C41342BB-E000-57CB-A8F0-A9AE824CB539}"/>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77" name="Picture 276" descr="Image result for human icon png">
                  <a:extLst>
                    <a:ext uri="{FF2B5EF4-FFF2-40B4-BE49-F238E27FC236}">
                      <a16:creationId xmlns:a16="http://schemas.microsoft.com/office/drawing/2014/main" id="{FC4A22DD-13CB-E5DF-0DDA-279E484670AF}"/>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78" name="Picture 277" descr="Image result for human icon png">
                  <a:extLst>
                    <a:ext uri="{FF2B5EF4-FFF2-40B4-BE49-F238E27FC236}">
                      <a16:creationId xmlns:a16="http://schemas.microsoft.com/office/drawing/2014/main" id="{3F8731A4-4D65-1445-5640-3C41A9F2DC57}"/>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79" name="Picture 278" descr="Image result for human icon png">
                  <a:extLst>
                    <a:ext uri="{FF2B5EF4-FFF2-40B4-BE49-F238E27FC236}">
                      <a16:creationId xmlns:a16="http://schemas.microsoft.com/office/drawing/2014/main" id="{D101EE93-FE0D-4EE0-545A-D0C0768E2397}"/>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80" name="Picture 279" descr="Image result for human icon png">
                  <a:extLst>
                    <a:ext uri="{FF2B5EF4-FFF2-40B4-BE49-F238E27FC236}">
                      <a16:creationId xmlns:a16="http://schemas.microsoft.com/office/drawing/2014/main" id="{D0D157AA-AEF4-C30A-E570-52E28362A6EF}"/>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81" name="Picture 280" descr="Image result for human icon png">
                  <a:extLst>
                    <a:ext uri="{FF2B5EF4-FFF2-40B4-BE49-F238E27FC236}">
                      <a16:creationId xmlns:a16="http://schemas.microsoft.com/office/drawing/2014/main" id="{F60FD8F8-7D9E-CF08-09CF-AC00E2EF656C}"/>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82" name="Picture 281" descr="Image result for human icon png">
                  <a:extLst>
                    <a:ext uri="{FF2B5EF4-FFF2-40B4-BE49-F238E27FC236}">
                      <a16:creationId xmlns:a16="http://schemas.microsoft.com/office/drawing/2014/main" id="{0D602B6B-0CAD-46B0-73A9-5BBB93B1193C}"/>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83" name="Picture 282" descr="Image result for human icon png">
                  <a:extLst>
                    <a:ext uri="{FF2B5EF4-FFF2-40B4-BE49-F238E27FC236}">
                      <a16:creationId xmlns:a16="http://schemas.microsoft.com/office/drawing/2014/main" id="{373C95D3-B53C-E7D7-B4D8-651528F1C1B4}"/>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84" name="Picture 283" descr="Image result for human icon png">
                  <a:extLst>
                    <a:ext uri="{FF2B5EF4-FFF2-40B4-BE49-F238E27FC236}">
                      <a16:creationId xmlns:a16="http://schemas.microsoft.com/office/drawing/2014/main" id="{EDA896B6-8239-BFE0-D8D3-C084C7959806}"/>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85" name="Picture 284" descr="Image result for human icon png">
                  <a:extLst>
                    <a:ext uri="{FF2B5EF4-FFF2-40B4-BE49-F238E27FC236}">
                      <a16:creationId xmlns:a16="http://schemas.microsoft.com/office/drawing/2014/main" id="{55F3352C-86D7-9A30-B9B8-B63DA4E796CF}"/>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86" name="Picture 285" descr="Image result for human icon png">
                  <a:extLst>
                    <a:ext uri="{FF2B5EF4-FFF2-40B4-BE49-F238E27FC236}">
                      <a16:creationId xmlns:a16="http://schemas.microsoft.com/office/drawing/2014/main" id="{71020085-D984-7FDC-A716-7924F234961F}"/>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87" name="Picture 286" descr="Image result for human icon png">
                  <a:extLst>
                    <a:ext uri="{FF2B5EF4-FFF2-40B4-BE49-F238E27FC236}">
                      <a16:creationId xmlns:a16="http://schemas.microsoft.com/office/drawing/2014/main" id="{92984182-0A28-850E-3B4E-C99A613389AE}"/>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88" name="Picture 287" descr="Image result for human icon png">
                  <a:extLst>
                    <a:ext uri="{FF2B5EF4-FFF2-40B4-BE49-F238E27FC236}">
                      <a16:creationId xmlns:a16="http://schemas.microsoft.com/office/drawing/2014/main" id="{EC5690BF-6825-E826-FD0B-998668198DEB}"/>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89" name="Picture 288" descr="Image result for human icon png">
                  <a:extLst>
                    <a:ext uri="{FF2B5EF4-FFF2-40B4-BE49-F238E27FC236}">
                      <a16:creationId xmlns:a16="http://schemas.microsoft.com/office/drawing/2014/main" id="{0FC80CD3-4FF0-14C6-E2AB-791F410AF3B6}"/>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90" name="Picture 289" descr="Image result for human icon png">
                  <a:extLst>
                    <a:ext uri="{FF2B5EF4-FFF2-40B4-BE49-F238E27FC236}">
                      <a16:creationId xmlns:a16="http://schemas.microsoft.com/office/drawing/2014/main" id="{2A46BA98-7A1F-6605-C957-F60AAB9A6830}"/>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91" name="Picture 290" descr="Image result for human icon png">
                  <a:extLst>
                    <a:ext uri="{FF2B5EF4-FFF2-40B4-BE49-F238E27FC236}">
                      <a16:creationId xmlns:a16="http://schemas.microsoft.com/office/drawing/2014/main" id="{9F8388A5-C83F-6B83-806A-A771F3544B12}"/>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08" name="Group 207">
                <a:extLst>
                  <a:ext uri="{FF2B5EF4-FFF2-40B4-BE49-F238E27FC236}">
                    <a16:creationId xmlns:a16="http://schemas.microsoft.com/office/drawing/2014/main" id="{C35545FD-FCCA-66CC-82DD-CDC2AB442484}"/>
                  </a:ext>
                </a:extLst>
              </p:cNvPr>
              <p:cNvGrpSpPr/>
              <p:nvPr/>
            </p:nvGrpSpPr>
            <p:grpSpPr>
              <a:xfrm>
                <a:off x="6982512" y="2261488"/>
                <a:ext cx="1181645" cy="732902"/>
                <a:chOff x="7111532" y="2553230"/>
                <a:chExt cx="1680563" cy="1042350"/>
              </a:xfrm>
            </p:grpSpPr>
            <p:pic>
              <p:nvPicPr>
                <p:cNvPr id="260" name="Picture 259" descr="Image result for human icon png">
                  <a:extLst>
                    <a:ext uri="{FF2B5EF4-FFF2-40B4-BE49-F238E27FC236}">
                      <a16:creationId xmlns:a16="http://schemas.microsoft.com/office/drawing/2014/main" id="{B436F194-0E83-B813-75DB-B4262DD8CBB9}"/>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61" name="Picture 260" descr="Image result for human icon png">
                  <a:extLst>
                    <a:ext uri="{FF2B5EF4-FFF2-40B4-BE49-F238E27FC236}">
                      <a16:creationId xmlns:a16="http://schemas.microsoft.com/office/drawing/2014/main" id="{CE29EF83-89CC-07A0-31DF-669635DEE7A2}"/>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62" name="Picture 261" descr="Image result for human icon png">
                  <a:extLst>
                    <a:ext uri="{FF2B5EF4-FFF2-40B4-BE49-F238E27FC236}">
                      <a16:creationId xmlns:a16="http://schemas.microsoft.com/office/drawing/2014/main" id="{DBF37C27-3D34-FD74-5795-50583B3753A9}"/>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63" name="Picture 262" descr="Image result for human icon png">
                  <a:extLst>
                    <a:ext uri="{FF2B5EF4-FFF2-40B4-BE49-F238E27FC236}">
                      <a16:creationId xmlns:a16="http://schemas.microsoft.com/office/drawing/2014/main" id="{F79585D9-14E8-78E8-4F66-2BE490C140CA}"/>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64" name="Picture 263" descr="Image result for human icon png">
                  <a:extLst>
                    <a:ext uri="{FF2B5EF4-FFF2-40B4-BE49-F238E27FC236}">
                      <a16:creationId xmlns:a16="http://schemas.microsoft.com/office/drawing/2014/main" id="{EFDDE9AE-162B-30CB-2A31-FE6D24F8080C}"/>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65" name="Picture 264" descr="Image result for human icon png">
                  <a:extLst>
                    <a:ext uri="{FF2B5EF4-FFF2-40B4-BE49-F238E27FC236}">
                      <a16:creationId xmlns:a16="http://schemas.microsoft.com/office/drawing/2014/main" id="{6AED61CF-B749-DBAD-3E21-67F35AE8B083}"/>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66" name="Picture 265" descr="Image result for human icon png">
                  <a:extLst>
                    <a:ext uri="{FF2B5EF4-FFF2-40B4-BE49-F238E27FC236}">
                      <a16:creationId xmlns:a16="http://schemas.microsoft.com/office/drawing/2014/main" id="{64E5C8C9-590F-54B2-42AE-53516B19E821}"/>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67" name="Picture 266" descr="Image result for human icon png">
                  <a:extLst>
                    <a:ext uri="{FF2B5EF4-FFF2-40B4-BE49-F238E27FC236}">
                      <a16:creationId xmlns:a16="http://schemas.microsoft.com/office/drawing/2014/main" id="{92B66819-92C1-D815-2FFE-7E29AEA9D2E7}"/>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68" name="Picture 267" descr="Image result for human icon png">
                  <a:extLst>
                    <a:ext uri="{FF2B5EF4-FFF2-40B4-BE49-F238E27FC236}">
                      <a16:creationId xmlns:a16="http://schemas.microsoft.com/office/drawing/2014/main" id="{0B42E622-F35A-3A20-4320-183CE221FF84}"/>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69" name="Picture 268" descr="Image result for human icon png">
                  <a:extLst>
                    <a:ext uri="{FF2B5EF4-FFF2-40B4-BE49-F238E27FC236}">
                      <a16:creationId xmlns:a16="http://schemas.microsoft.com/office/drawing/2014/main" id="{2AACA2ED-8F23-4484-6BE8-AD2C5FB15414}"/>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70" name="Picture 269" descr="Image result for human icon png">
                  <a:extLst>
                    <a:ext uri="{FF2B5EF4-FFF2-40B4-BE49-F238E27FC236}">
                      <a16:creationId xmlns:a16="http://schemas.microsoft.com/office/drawing/2014/main" id="{F1999819-E72F-FAD4-B33E-65C4FB94F779}"/>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71" name="Picture 270" descr="Image result for human icon png">
                  <a:extLst>
                    <a:ext uri="{FF2B5EF4-FFF2-40B4-BE49-F238E27FC236}">
                      <a16:creationId xmlns:a16="http://schemas.microsoft.com/office/drawing/2014/main" id="{54356C6F-0DAE-8565-E9AA-F3580E5A9FF8}"/>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72" name="Picture 271" descr="Image result for human icon png">
                  <a:extLst>
                    <a:ext uri="{FF2B5EF4-FFF2-40B4-BE49-F238E27FC236}">
                      <a16:creationId xmlns:a16="http://schemas.microsoft.com/office/drawing/2014/main" id="{68BC14F7-FFCB-814B-2F49-4851F9B948F2}"/>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73" name="Picture 272" descr="Image result for human icon png">
                  <a:extLst>
                    <a:ext uri="{FF2B5EF4-FFF2-40B4-BE49-F238E27FC236}">
                      <a16:creationId xmlns:a16="http://schemas.microsoft.com/office/drawing/2014/main" id="{03A5EB67-40CD-2A6A-A272-E21BA8523EA3}"/>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74" name="Picture 273" descr="Image result for human icon png">
                  <a:extLst>
                    <a:ext uri="{FF2B5EF4-FFF2-40B4-BE49-F238E27FC236}">
                      <a16:creationId xmlns:a16="http://schemas.microsoft.com/office/drawing/2014/main" id="{AA3ACD76-8FA5-0FB8-B8E5-A2E099E6B310}"/>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75" name="Picture 274" descr="Image result for human icon png">
                  <a:extLst>
                    <a:ext uri="{FF2B5EF4-FFF2-40B4-BE49-F238E27FC236}">
                      <a16:creationId xmlns:a16="http://schemas.microsoft.com/office/drawing/2014/main" id="{33FB4480-CA13-492E-0349-4DF465E4AED3}"/>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09" name="Group 208">
                <a:extLst>
                  <a:ext uri="{FF2B5EF4-FFF2-40B4-BE49-F238E27FC236}">
                    <a16:creationId xmlns:a16="http://schemas.microsoft.com/office/drawing/2014/main" id="{C1AFF6AC-041C-9C0B-252A-B8D4646C6337}"/>
                  </a:ext>
                </a:extLst>
              </p:cNvPr>
              <p:cNvGrpSpPr/>
              <p:nvPr/>
            </p:nvGrpSpPr>
            <p:grpSpPr>
              <a:xfrm>
                <a:off x="8021203" y="2261488"/>
                <a:ext cx="1181645" cy="732902"/>
                <a:chOff x="7111532" y="2553230"/>
                <a:chExt cx="1680563" cy="1042350"/>
              </a:xfrm>
            </p:grpSpPr>
            <p:pic>
              <p:nvPicPr>
                <p:cNvPr id="244" name="Picture 243" descr="Image result for human icon png">
                  <a:extLst>
                    <a:ext uri="{FF2B5EF4-FFF2-40B4-BE49-F238E27FC236}">
                      <a16:creationId xmlns:a16="http://schemas.microsoft.com/office/drawing/2014/main" id="{C56B80D5-546F-A616-7C0B-89ADD4C2150B}"/>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45" name="Picture 244" descr="Image result for human icon png">
                  <a:extLst>
                    <a:ext uri="{FF2B5EF4-FFF2-40B4-BE49-F238E27FC236}">
                      <a16:creationId xmlns:a16="http://schemas.microsoft.com/office/drawing/2014/main" id="{95A7F053-8150-28C3-E4D0-FCF363DA9795}"/>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46" name="Picture 245" descr="Image result for human icon png">
                  <a:extLst>
                    <a:ext uri="{FF2B5EF4-FFF2-40B4-BE49-F238E27FC236}">
                      <a16:creationId xmlns:a16="http://schemas.microsoft.com/office/drawing/2014/main" id="{60F33AD5-8060-2CA5-3C57-570CB4865B39}"/>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47" name="Picture 246" descr="Image result for human icon png">
                  <a:extLst>
                    <a:ext uri="{FF2B5EF4-FFF2-40B4-BE49-F238E27FC236}">
                      <a16:creationId xmlns:a16="http://schemas.microsoft.com/office/drawing/2014/main" id="{4FE21C3F-4D8C-7553-46A6-3C2896B23F25}"/>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48" name="Picture 247" descr="Image result for human icon png">
                  <a:extLst>
                    <a:ext uri="{FF2B5EF4-FFF2-40B4-BE49-F238E27FC236}">
                      <a16:creationId xmlns:a16="http://schemas.microsoft.com/office/drawing/2014/main" id="{7ECF1DF7-792D-B0A3-BEDF-479019F8D333}"/>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49" name="Picture 248" descr="Image result for human icon png">
                  <a:extLst>
                    <a:ext uri="{FF2B5EF4-FFF2-40B4-BE49-F238E27FC236}">
                      <a16:creationId xmlns:a16="http://schemas.microsoft.com/office/drawing/2014/main" id="{75354B4B-8213-A4A6-8CB2-3B097BF2721D}"/>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50" name="Picture 249" descr="Image result for human icon png">
                  <a:extLst>
                    <a:ext uri="{FF2B5EF4-FFF2-40B4-BE49-F238E27FC236}">
                      <a16:creationId xmlns:a16="http://schemas.microsoft.com/office/drawing/2014/main" id="{B75ACD18-FEA5-89DA-6784-6D9C51F5E75C}"/>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51" name="Picture 250" descr="Image result for human icon png">
                  <a:extLst>
                    <a:ext uri="{FF2B5EF4-FFF2-40B4-BE49-F238E27FC236}">
                      <a16:creationId xmlns:a16="http://schemas.microsoft.com/office/drawing/2014/main" id="{600E5CF8-CE6A-81D5-49CE-949CBD90910A}"/>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52" name="Picture 251" descr="Image result for human icon png">
                  <a:extLst>
                    <a:ext uri="{FF2B5EF4-FFF2-40B4-BE49-F238E27FC236}">
                      <a16:creationId xmlns:a16="http://schemas.microsoft.com/office/drawing/2014/main" id="{5DA9981B-C94D-3FFB-3932-B417CDFDE594}"/>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53" name="Picture 252" descr="Image result for human icon png">
                  <a:extLst>
                    <a:ext uri="{FF2B5EF4-FFF2-40B4-BE49-F238E27FC236}">
                      <a16:creationId xmlns:a16="http://schemas.microsoft.com/office/drawing/2014/main" id="{C3F7150C-242F-9731-241B-D7CA6538C754}"/>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54" name="Picture 253" descr="Image result for human icon png">
                  <a:extLst>
                    <a:ext uri="{FF2B5EF4-FFF2-40B4-BE49-F238E27FC236}">
                      <a16:creationId xmlns:a16="http://schemas.microsoft.com/office/drawing/2014/main" id="{629D6463-2F69-769F-71F2-60C39FE670A0}"/>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55" name="Picture 254" descr="Image result for human icon png">
                  <a:extLst>
                    <a:ext uri="{FF2B5EF4-FFF2-40B4-BE49-F238E27FC236}">
                      <a16:creationId xmlns:a16="http://schemas.microsoft.com/office/drawing/2014/main" id="{1E242084-83D2-27E9-8BAC-5D4ABBB44C2E}"/>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56" name="Picture 255" descr="Image result for human icon png">
                  <a:extLst>
                    <a:ext uri="{FF2B5EF4-FFF2-40B4-BE49-F238E27FC236}">
                      <a16:creationId xmlns:a16="http://schemas.microsoft.com/office/drawing/2014/main" id="{305800CD-26DB-AD3E-AC29-5AF8C3C6C052}"/>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57" name="Picture 256" descr="Image result for human icon png">
                  <a:extLst>
                    <a:ext uri="{FF2B5EF4-FFF2-40B4-BE49-F238E27FC236}">
                      <a16:creationId xmlns:a16="http://schemas.microsoft.com/office/drawing/2014/main" id="{0F62DEF8-CBEC-55D5-94F0-DD3513B7A742}"/>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58" name="Picture 257" descr="Image result for human icon png">
                  <a:extLst>
                    <a:ext uri="{FF2B5EF4-FFF2-40B4-BE49-F238E27FC236}">
                      <a16:creationId xmlns:a16="http://schemas.microsoft.com/office/drawing/2014/main" id="{08F1BC22-00B4-31F5-8A3B-4CD298A75623}"/>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59" name="Picture 258" descr="Image result for human icon png">
                  <a:extLst>
                    <a:ext uri="{FF2B5EF4-FFF2-40B4-BE49-F238E27FC236}">
                      <a16:creationId xmlns:a16="http://schemas.microsoft.com/office/drawing/2014/main" id="{56B59C52-9A01-E38A-A83D-8DC554EC5FCB}"/>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10" name="Group 209">
                <a:extLst>
                  <a:ext uri="{FF2B5EF4-FFF2-40B4-BE49-F238E27FC236}">
                    <a16:creationId xmlns:a16="http://schemas.microsoft.com/office/drawing/2014/main" id="{682D5C6C-E053-3C8E-E8FC-565B7A4157D2}"/>
                  </a:ext>
                </a:extLst>
              </p:cNvPr>
              <p:cNvGrpSpPr/>
              <p:nvPr/>
            </p:nvGrpSpPr>
            <p:grpSpPr>
              <a:xfrm>
                <a:off x="9046636" y="2281658"/>
                <a:ext cx="1181645" cy="732902"/>
                <a:chOff x="7111532" y="2553230"/>
                <a:chExt cx="1680563" cy="1042350"/>
              </a:xfrm>
            </p:grpSpPr>
            <p:pic>
              <p:nvPicPr>
                <p:cNvPr id="228" name="Picture 227" descr="Image result for human icon png">
                  <a:extLst>
                    <a:ext uri="{FF2B5EF4-FFF2-40B4-BE49-F238E27FC236}">
                      <a16:creationId xmlns:a16="http://schemas.microsoft.com/office/drawing/2014/main" id="{3845A4CA-400C-4DB8-4FBE-8A2C9CD20F34}"/>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29" name="Picture 228" descr="Image result for human icon png">
                  <a:extLst>
                    <a:ext uri="{FF2B5EF4-FFF2-40B4-BE49-F238E27FC236}">
                      <a16:creationId xmlns:a16="http://schemas.microsoft.com/office/drawing/2014/main" id="{A72334CF-001B-FC46-5B36-6409590BC651}"/>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30" name="Picture 229" descr="Image result for human icon png">
                  <a:extLst>
                    <a:ext uri="{FF2B5EF4-FFF2-40B4-BE49-F238E27FC236}">
                      <a16:creationId xmlns:a16="http://schemas.microsoft.com/office/drawing/2014/main" id="{EE4238A7-77F8-19C9-4058-2F58DFFF418F}"/>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31" name="Picture 230" descr="Image result for human icon png">
                  <a:extLst>
                    <a:ext uri="{FF2B5EF4-FFF2-40B4-BE49-F238E27FC236}">
                      <a16:creationId xmlns:a16="http://schemas.microsoft.com/office/drawing/2014/main" id="{56CBD96D-789E-B5F3-466B-1EBFB26B9AA6}"/>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32" name="Picture 231" descr="Image result for human icon png">
                  <a:extLst>
                    <a:ext uri="{FF2B5EF4-FFF2-40B4-BE49-F238E27FC236}">
                      <a16:creationId xmlns:a16="http://schemas.microsoft.com/office/drawing/2014/main" id="{DC7F77F1-CFCD-BA9C-620B-B3B0713DA919}"/>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33" name="Picture 232" descr="Image result for human icon png">
                  <a:extLst>
                    <a:ext uri="{FF2B5EF4-FFF2-40B4-BE49-F238E27FC236}">
                      <a16:creationId xmlns:a16="http://schemas.microsoft.com/office/drawing/2014/main" id="{174CF448-9F6E-9FA1-AAEB-BD32F01ACB92}"/>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34" name="Picture 233" descr="Image result for human icon png">
                  <a:extLst>
                    <a:ext uri="{FF2B5EF4-FFF2-40B4-BE49-F238E27FC236}">
                      <a16:creationId xmlns:a16="http://schemas.microsoft.com/office/drawing/2014/main" id="{4EAF3338-3A67-C00B-DC4A-C22D2915BD25}"/>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35" name="Picture 234" descr="Image result for human icon png">
                  <a:extLst>
                    <a:ext uri="{FF2B5EF4-FFF2-40B4-BE49-F238E27FC236}">
                      <a16:creationId xmlns:a16="http://schemas.microsoft.com/office/drawing/2014/main" id="{BE24812E-1625-8952-492F-A72CBA282C27}"/>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36" name="Picture 235" descr="Image result for human icon png">
                  <a:extLst>
                    <a:ext uri="{FF2B5EF4-FFF2-40B4-BE49-F238E27FC236}">
                      <a16:creationId xmlns:a16="http://schemas.microsoft.com/office/drawing/2014/main" id="{95626E8E-1EF6-03EE-9238-767BA2684F45}"/>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37" name="Picture 236" descr="Image result for human icon png">
                  <a:extLst>
                    <a:ext uri="{FF2B5EF4-FFF2-40B4-BE49-F238E27FC236}">
                      <a16:creationId xmlns:a16="http://schemas.microsoft.com/office/drawing/2014/main" id="{67A58CB6-1842-E769-38E6-F6F8CF19EDB6}"/>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38" name="Picture 237" descr="Image result for human icon png">
                  <a:extLst>
                    <a:ext uri="{FF2B5EF4-FFF2-40B4-BE49-F238E27FC236}">
                      <a16:creationId xmlns:a16="http://schemas.microsoft.com/office/drawing/2014/main" id="{6E777DC0-A348-CE73-1379-E091403256BB}"/>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39" name="Picture 238" descr="Image result for human icon png">
                  <a:extLst>
                    <a:ext uri="{FF2B5EF4-FFF2-40B4-BE49-F238E27FC236}">
                      <a16:creationId xmlns:a16="http://schemas.microsoft.com/office/drawing/2014/main" id="{3A49082B-44C3-0750-58D6-A403AF67D0F8}"/>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40" name="Picture 239" descr="Image result for human icon png">
                  <a:extLst>
                    <a:ext uri="{FF2B5EF4-FFF2-40B4-BE49-F238E27FC236}">
                      <a16:creationId xmlns:a16="http://schemas.microsoft.com/office/drawing/2014/main" id="{2D22E0C5-64D6-02C4-73A4-900087CDCF1E}"/>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41" name="Picture 240" descr="Image result for human icon png">
                  <a:extLst>
                    <a:ext uri="{FF2B5EF4-FFF2-40B4-BE49-F238E27FC236}">
                      <a16:creationId xmlns:a16="http://schemas.microsoft.com/office/drawing/2014/main" id="{7B0AEEDC-495C-6AF2-288E-BB0FCEEC06BC}"/>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42" name="Picture 241" descr="Image result for human icon png">
                  <a:extLst>
                    <a:ext uri="{FF2B5EF4-FFF2-40B4-BE49-F238E27FC236}">
                      <a16:creationId xmlns:a16="http://schemas.microsoft.com/office/drawing/2014/main" id="{D580C93D-CAAA-8D87-DF95-EBD80AF2B206}"/>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43" name="Picture 242" descr="Image result for human icon png">
                  <a:extLst>
                    <a:ext uri="{FF2B5EF4-FFF2-40B4-BE49-F238E27FC236}">
                      <a16:creationId xmlns:a16="http://schemas.microsoft.com/office/drawing/2014/main" id="{1D687927-22C8-A27E-D358-26AFBD9906A3}"/>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11" name="Group 210">
                <a:extLst>
                  <a:ext uri="{FF2B5EF4-FFF2-40B4-BE49-F238E27FC236}">
                    <a16:creationId xmlns:a16="http://schemas.microsoft.com/office/drawing/2014/main" id="{791AC47B-CB7E-3BF3-BE4D-1557C84A4FF0}"/>
                  </a:ext>
                </a:extLst>
              </p:cNvPr>
              <p:cNvGrpSpPr/>
              <p:nvPr/>
            </p:nvGrpSpPr>
            <p:grpSpPr>
              <a:xfrm>
                <a:off x="10039027" y="2289553"/>
                <a:ext cx="1181645" cy="732902"/>
                <a:chOff x="7111532" y="2553230"/>
                <a:chExt cx="1680563" cy="1042350"/>
              </a:xfrm>
            </p:grpSpPr>
            <p:pic>
              <p:nvPicPr>
                <p:cNvPr id="212" name="Picture 211" descr="Image result for human icon png">
                  <a:extLst>
                    <a:ext uri="{FF2B5EF4-FFF2-40B4-BE49-F238E27FC236}">
                      <a16:creationId xmlns:a16="http://schemas.microsoft.com/office/drawing/2014/main" id="{243561F7-3713-EFE7-8C7C-A366248636C5}"/>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13" name="Picture 212" descr="Image result for human icon png">
                  <a:extLst>
                    <a:ext uri="{FF2B5EF4-FFF2-40B4-BE49-F238E27FC236}">
                      <a16:creationId xmlns:a16="http://schemas.microsoft.com/office/drawing/2014/main" id="{077F427E-8530-2C9A-F3F3-A74B5E35F708}"/>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14" name="Picture 213" descr="Image result for human icon png">
                  <a:extLst>
                    <a:ext uri="{FF2B5EF4-FFF2-40B4-BE49-F238E27FC236}">
                      <a16:creationId xmlns:a16="http://schemas.microsoft.com/office/drawing/2014/main" id="{279AA272-F5B2-FEE7-4E73-8009E998318F}"/>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27056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15" name="Picture 214" descr="Image result for human icon png">
                  <a:extLst>
                    <a:ext uri="{FF2B5EF4-FFF2-40B4-BE49-F238E27FC236}">
                      <a16:creationId xmlns:a16="http://schemas.microsoft.com/office/drawing/2014/main" id="{26CDA91B-8B2F-68F5-32CC-900EB9D034B6}"/>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553230"/>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16" name="Picture 215" descr="Image result for human icon png">
                  <a:extLst>
                    <a:ext uri="{FF2B5EF4-FFF2-40B4-BE49-F238E27FC236}">
                      <a16:creationId xmlns:a16="http://schemas.microsoft.com/office/drawing/2014/main" id="{01D806A7-45CD-EBB5-1138-F24838D6C40A}"/>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1604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17" name="Picture 216" descr="Image result for human icon png">
                  <a:extLst>
                    <a:ext uri="{FF2B5EF4-FFF2-40B4-BE49-F238E27FC236}">
                      <a16:creationId xmlns:a16="http://schemas.microsoft.com/office/drawing/2014/main" id="{A7DF445A-E7CA-BE0B-98B7-C50D69A63661}"/>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8442"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18" name="Picture 217" descr="Image result for human icon png">
                  <a:extLst>
                    <a:ext uri="{FF2B5EF4-FFF2-40B4-BE49-F238E27FC236}">
                      <a16:creationId xmlns:a16="http://schemas.microsoft.com/office/drawing/2014/main" id="{A6902B4C-E55C-913A-1552-8DFCE366FD43}"/>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324154" y="31276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19" name="Picture 218" descr="Image result for human icon png">
                  <a:extLst>
                    <a:ext uri="{FF2B5EF4-FFF2-40B4-BE49-F238E27FC236}">
                      <a16:creationId xmlns:a16="http://schemas.microsoft.com/office/drawing/2014/main" id="{5FFD34A1-8E65-0248-E3C7-2695A151E003}"/>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42882" y="2975238"/>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20" name="Picture 219" descr="Image result for human icon png">
                  <a:extLst>
                    <a:ext uri="{FF2B5EF4-FFF2-40B4-BE49-F238E27FC236}">
                      <a16:creationId xmlns:a16="http://schemas.microsoft.com/office/drawing/2014/main" id="{5DDB59BE-00A0-5BD0-3C40-391AFADBB65F}"/>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21" name="Picture 220" descr="Image result for human icon png">
                  <a:extLst>
                    <a:ext uri="{FF2B5EF4-FFF2-40B4-BE49-F238E27FC236}">
                      <a16:creationId xmlns:a16="http://schemas.microsoft.com/office/drawing/2014/main" id="{49318980-2999-81AB-3298-31D4162A1611}"/>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22" name="Picture 221" descr="Image result for human icon png">
                  <a:extLst>
                    <a:ext uri="{FF2B5EF4-FFF2-40B4-BE49-F238E27FC236}">
                      <a16:creationId xmlns:a16="http://schemas.microsoft.com/office/drawing/2014/main" id="{F04E664B-2176-D497-83CF-F172E1E09449}"/>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27056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23" name="Picture 222" descr="Image result for human icon png">
                  <a:extLst>
                    <a:ext uri="{FF2B5EF4-FFF2-40B4-BE49-F238E27FC236}">
                      <a16:creationId xmlns:a16="http://schemas.microsoft.com/office/drawing/2014/main" id="{D63BA428-811F-3607-8340-EC39B21393CF}"/>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553231"/>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24" name="Picture 223" descr="Image result for human icon png">
                  <a:extLst>
                    <a:ext uri="{FF2B5EF4-FFF2-40B4-BE49-F238E27FC236}">
                      <a16:creationId xmlns:a16="http://schemas.microsoft.com/office/drawing/2014/main" id="{B5A1D8E3-39E3-82F4-A304-71582D671DDD}"/>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1153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25" name="Picture 224" descr="Image result for human icon png">
                  <a:extLst>
                    <a:ext uri="{FF2B5EF4-FFF2-40B4-BE49-F238E27FC236}">
                      <a16:creationId xmlns:a16="http://schemas.microsoft.com/office/drawing/2014/main" id="{AB44FA45-09A3-38DD-DD89-70DC726F6D5A}"/>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3932"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26" name="Picture 225" descr="Image result for human icon png">
                  <a:extLst>
                    <a:ext uri="{FF2B5EF4-FFF2-40B4-BE49-F238E27FC236}">
                      <a16:creationId xmlns:a16="http://schemas.microsoft.com/office/drawing/2014/main" id="{10D8AD63-12F9-25D3-5286-0E20982FB2D6}"/>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19644" y="3127639"/>
                  <a:ext cx="467941" cy="467941"/>
                </a:xfrm>
                <a:prstGeom prst="rect">
                  <a:avLst/>
                </a:prstGeom>
                <a:noFill/>
                <a:extLst>
                  <a:ext uri="{909E8E84-426E-40DD-AFC4-6F175D3DCCD1}">
                    <a14:hiddenFill xmlns:a14="http://schemas.microsoft.com/office/drawing/2010/main">
                      <a:solidFill>
                        <a:srgbClr val="FFFFFF"/>
                      </a:solidFill>
                    </a14:hiddenFill>
                  </a:ext>
                </a:extLst>
              </p:spPr>
            </p:pic>
            <p:pic>
              <p:nvPicPr>
                <p:cNvPr id="227" name="Picture 226" descr="Image result for human icon png">
                  <a:extLst>
                    <a:ext uri="{FF2B5EF4-FFF2-40B4-BE49-F238E27FC236}">
                      <a16:creationId xmlns:a16="http://schemas.microsoft.com/office/drawing/2014/main" id="{E7796DCD-D117-3C3B-9A70-51C37C7143EA}"/>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8372" y="2975239"/>
                  <a:ext cx="467941" cy="467941"/>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375" name="Group 374">
              <a:extLst>
                <a:ext uri="{FF2B5EF4-FFF2-40B4-BE49-F238E27FC236}">
                  <a16:creationId xmlns:a16="http://schemas.microsoft.com/office/drawing/2014/main" id="{EC47541F-6FCE-D9AF-B0F5-9EA08DE6D043}"/>
                </a:ext>
              </a:extLst>
            </p:cNvPr>
            <p:cNvGrpSpPr/>
            <p:nvPr/>
          </p:nvGrpSpPr>
          <p:grpSpPr>
            <a:xfrm>
              <a:off x="618115" y="3898980"/>
              <a:ext cx="10692612" cy="1150540"/>
              <a:chOff x="633046" y="2186629"/>
              <a:chExt cx="10692612" cy="1150540"/>
            </a:xfrm>
          </p:grpSpPr>
          <p:sp>
            <p:nvSpPr>
              <p:cNvPr id="376" name="TextBox 375">
                <a:extLst>
                  <a:ext uri="{FF2B5EF4-FFF2-40B4-BE49-F238E27FC236}">
                    <a16:creationId xmlns:a16="http://schemas.microsoft.com/office/drawing/2014/main" id="{5EE22B15-68AD-3E57-E966-2571F384CFD2}"/>
                  </a:ext>
                </a:extLst>
              </p:cNvPr>
              <p:cNvSpPr txBox="1"/>
              <p:nvPr/>
            </p:nvSpPr>
            <p:spPr>
              <a:xfrm>
                <a:off x="633046" y="2186629"/>
                <a:ext cx="3729226" cy="338554"/>
              </a:xfrm>
              <a:prstGeom prst="rect">
                <a:avLst/>
              </a:prstGeom>
              <a:noFill/>
            </p:spPr>
            <p:txBody>
              <a:bodyPr wrap="none" rtlCol="0">
                <a:spAutoFit/>
              </a:bodyPr>
              <a:lstStyle/>
              <a:p>
                <a:r>
                  <a:rPr lang="en-GB" sz="16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All patients not prescribed new treatment:</a:t>
                </a:r>
              </a:p>
            </p:txBody>
          </p:sp>
          <p:sp>
            <p:nvSpPr>
              <p:cNvPr id="377" name="Rectangle 376">
                <a:extLst>
                  <a:ext uri="{FF2B5EF4-FFF2-40B4-BE49-F238E27FC236}">
                    <a16:creationId xmlns:a16="http://schemas.microsoft.com/office/drawing/2014/main" id="{DD5B4C42-7C6F-290C-EF24-7C5C19ADF357}"/>
                  </a:ext>
                </a:extLst>
              </p:cNvPr>
              <p:cNvSpPr/>
              <p:nvPr/>
            </p:nvSpPr>
            <p:spPr>
              <a:xfrm>
                <a:off x="633046" y="2186629"/>
                <a:ext cx="10692612" cy="1150540"/>
              </a:xfrm>
              <a:prstGeom prst="rect">
                <a:avLst/>
              </a:prstGeom>
              <a:noFill/>
              <a:ln w="63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380" name="TextBox 379">
            <a:extLst>
              <a:ext uri="{FF2B5EF4-FFF2-40B4-BE49-F238E27FC236}">
                <a16:creationId xmlns:a16="http://schemas.microsoft.com/office/drawing/2014/main" id="{15A45B8C-1A64-57C7-DE8C-9FE581E72C92}"/>
              </a:ext>
            </a:extLst>
          </p:cNvPr>
          <p:cNvSpPr txBox="1"/>
          <p:nvPr/>
        </p:nvSpPr>
        <p:spPr>
          <a:xfrm>
            <a:off x="5300407" y="3165629"/>
            <a:ext cx="1185985" cy="307777"/>
          </a:xfrm>
          <a:prstGeom prst="rect">
            <a:avLst/>
          </a:prstGeom>
          <a:noFill/>
        </p:spPr>
        <p:txBody>
          <a:bodyPr wrap="square">
            <a:spAutoFit/>
          </a:bodyPr>
          <a:lstStyle/>
          <a:p>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compared to:</a:t>
            </a:r>
          </a:p>
        </p:txBody>
      </p:sp>
      <p:graphicFrame>
        <p:nvGraphicFramePr>
          <p:cNvPr id="381" name="Table 380">
            <a:extLst>
              <a:ext uri="{FF2B5EF4-FFF2-40B4-BE49-F238E27FC236}">
                <a16:creationId xmlns:a16="http://schemas.microsoft.com/office/drawing/2014/main" id="{5C261ECA-1425-6720-CB5A-05F8647C6CE0}"/>
              </a:ext>
            </a:extLst>
          </p:cNvPr>
          <p:cNvGraphicFramePr>
            <a:graphicFrameLocks noGrp="1"/>
          </p:cNvGraphicFramePr>
          <p:nvPr>
            <p:extLst>
              <p:ext uri="{D42A27DB-BD31-4B8C-83A1-F6EECF244321}">
                <p14:modId xmlns:p14="http://schemas.microsoft.com/office/powerpoint/2010/main" val="1457093015"/>
              </p:ext>
            </p:extLst>
          </p:nvPr>
        </p:nvGraphicFramePr>
        <p:xfrm>
          <a:off x="571205" y="5019674"/>
          <a:ext cx="10675694" cy="1473200"/>
        </p:xfrm>
        <a:graphic>
          <a:graphicData uri="http://schemas.openxmlformats.org/drawingml/2006/table">
            <a:tbl>
              <a:tblPr>
                <a:tableStyleId>{5C22544A-7EE6-4342-B048-85BDC9FD1C3A}</a:tableStyleId>
              </a:tblPr>
              <a:tblGrid>
                <a:gridCol w="5337847">
                  <a:extLst>
                    <a:ext uri="{9D8B030D-6E8A-4147-A177-3AD203B41FA5}">
                      <a16:colId xmlns:a16="http://schemas.microsoft.com/office/drawing/2014/main" val="1802150474"/>
                    </a:ext>
                  </a:extLst>
                </a:gridCol>
                <a:gridCol w="5337847">
                  <a:extLst>
                    <a:ext uri="{9D8B030D-6E8A-4147-A177-3AD203B41FA5}">
                      <a16:colId xmlns:a16="http://schemas.microsoft.com/office/drawing/2014/main" val="1691639724"/>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Problem</a:t>
                      </a:r>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accent3">
                        <a:lumMod val="20000"/>
                        <a:lumOff val="80000"/>
                      </a:schemeClr>
                    </a:solidFill>
                  </a:tcPr>
                </a:tc>
                <a:tc>
                  <a:txBody>
                    <a:bodyPr/>
                    <a:lstStyle/>
                    <a:p>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Solution</a:t>
                      </a:r>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67264035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We can’t study the whole target population.</a:t>
                      </a:r>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rgbClr val="FCF7E4"/>
                    </a:solidFill>
                  </a:tcPr>
                </a:tc>
                <a:tc>
                  <a:txBody>
                    <a:bodyPr/>
                    <a:lstStyle/>
                    <a:p>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We study a representative sample in a clinical trial.</a:t>
                      </a:r>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rgbClr val="FCF7E4"/>
                    </a:solidFill>
                  </a:tcPr>
                </a:tc>
                <a:extLst>
                  <a:ext uri="{0D108BD9-81ED-4DB2-BD59-A6C34878D82A}">
                    <a16:rowId xmlns:a16="http://schemas.microsoft.com/office/drawing/2014/main" val="28940284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If we prescribe the new treatment to a patient, we don’t know what outcome we would have observed, had they not been prescribed the new treatment (the “counterfactual problem”).</a:t>
                      </a:r>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rgbClr val="FCF7E4"/>
                    </a:solidFill>
                  </a:tcPr>
                </a:tc>
                <a:tc>
                  <a:txBody>
                    <a:bodyPr/>
                    <a:lstStyle/>
                    <a:p>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We use randomisation.</a:t>
                      </a:r>
                    </a:p>
                  </a:txBody>
                  <a:tcPr>
                    <a:lnL w="635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rgbClr val="FCF7E4"/>
                    </a:solidFill>
                  </a:tcPr>
                </a:tc>
                <a:extLst>
                  <a:ext uri="{0D108BD9-81ED-4DB2-BD59-A6C34878D82A}">
                    <a16:rowId xmlns:a16="http://schemas.microsoft.com/office/drawing/2014/main" val="3689115274"/>
                  </a:ext>
                </a:extLst>
              </a:tr>
            </a:tbl>
          </a:graphicData>
        </a:graphic>
      </p:graphicFrame>
    </p:spTree>
    <p:extLst>
      <p:ext uri="{BB962C8B-B14F-4D97-AF65-F5344CB8AC3E}">
        <p14:creationId xmlns:p14="http://schemas.microsoft.com/office/powerpoint/2010/main" val="207497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61F30-A127-ECF8-15B3-640D69029E60}"/>
            </a:ext>
          </a:extLst>
        </p:cNvPr>
        <p:cNvGrpSpPr/>
        <p:nvPr/>
      </p:nvGrpSpPr>
      <p:grpSpPr>
        <a:xfrm>
          <a:off x="0" y="0"/>
          <a:ext cx="0" cy="0"/>
          <a:chOff x="0" y="0"/>
          <a:chExt cx="0" cy="0"/>
        </a:xfrm>
      </p:grpSpPr>
      <p:graphicFrame>
        <p:nvGraphicFramePr>
          <p:cNvPr id="181" name="Table 180">
            <a:extLst>
              <a:ext uri="{FF2B5EF4-FFF2-40B4-BE49-F238E27FC236}">
                <a16:creationId xmlns:a16="http://schemas.microsoft.com/office/drawing/2014/main" id="{5D912EA7-1037-6EEC-E7D2-D9D78A7F07B9}"/>
              </a:ext>
            </a:extLst>
          </p:cNvPr>
          <p:cNvGraphicFramePr>
            <a:graphicFrameLocks noGrp="1"/>
          </p:cNvGraphicFramePr>
          <p:nvPr>
            <p:extLst>
              <p:ext uri="{D42A27DB-BD31-4B8C-83A1-F6EECF244321}">
                <p14:modId xmlns:p14="http://schemas.microsoft.com/office/powerpoint/2010/main" val="2132009044"/>
              </p:ext>
            </p:extLst>
          </p:nvPr>
        </p:nvGraphicFramePr>
        <p:xfrm>
          <a:off x="544465" y="1392782"/>
          <a:ext cx="9717842" cy="4419600"/>
        </p:xfrm>
        <a:graphic>
          <a:graphicData uri="http://schemas.openxmlformats.org/drawingml/2006/table">
            <a:tbl>
              <a:tblPr>
                <a:tableStyleId>{5C22544A-7EE6-4342-B048-85BDC9FD1C3A}</a:tableStyleId>
              </a:tblPr>
              <a:tblGrid>
                <a:gridCol w="518427">
                  <a:extLst>
                    <a:ext uri="{9D8B030D-6E8A-4147-A177-3AD203B41FA5}">
                      <a16:colId xmlns:a16="http://schemas.microsoft.com/office/drawing/2014/main" val="253640210"/>
                    </a:ext>
                  </a:extLst>
                </a:gridCol>
                <a:gridCol w="9199415">
                  <a:extLst>
                    <a:ext uri="{9D8B030D-6E8A-4147-A177-3AD203B41FA5}">
                      <a16:colId xmlns:a16="http://schemas.microsoft.com/office/drawing/2014/main" val="1347939004"/>
                    </a:ext>
                  </a:extLst>
                </a:gridCol>
              </a:tblGrid>
              <a:tr h="370840">
                <a:tc>
                  <a:txBody>
                    <a:bodyPr/>
                    <a:lstStyle/>
                    <a:p>
                      <a:endParaRPr lang="en-GB" dirty="0"/>
                    </a:p>
                  </a:txBody>
                  <a:tcPr>
                    <a:lnL w="6350" cap="flat" cmpd="sng" algn="ctr">
                      <a:solidFill>
                        <a:schemeClr val="tx1">
                          <a:lumMod val="65000"/>
                          <a:lumOff val="3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1"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Estimand</a:t>
                      </a:r>
                    </a:p>
                    <a:p>
                      <a:r>
                        <a:rPr lang="en-GB" sz="1600" i="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The question the study is aiming to address:</a:t>
                      </a:r>
                    </a:p>
                    <a:p>
                      <a:endParaRPr lang="en-GB" sz="1600" i="1"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a:p>
                      <a:r>
                        <a:rPr lang="en-GB" sz="1600" i="1"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“The average difference in 12-week change from baseline FEV₁ if all patients in the target population were prescribed treatment versus if the same patients were not prescribed treatment.”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600" b="1"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This value is assumed to be </a:t>
                      </a:r>
                      <a:r>
                        <a:rPr lang="en-GB" sz="16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fixed</a:t>
                      </a:r>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 but </a:t>
                      </a:r>
                      <a:r>
                        <a:rPr lang="en-GB" sz="16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unknown</a:t>
                      </a:r>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a:t>
                      </a:r>
                    </a:p>
                  </a:txBody>
                  <a:tcPr>
                    <a:lnL w="6350" cap="flat" cmpd="sng" algn="ctr">
                      <a:no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FCF7E4"/>
                    </a:solidFill>
                  </a:tcPr>
                </a:tc>
                <a:extLst>
                  <a:ext uri="{0D108BD9-81ED-4DB2-BD59-A6C34878D82A}">
                    <a16:rowId xmlns:a16="http://schemas.microsoft.com/office/drawing/2014/main" val="4258701264"/>
                  </a:ext>
                </a:extLst>
              </a:tr>
              <a:tr h="370840">
                <a:tc>
                  <a:txBody>
                    <a:bodyPr/>
                    <a:lstStyle/>
                    <a:p>
                      <a:endParaRPr lang="en-GB" dirty="0"/>
                    </a:p>
                  </a:txBody>
                  <a:tcPr>
                    <a:lnL w="6350" cap="flat" cmpd="sng" algn="ctr">
                      <a:solidFill>
                        <a:schemeClr val="tx1">
                          <a:lumMod val="65000"/>
                          <a:lumOff val="3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r>
                        <a:rPr lang="en-GB" sz="1600" b="1"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Estimator</a:t>
                      </a:r>
                    </a:p>
                    <a:p>
                      <a:r>
                        <a:rPr lang="en-GB" sz="1600" b="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Statistical method used to estimate this quantity: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“Least-square mean difference (dupilumab – placebo) for change from baseline in trough FEV₁ at Week 12 obtained from a MMRM model”</a:t>
                      </a:r>
                      <a:endParaRPr lang="en-GB" sz="1600" dirty="0">
                        <a:solidFill>
                          <a:schemeClr val="accent2">
                            <a:lumMod val="75000"/>
                          </a:schemeClr>
                        </a:solidFill>
                      </a:endParaRPr>
                    </a:p>
                  </a:txBody>
                  <a:tcPr>
                    <a:lnL w="6350" cap="flat" cmpd="sng" algn="ctr">
                      <a:no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FCF7E4"/>
                    </a:solidFill>
                  </a:tcPr>
                </a:tc>
                <a:extLst>
                  <a:ext uri="{0D108BD9-81ED-4DB2-BD59-A6C34878D82A}">
                    <a16:rowId xmlns:a16="http://schemas.microsoft.com/office/drawing/2014/main" val="3492163620"/>
                  </a:ext>
                </a:extLst>
              </a:tr>
              <a:tr h="370840">
                <a:tc>
                  <a:txBody>
                    <a:bodyPr/>
                    <a:lstStyle/>
                    <a:p>
                      <a:endParaRPr lang="en-GB" dirty="0"/>
                    </a:p>
                  </a:txBody>
                  <a:tcPr>
                    <a:lnL w="6350" cap="flat" cmpd="sng" algn="ctr">
                      <a:solidFill>
                        <a:schemeClr val="tx1">
                          <a:lumMod val="65000"/>
                          <a:lumOff val="3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r>
                        <a:rPr lang="en-GB" sz="1600" b="1"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Estimate</a:t>
                      </a:r>
                    </a:p>
                    <a:p>
                      <a:endParaRPr lang="en-GB" sz="1600" b="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a:p>
                      <a:r>
                        <a:rPr lang="en-GB" sz="1600" b="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The observed value of the estimator in the current study.</a:t>
                      </a:r>
                    </a:p>
                    <a:p>
                      <a:endParaRPr lang="en-GB" sz="1600" b="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a:p>
                      <a:r>
                        <a:rPr lang="en-GB" sz="1600" b="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“LSM mean difference = 100 mL”</a:t>
                      </a:r>
                    </a:p>
                  </a:txBody>
                  <a:tcPr>
                    <a:lnL w="6350" cap="flat" cmpd="sng" algn="ctr">
                      <a:no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FCF7E4"/>
                    </a:solidFill>
                  </a:tcPr>
                </a:tc>
                <a:extLst>
                  <a:ext uri="{0D108BD9-81ED-4DB2-BD59-A6C34878D82A}">
                    <a16:rowId xmlns:a16="http://schemas.microsoft.com/office/drawing/2014/main" val="1570422471"/>
                  </a:ext>
                </a:extLst>
              </a:tr>
            </a:tbl>
          </a:graphicData>
        </a:graphic>
      </p:graphicFrame>
      <mc:AlternateContent xmlns:mc="http://schemas.openxmlformats.org/markup-compatibility/2006" xmlns:a14="http://schemas.microsoft.com/office/drawing/2010/main">
        <mc:Choice Requires="a14">
          <p:sp>
            <p:nvSpPr>
              <p:cNvPr id="179" name="TextBox 178">
                <a:extLst>
                  <a:ext uri="{FF2B5EF4-FFF2-40B4-BE49-F238E27FC236}">
                    <a16:creationId xmlns:a16="http://schemas.microsoft.com/office/drawing/2014/main" id="{DC932F6C-F280-DABB-051A-A41732B76209}"/>
                  </a:ext>
                </a:extLst>
              </p:cNvPr>
              <p:cNvSpPr txBox="1"/>
              <p:nvPr/>
            </p:nvSpPr>
            <p:spPr>
              <a:xfrm>
                <a:off x="588506" y="1451408"/>
                <a:ext cx="352408"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2000" i="1" smtClean="0">
                          <a:solidFill>
                            <a:schemeClr val="accent2">
                              <a:lumMod val="75000"/>
                            </a:schemeClr>
                          </a:solidFill>
                          <a:latin typeface="Cambria Math" panose="02040503050406030204" pitchFamily="18" charset="0"/>
                          <a:ea typeface="Cambria Math" panose="02040503050406030204" pitchFamily="18" charset="0"/>
                        </a:rPr>
                        <m:t>𝜃</m:t>
                      </m:r>
                    </m:oMath>
                  </m:oMathPara>
                </a14:m>
                <a:endParaRPr lang="en-GB" sz="2000" dirty="0">
                  <a:solidFill>
                    <a:schemeClr val="accent2">
                      <a:lumMod val="75000"/>
                    </a:schemeClr>
                  </a:solidFill>
                </a:endParaRPr>
              </a:p>
            </p:txBody>
          </p:sp>
        </mc:Choice>
        <mc:Fallback xmlns="">
          <p:sp>
            <p:nvSpPr>
              <p:cNvPr id="179" name="TextBox 178">
                <a:extLst>
                  <a:ext uri="{FF2B5EF4-FFF2-40B4-BE49-F238E27FC236}">
                    <a16:creationId xmlns:a16="http://schemas.microsoft.com/office/drawing/2014/main" id="{DC932F6C-F280-DABB-051A-A41732B76209}"/>
                  </a:ext>
                </a:extLst>
              </p:cNvPr>
              <p:cNvSpPr txBox="1">
                <a:spLocks noRot="1" noChangeAspect="1" noMove="1" noResize="1" noEditPoints="1" noAdjustHandles="1" noChangeArrowheads="1" noChangeShapeType="1" noTextEdit="1"/>
              </p:cNvSpPr>
              <p:nvPr/>
            </p:nvSpPr>
            <p:spPr>
              <a:xfrm>
                <a:off x="588506" y="1451408"/>
                <a:ext cx="352408" cy="307777"/>
              </a:xfrm>
              <a:prstGeom prst="rect">
                <a:avLst/>
              </a:prstGeom>
              <a:blipFill>
                <a:blip r:embed="rId3"/>
                <a:stretch>
                  <a:fillRect b="-784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0" name="TextBox 179">
                <a:extLst>
                  <a:ext uri="{FF2B5EF4-FFF2-40B4-BE49-F238E27FC236}">
                    <a16:creationId xmlns:a16="http://schemas.microsoft.com/office/drawing/2014/main" id="{5F5A5699-3187-84D9-F071-0215C71E2048}"/>
                  </a:ext>
                </a:extLst>
              </p:cNvPr>
              <p:cNvSpPr txBox="1"/>
              <p:nvPr/>
            </p:nvSpPr>
            <p:spPr>
              <a:xfrm flipH="1">
                <a:off x="553521" y="3245294"/>
                <a:ext cx="437029" cy="32085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sz="2000" i="1" smtClean="0">
                              <a:solidFill>
                                <a:schemeClr val="accent2">
                                  <a:lumMod val="75000"/>
                                </a:schemeClr>
                              </a:solidFill>
                              <a:latin typeface="Cambria Math" panose="02040503050406030204" pitchFamily="18" charset="0"/>
                              <a:ea typeface="Cambria Math" panose="02040503050406030204" pitchFamily="18" charset="0"/>
                            </a:rPr>
                          </m:ctrlPr>
                        </m:accPr>
                        <m:e>
                          <m:r>
                            <a:rPr lang="en-GB" sz="2000" i="1" smtClean="0">
                              <a:solidFill>
                                <a:schemeClr val="accent2">
                                  <a:lumMod val="75000"/>
                                </a:schemeClr>
                              </a:solidFill>
                              <a:latin typeface="Cambria Math" panose="02040503050406030204" pitchFamily="18" charset="0"/>
                              <a:ea typeface="Cambria Math" panose="02040503050406030204" pitchFamily="18" charset="0"/>
                            </a:rPr>
                            <m:t>𝜃</m:t>
                          </m:r>
                        </m:e>
                      </m:acc>
                    </m:oMath>
                  </m:oMathPara>
                </a14:m>
                <a:endParaRPr lang="en-GB" sz="2000" dirty="0">
                  <a:solidFill>
                    <a:schemeClr val="accent2">
                      <a:lumMod val="75000"/>
                    </a:schemeClr>
                  </a:solidFill>
                </a:endParaRPr>
              </a:p>
            </p:txBody>
          </p:sp>
        </mc:Choice>
        <mc:Fallback xmlns="">
          <p:sp>
            <p:nvSpPr>
              <p:cNvPr id="180" name="TextBox 179">
                <a:extLst>
                  <a:ext uri="{FF2B5EF4-FFF2-40B4-BE49-F238E27FC236}">
                    <a16:creationId xmlns:a16="http://schemas.microsoft.com/office/drawing/2014/main" id="{5F5A5699-3187-84D9-F071-0215C71E2048}"/>
                  </a:ext>
                </a:extLst>
              </p:cNvPr>
              <p:cNvSpPr txBox="1">
                <a:spLocks noRot="1" noChangeAspect="1" noMove="1" noResize="1" noEditPoints="1" noAdjustHandles="1" noChangeArrowheads="1" noChangeShapeType="1" noTextEdit="1"/>
              </p:cNvSpPr>
              <p:nvPr/>
            </p:nvSpPr>
            <p:spPr>
              <a:xfrm flipH="1">
                <a:off x="553521" y="3245294"/>
                <a:ext cx="437029" cy="320857"/>
              </a:xfrm>
              <a:prstGeom prst="rect">
                <a:avLst/>
              </a:prstGeom>
              <a:blipFill>
                <a:blip r:embed="rId4"/>
                <a:stretch>
                  <a:fillRect t="-16981" r="-35211" b="-9434"/>
                </a:stretch>
              </a:blipFill>
            </p:spPr>
            <p:txBody>
              <a:bodyPr/>
              <a:lstStyle/>
              <a:p>
                <a:r>
                  <a:rPr lang="en-GB">
                    <a:noFill/>
                  </a:rPr>
                  <a:t> </a:t>
                </a:r>
              </a:p>
            </p:txBody>
          </p:sp>
        </mc:Fallback>
      </mc:AlternateContent>
      <p:sp>
        <p:nvSpPr>
          <p:cNvPr id="178" name="Title 1">
            <a:extLst>
              <a:ext uri="{FF2B5EF4-FFF2-40B4-BE49-F238E27FC236}">
                <a16:creationId xmlns:a16="http://schemas.microsoft.com/office/drawing/2014/main" id="{F16B7BE6-294A-894B-47D7-32FB4877434B}"/>
              </a:ext>
            </a:extLst>
          </p:cNvPr>
          <p:cNvSpPr>
            <a:spLocks noGrp="1"/>
          </p:cNvSpPr>
          <p:nvPr>
            <p:ph type="title"/>
          </p:nvPr>
        </p:nvSpPr>
        <p:spPr>
          <a:xfrm>
            <a:off x="838200" y="365126"/>
            <a:ext cx="10515600" cy="602284"/>
          </a:xfrm>
        </p:spPr>
        <p:txBody>
          <a:bodyPr>
            <a:normAutofit fontScale="90000"/>
          </a:bodyPr>
          <a:lstStyle/>
          <a:p>
            <a:r>
              <a:rPr lang="en-GB" dirty="0">
                <a:solidFill>
                  <a:schemeClr val="accent6">
                    <a:lumMod val="75000"/>
                  </a:schemeClr>
                </a:solidFill>
              </a:rPr>
              <a:t>Estimands, Estimators and Estimates</a:t>
            </a:r>
          </a:p>
        </p:txBody>
      </p:sp>
    </p:spTree>
    <p:extLst>
      <p:ext uri="{BB962C8B-B14F-4D97-AF65-F5344CB8AC3E}">
        <p14:creationId xmlns:p14="http://schemas.microsoft.com/office/powerpoint/2010/main" val="42581724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82E47EE-5BE8-439D-79D4-4E8970A9D49F}"/>
              </a:ext>
            </a:extLst>
          </p:cNvPr>
          <p:cNvSpPr txBox="1"/>
          <p:nvPr/>
        </p:nvSpPr>
        <p:spPr>
          <a:xfrm>
            <a:off x="6643077" y="2037922"/>
            <a:ext cx="5236703" cy="2557524"/>
          </a:xfrm>
          <a:prstGeom prst="rect">
            <a:avLst/>
          </a:prstGeom>
          <a:noFill/>
          <a:ln w="3175">
            <a:noFill/>
          </a:ln>
        </p:spPr>
        <p:txBody>
          <a:bodyPr wrap="square" anchor="ctr">
            <a:noAutofit/>
          </a:bodyPr>
          <a:lstStyle/>
          <a:p>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A measure of how much the Estimate varies between repeated trials is the </a:t>
            </a:r>
            <a:r>
              <a:rPr lang="en-GB" sz="16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Standard Error.</a:t>
            </a:r>
          </a:p>
          <a:p>
            <a:endParaRPr lang="en-GB"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a:p>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It depends on the number of patients in the study, and the overall variability of outcomes between patients.</a:t>
            </a:r>
          </a:p>
          <a:p>
            <a:endPar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a:p>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So, given the Estimate we observe in our study results, what we can say about the Estimand (which is fixed but unknown)?</a:t>
            </a:r>
          </a:p>
          <a:p>
            <a:endPar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a:p>
            <a:endParaRPr lang="en-GB" sz="1600" dirty="0"/>
          </a:p>
        </p:txBody>
      </p:sp>
      <p:sp>
        <p:nvSpPr>
          <p:cNvPr id="177" name="TextBox 176">
            <a:extLst>
              <a:ext uri="{FF2B5EF4-FFF2-40B4-BE49-F238E27FC236}">
                <a16:creationId xmlns:a16="http://schemas.microsoft.com/office/drawing/2014/main" id="{E0B52A9D-78CA-CC90-EDC7-63F080DE855E}"/>
              </a:ext>
            </a:extLst>
          </p:cNvPr>
          <p:cNvSpPr txBox="1"/>
          <p:nvPr/>
        </p:nvSpPr>
        <p:spPr>
          <a:xfrm>
            <a:off x="719804" y="1114805"/>
            <a:ext cx="10977488" cy="646331"/>
          </a:xfrm>
          <a:prstGeom prst="rect">
            <a:avLst/>
          </a:prstGeom>
          <a:noFill/>
        </p:spPr>
        <p:txBody>
          <a:bodyPr wrap="square">
            <a:spAutoFit/>
          </a:bodyPr>
          <a:lstStyle/>
          <a:p>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If we imagine repeating the study many times, on average the Estimate would tend to match the Estimand, but the exact value would vary between studies.</a:t>
            </a:r>
          </a:p>
        </p:txBody>
      </p:sp>
      <p:sp>
        <p:nvSpPr>
          <p:cNvPr id="9" name="Title 1">
            <a:extLst>
              <a:ext uri="{FF2B5EF4-FFF2-40B4-BE49-F238E27FC236}">
                <a16:creationId xmlns:a16="http://schemas.microsoft.com/office/drawing/2014/main" id="{B24B2137-5F58-A577-8665-45DF5211EDA8}"/>
              </a:ext>
            </a:extLst>
          </p:cNvPr>
          <p:cNvSpPr txBox="1">
            <a:spLocks/>
          </p:cNvSpPr>
          <p:nvPr/>
        </p:nvSpPr>
        <p:spPr>
          <a:xfrm>
            <a:off x="838200" y="365126"/>
            <a:ext cx="10515600" cy="602284"/>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600" dirty="0">
                <a:solidFill>
                  <a:schemeClr val="accent6">
                    <a:lumMod val="75000"/>
                  </a:schemeClr>
                </a:solidFill>
                <a:latin typeface="Arial" panose="020B0604020202020204" pitchFamily="34" charset="0"/>
                <a:cs typeface="Arial" panose="020B0604020202020204" pitchFamily="34" charset="0"/>
              </a:rPr>
              <a:t>Standard Error</a:t>
            </a:r>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F1F10048-0621-8EE9-912D-FE183D60181E}"/>
                  </a:ext>
                </a:extLst>
              </p:cNvPr>
              <p:cNvSpPr txBox="1"/>
              <p:nvPr/>
            </p:nvSpPr>
            <p:spPr>
              <a:xfrm>
                <a:off x="838200" y="2897831"/>
                <a:ext cx="1224693" cy="276999"/>
              </a:xfrm>
              <a:prstGeom prst="rect">
                <a:avLst/>
              </a:prstGeom>
              <a:noFill/>
            </p:spPr>
            <p:txBody>
              <a:bodyPr wrap="square" lIns="0" tIns="0" rIns="0" bIns="0" rtlCol="0">
                <a:spAutoFit/>
              </a:bodyPr>
              <a:lstStyle/>
              <a:p>
                <a:pPr/>
                <a14:m>
                  <m:oMath xmlns:m="http://schemas.openxmlformats.org/officeDocument/2006/math">
                    <m:r>
                      <a:rPr lang="en-GB" i="1" smtClean="0">
                        <a:solidFill>
                          <a:schemeClr val="accent2">
                            <a:lumMod val="75000"/>
                          </a:schemeClr>
                        </a:solidFill>
                        <a:latin typeface="Cambria Math" panose="02040503050406030204" pitchFamily="18" charset="0"/>
                        <a:ea typeface="Cambria Math" panose="02040503050406030204" pitchFamily="18" charset="0"/>
                      </a:rPr>
                      <m:t>𝜃</m:t>
                    </m:r>
                  </m:oMath>
                </a14:m>
                <a:r>
                  <a:rPr lang="en-GB"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 Estimand</a:t>
                </a:r>
              </a:p>
            </p:txBody>
          </p:sp>
        </mc:Choice>
        <mc:Fallback>
          <p:sp>
            <p:nvSpPr>
              <p:cNvPr id="8" name="TextBox 7">
                <a:extLst>
                  <a:ext uri="{FF2B5EF4-FFF2-40B4-BE49-F238E27FC236}">
                    <a16:creationId xmlns:a16="http://schemas.microsoft.com/office/drawing/2014/main" id="{F1F10048-0621-8EE9-912D-FE183D60181E}"/>
                  </a:ext>
                </a:extLst>
              </p:cNvPr>
              <p:cNvSpPr txBox="1">
                <a:spLocks noRot="1" noChangeAspect="1" noMove="1" noResize="1" noEditPoints="1" noAdjustHandles="1" noChangeArrowheads="1" noChangeShapeType="1" noTextEdit="1"/>
              </p:cNvSpPr>
              <p:nvPr/>
            </p:nvSpPr>
            <p:spPr>
              <a:xfrm>
                <a:off x="838200" y="2897831"/>
                <a:ext cx="1224693" cy="276999"/>
              </a:xfrm>
              <a:prstGeom prst="rect">
                <a:avLst/>
              </a:prstGeom>
              <a:blipFill>
                <a:blip r:embed="rId3"/>
                <a:stretch>
                  <a:fillRect l="-7000" t="-28261" b="-50000"/>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5CC2A3B5-B4BA-B454-50B8-DD0D5245D77F}"/>
                  </a:ext>
                </a:extLst>
              </p:cNvPr>
              <p:cNvSpPr txBox="1"/>
              <p:nvPr/>
            </p:nvSpPr>
            <p:spPr>
              <a:xfrm>
                <a:off x="838200" y="3702748"/>
                <a:ext cx="1094279" cy="288733"/>
              </a:xfrm>
              <a:prstGeom prst="rect">
                <a:avLst/>
              </a:prstGeom>
              <a:noFill/>
            </p:spPr>
            <p:txBody>
              <a:bodyPr wrap="square" lIns="0" tIns="0" rIns="0" bIns="0" rtlCol="0">
                <a:spAutoFit/>
              </a:bodyPr>
              <a:lstStyle/>
              <a:p>
                <a:pPr/>
                <a14:m>
                  <m:oMath xmlns:m="http://schemas.openxmlformats.org/officeDocument/2006/math">
                    <m:acc>
                      <m:accPr>
                        <m:chr m:val="̂"/>
                        <m:ctrlPr>
                          <a:rPr lang="en-GB" i="1" smtClean="0">
                            <a:solidFill>
                              <a:schemeClr val="accent2">
                                <a:lumMod val="75000"/>
                              </a:schemeClr>
                            </a:solidFill>
                            <a:latin typeface="Cambria Math" panose="02040503050406030204" pitchFamily="18" charset="0"/>
                            <a:ea typeface="Cambria Math" panose="02040503050406030204" pitchFamily="18" charset="0"/>
                          </a:rPr>
                        </m:ctrlPr>
                      </m:accPr>
                      <m:e>
                        <m:r>
                          <a:rPr lang="en-GB" i="1" smtClean="0">
                            <a:solidFill>
                              <a:schemeClr val="accent2">
                                <a:lumMod val="75000"/>
                              </a:schemeClr>
                            </a:solidFill>
                            <a:latin typeface="Cambria Math" panose="02040503050406030204" pitchFamily="18" charset="0"/>
                            <a:ea typeface="Cambria Math" panose="02040503050406030204" pitchFamily="18" charset="0"/>
                          </a:rPr>
                          <m:t>𝜃</m:t>
                        </m:r>
                      </m:e>
                    </m:acc>
                  </m:oMath>
                </a14:m>
                <a:r>
                  <a:rPr lang="en-GB" dirty="0">
                    <a:solidFill>
                      <a:schemeClr val="accent2">
                        <a:lumMod val="75000"/>
                      </a:schemeClr>
                    </a:solidFill>
                  </a:rPr>
                  <a:t> </a:t>
                </a:r>
                <a:r>
                  <a:rPr lang="en-GB"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Estimate</a:t>
                </a:r>
              </a:p>
            </p:txBody>
          </p:sp>
        </mc:Choice>
        <mc:Fallback>
          <p:sp>
            <p:nvSpPr>
              <p:cNvPr id="17" name="TextBox 16">
                <a:extLst>
                  <a:ext uri="{FF2B5EF4-FFF2-40B4-BE49-F238E27FC236}">
                    <a16:creationId xmlns:a16="http://schemas.microsoft.com/office/drawing/2014/main" id="{5CC2A3B5-B4BA-B454-50B8-DD0D5245D77F}"/>
                  </a:ext>
                </a:extLst>
              </p:cNvPr>
              <p:cNvSpPr txBox="1">
                <a:spLocks noRot="1" noChangeAspect="1" noMove="1" noResize="1" noEditPoints="1" noAdjustHandles="1" noChangeArrowheads="1" noChangeShapeType="1" noTextEdit="1"/>
              </p:cNvSpPr>
              <p:nvPr/>
            </p:nvSpPr>
            <p:spPr>
              <a:xfrm>
                <a:off x="838200" y="3702748"/>
                <a:ext cx="1094279" cy="288733"/>
              </a:xfrm>
              <a:prstGeom prst="rect">
                <a:avLst/>
              </a:prstGeom>
              <a:blipFill>
                <a:blip r:embed="rId4"/>
                <a:stretch>
                  <a:fillRect l="-7821" t="-25000" r="-6704" b="-47917"/>
                </a:stretch>
              </a:blipFill>
            </p:spPr>
            <p:txBody>
              <a:bodyPr/>
              <a:lstStyle/>
              <a:p>
                <a:r>
                  <a:rPr lang="en-GB">
                    <a:noFill/>
                  </a:rPr>
                  <a:t> </a:t>
                </a:r>
              </a:p>
            </p:txBody>
          </p:sp>
        </mc:Fallback>
      </mc:AlternateContent>
      <p:pic>
        <p:nvPicPr>
          <p:cNvPr id="20" name="Picture 19">
            <a:extLst>
              <a:ext uri="{FF2B5EF4-FFF2-40B4-BE49-F238E27FC236}">
                <a16:creationId xmlns:a16="http://schemas.microsoft.com/office/drawing/2014/main" id="{5B0153C4-FB2E-5F43-2E18-11C1AE60989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62893" y="1908531"/>
            <a:ext cx="4311408" cy="3079577"/>
          </a:xfrm>
          <a:prstGeom prst="rect">
            <a:avLst/>
          </a:prstGeom>
        </p:spPr>
      </p:pic>
    </p:spTree>
    <p:extLst>
      <p:ext uri="{BB962C8B-B14F-4D97-AF65-F5344CB8AC3E}">
        <p14:creationId xmlns:p14="http://schemas.microsoft.com/office/powerpoint/2010/main" val="2428188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FD7CE-AD5A-19A5-C3DB-EA0335A9467B}"/>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523CB075-9386-AB51-A390-A42177A27E7B}"/>
              </a:ext>
            </a:extLst>
          </p:cNvPr>
          <p:cNvSpPr txBox="1"/>
          <p:nvPr/>
        </p:nvSpPr>
        <p:spPr>
          <a:xfrm>
            <a:off x="657013" y="1194534"/>
            <a:ext cx="10696787" cy="1077218"/>
          </a:xfrm>
          <a:prstGeom prst="rect">
            <a:avLst/>
          </a:prstGeom>
          <a:noFill/>
        </p:spPr>
        <p:txBody>
          <a:bodyPr wrap="square">
            <a:spAutoFit/>
          </a:bodyPr>
          <a:lstStyle/>
          <a:p>
            <a:r>
              <a:rPr lang="en-GB"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We can construct a </a:t>
            </a:r>
            <a:r>
              <a:rPr lang="en-GB" sz="16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95% confidence interval </a:t>
            </a:r>
            <a:r>
              <a:rPr lang="en-GB"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around our Estimate. </a:t>
            </a:r>
          </a:p>
          <a:p>
            <a:endParaRPr lang="en-GB"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a:p>
            <a:r>
              <a:rPr lang="en-GB"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If we imagine repeating the study many times, the confidence intervals would include the Estimand 95% of the time.</a:t>
            </a:r>
          </a:p>
          <a:p>
            <a:endParaRPr lang="en-GB"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FB3CA7B-E09C-DAAA-DCC1-460E526D248B}"/>
                  </a:ext>
                </a:extLst>
              </p:cNvPr>
              <p:cNvSpPr txBox="1"/>
              <p:nvPr/>
            </p:nvSpPr>
            <p:spPr>
              <a:xfrm>
                <a:off x="10525840" y="467593"/>
                <a:ext cx="344668" cy="28873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i="1" smtClean="0">
                              <a:solidFill>
                                <a:schemeClr val="accent2">
                                  <a:lumMod val="75000"/>
                                </a:schemeClr>
                              </a:solidFill>
                              <a:latin typeface="Cambria Math" panose="02040503050406030204" pitchFamily="18" charset="0"/>
                              <a:ea typeface="Cambria Math" panose="02040503050406030204" pitchFamily="18" charset="0"/>
                            </a:rPr>
                          </m:ctrlPr>
                        </m:accPr>
                        <m:e>
                          <m:r>
                            <a:rPr lang="en-GB" i="1" smtClean="0">
                              <a:solidFill>
                                <a:schemeClr val="accent2">
                                  <a:lumMod val="75000"/>
                                </a:schemeClr>
                              </a:solidFill>
                              <a:latin typeface="Cambria Math" panose="02040503050406030204" pitchFamily="18" charset="0"/>
                              <a:ea typeface="Cambria Math" panose="02040503050406030204" pitchFamily="18" charset="0"/>
                            </a:rPr>
                            <m:t>𝜃</m:t>
                          </m:r>
                        </m:e>
                      </m:acc>
                    </m:oMath>
                  </m:oMathPara>
                </a14:m>
                <a:endParaRPr lang="en-GB" dirty="0">
                  <a:solidFill>
                    <a:schemeClr val="accent2">
                      <a:lumMod val="75000"/>
                    </a:schemeClr>
                  </a:solidFill>
                </a:endParaRPr>
              </a:p>
            </p:txBody>
          </p:sp>
        </mc:Choice>
        <mc:Fallback xmlns="">
          <p:sp>
            <p:nvSpPr>
              <p:cNvPr id="3" name="TextBox 2">
                <a:extLst>
                  <a:ext uri="{FF2B5EF4-FFF2-40B4-BE49-F238E27FC236}">
                    <a16:creationId xmlns:a16="http://schemas.microsoft.com/office/drawing/2014/main" id="{DFB3CA7B-E09C-DAAA-DCC1-460E526D248B}"/>
                  </a:ext>
                </a:extLst>
              </p:cNvPr>
              <p:cNvSpPr txBox="1">
                <a:spLocks noRot="1" noChangeAspect="1" noMove="1" noResize="1" noEditPoints="1" noAdjustHandles="1" noChangeArrowheads="1" noChangeShapeType="1" noTextEdit="1"/>
              </p:cNvSpPr>
              <p:nvPr/>
            </p:nvSpPr>
            <p:spPr>
              <a:xfrm>
                <a:off x="10525840" y="467593"/>
                <a:ext cx="344668" cy="288733"/>
              </a:xfrm>
              <a:prstGeom prst="rect">
                <a:avLst/>
              </a:prstGeom>
              <a:blipFill>
                <a:blip r:embed="rId3"/>
                <a:stretch>
                  <a:fillRect t="-25532" r="-53571" b="-851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64C4DD1-A5FC-468B-EF2A-5661864AB6AA}"/>
                  </a:ext>
                </a:extLst>
              </p:cNvPr>
              <p:cNvSpPr txBox="1"/>
              <p:nvPr/>
            </p:nvSpPr>
            <p:spPr>
              <a:xfrm>
                <a:off x="10870508" y="527768"/>
                <a:ext cx="35240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i="1" smtClean="0">
                          <a:solidFill>
                            <a:schemeClr val="accent2">
                              <a:lumMod val="75000"/>
                            </a:schemeClr>
                          </a:solidFill>
                          <a:latin typeface="Cambria Math" panose="02040503050406030204" pitchFamily="18" charset="0"/>
                          <a:ea typeface="Cambria Math" panose="02040503050406030204" pitchFamily="18" charset="0"/>
                        </a:rPr>
                        <m:t>𝜃</m:t>
                      </m:r>
                    </m:oMath>
                  </m:oMathPara>
                </a14:m>
                <a:endParaRPr lang="en-GB" dirty="0">
                  <a:solidFill>
                    <a:schemeClr val="accent2">
                      <a:lumMod val="75000"/>
                    </a:schemeClr>
                  </a:solidFill>
                </a:endParaRPr>
              </a:p>
            </p:txBody>
          </p:sp>
        </mc:Choice>
        <mc:Fallback xmlns="">
          <p:sp>
            <p:nvSpPr>
              <p:cNvPr id="9" name="TextBox 8">
                <a:extLst>
                  <a:ext uri="{FF2B5EF4-FFF2-40B4-BE49-F238E27FC236}">
                    <a16:creationId xmlns:a16="http://schemas.microsoft.com/office/drawing/2014/main" id="{D64C4DD1-A5FC-468B-EF2A-5661864AB6AA}"/>
                  </a:ext>
                </a:extLst>
              </p:cNvPr>
              <p:cNvSpPr txBox="1">
                <a:spLocks noRot="1" noChangeAspect="1" noMove="1" noResize="1" noEditPoints="1" noAdjustHandles="1" noChangeArrowheads="1" noChangeShapeType="1" noTextEdit="1"/>
              </p:cNvSpPr>
              <p:nvPr/>
            </p:nvSpPr>
            <p:spPr>
              <a:xfrm>
                <a:off x="10870508" y="527768"/>
                <a:ext cx="352408" cy="276999"/>
              </a:xfrm>
              <a:prstGeom prst="rect">
                <a:avLst/>
              </a:prstGeom>
              <a:blipFill>
                <a:blip r:embed="rId5"/>
                <a:stretch>
                  <a:fillRect b="-8889"/>
                </a:stretch>
              </a:blipFill>
            </p:spPr>
            <p:txBody>
              <a:bodyPr/>
              <a:lstStyle/>
              <a:p>
                <a:r>
                  <a:rPr lang="en-GB">
                    <a:noFill/>
                  </a:rPr>
                  <a:t> </a:t>
                </a:r>
              </a:p>
            </p:txBody>
          </p:sp>
        </mc:Fallback>
      </mc:AlternateContent>
      <p:sp>
        <p:nvSpPr>
          <p:cNvPr id="4" name="Title 1">
            <a:extLst>
              <a:ext uri="{FF2B5EF4-FFF2-40B4-BE49-F238E27FC236}">
                <a16:creationId xmlns:a16="http://schemas.microsoft.com/office/drawing/2014/main" id="{E2F00A90-8933-3724-F55D-A71D1AB1F4BC}"/>
              </a:ext>
            </a:extLst>
          </p:cNvPr>
          <p:cNvSpPr txBox="1">
            <a:spLocks/>
          </p:cNvSpPr>
          <p:nvPr/>
        </p:nvSpPr>
        <p:spPr>
          <a:xfrm>
            <a:off x="838200" y="365126"/>
            <a:ext cx="10515600" cy="602284"/>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600" dirty="0">
                <a:solidFill>
                  <a:schemeClr val="accent6">
                    <a:lumMod val="75000"/>
                  </a:schemeClr>
                </a:solidFill>
                <a:latin typeface="Arial" panose="020B0604020202020204" pitchFamily="34" charset="0"/>
                <a:cs typeface="Arial" panose="020B0604020202020204" pitchFamily="34" charset="0"/>
              </a:rPr>
              <a:t>Confidence Interval</a:t>
            </a:r>
          </a:p>
        </p:txBody>
      </p:sp>
      <p:pic>
        <p:nvPicPr>
          <p:cNvPr id="11" name="Picture 10">
            <a:extLst>
              <a:ext uri="{FF2B5EF4-FFF2-40B4-BE49-F238E27FC236}">
                <a16:creationId xmlns:a16="http://schemas.microsoft.com/office/drawing/2014/main" id="{DF63E146-3725-40A5-62EB-07A5B04D3D6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55925" y="2046479"/>
            <a:ext cx="3905056" cy="2789326"/>
          </a:xfrm>
          <a:prstGeom prst="rect">
            <a:avLst/>
          </a:prstGeom>
        </p:spPr>
      </p:pic>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81CC934C-B684-DD67-9837-D9EFBA39D7C8}"/>
                  </a:ext>
                </a:extLst>
              </p:cNvPr>
              <p:cNvSpPr txBox="1"/>
              <p:nvPr/>
            </p:nvSpPr>
            <p:spPr>
              <a:xfrm>
                <a:off x="838200" y="2897831"/>
                <a:ext cx="1224693" cy="276999"/>
              </a:xfrm>
              <a:prstGeom prst="rect">
                <a:avLst/>
              </a:prstGeom>
              <a:noFill/>
            </p:spPr>
            <p:txBody>
              <a:bodyPr wrap="square" lIns="0" tIns="0" rIns="0" bIns="0" rtlCol="0">
                <a:spAutoFit/>
              </a:bodyPr>
              <a:lstStyle/>
              <a:p>
                <a:pPr/>
                <a14:m>
                  <m:oMath xmlns:m="http://schemas.openxmlformats.org/officeDocument/2006/math">
                    <m:r>
                      <a:rPr lang="en-GB" i="1" smtClean="0">
                        <a:solidFill>
                          <a:schemeClr val="accent2">
                            <a:lumMod val="75000"/>
                          </a:schemeClr>
                        </a:solidFill>
                        <a:latin typeface="Cambria Math" panose="02040503050406030204" pitchFamily="18" charset="0"/>
                        <a:ea typeface="Cambria Math" panose="02040503050406030204" pitchFamily="18" charset="0"/>
                      </a:rPr>
                      <m:t>𝜃</m:t>
                    </m:r>
                  </m:oMath>
                </a14:m>
                <a:r>
                  <a:rPr lang="en-GB"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 Estimand</a:t>
                </a:r>
              </a:p>
            </p:txBody>
          </p:sp>
        </mc:Choice>
        <mc:Fallback>
          <p:sp>
            <p:nvSpPr>
              <p:cNvPr id="14" name="TextBox 13">
                <a:extLst>
                  <a:ext uri="{FF2B5EF4-FFF2-40B4-BE49-F238E27FC236}">
                    <a16:creationId xmlns:a16="http://schemas.microsoft.com/office/drawing/2014/main" id="{81CC934C-B684-DD67-9837-D9EFBA39D7C8}"/>
                  </a:ext>
                </a:extLst>
              </p:cNvPr>
              <p:cNvSpPr txBox="1">
                <a:spLocks noRot="1" noChangeAspect="1" noMove="1" noResize="1" noEditPoints="1" noAdjustHandles="1" noChangeArrowheads="1" noChangeShapeType="1" noTextEdit="1"/>
              </p:cNvSpPr>
              <p:nvPr/>
            </p:nvSpPr>
            <p:spPr>
              <a:xfrm>
                <a:off x="838200" y="2897831"/>
                <a:ext cx="1224693" cy="276999"/>
              </a:xfrm>
              <a:prstGeom prst="rect">
                <a:avLst/>
              </a:prstGeom>
              <a:blipFill>
                <a:blip r:embed="rId7"/>
                <a:stretch>
                  <a:fillRect l="-7000" t="-28261" b="-50000"/>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D07ECB22-C247-E92A-C83E-495A9A0AFF12}"/>
                  </a:ext>
                </a:extLst>
              </p:cNvPr>
              <p:cNvSpPr txBox="1"/>
              <p:nvPr/>
            </p:nvSpPr>
            <p:spPr>
              <a:xfrm>
                <a:off x="838200" y="3702748"/>
                <a:ext cx="1094279" cy="288733"/>
              </a:xfrm>
              <a:prstGeom prst="rect">
                <a:avLst/>
              </a:prstGeom>
              <a:noFill/>
            </p:spPr>
            <p:txBody>
              <a:bodyPr wrap="square" lIns="0" tIns="0" rIns="0" bIns="0" rtlCol="0">
                <a:spAutoFit/>
              </a:bodyPr>
              <a:lstStyle/>
              <a:p>
                <a:pPr/>
                <a14:m>
                  <m:oMath xmlns:m="http://schemas.openxmlformats.org/officeDocument/2006/math">
                    <m:acc>
                      <m:accPr>
                        <m:chr m:val="̂"/>
                        <m:ctrlPr>
                          <a:rPr lang="en-GB" i="1" smtClean="0">
                            <a:solidFill>
                              <a:schemeClr val="accent2">
                                <a:lumMod val="75000"/>
                              </a:schemeClr>
                            </a:solidFill>
                            <a:latin typeface="Cambria Math" panose="02040503050406030204" pitchFamily="18" charset="0"/>
                            <a:ea typeface="Cambria Math" panose="02040503050406030204" pitchFamily="18" charset="0"/>
                          </a:rPr>
                        </m:ctrlPr>
                      </m:accPr>
                      <m:e>
                        <m:r>
                          <a:rPr lang="en-GB" i="1" smtClean="0">
                            <a:solidFill>
                              <a:schemeClr val="accent2">
                                <a:lumMod val="75000"/>
                              </a:schemeClr>
                            </a:solidFill>
                            <a:latin typeface="Cambria Math" panose="02040503050406030204" pitchFamily="18" charset="0"/>
                            <a:ea typeface="Cambria Math" panose="02040503050406030204" pitchFamily="18" charset="0"/>
                          </a:rPr>
                          <m:t>𝜃</m:t>
                        </m:r>
                      </m:e>
                    </m:acc>
                  </m:oMath>
                </a14:m>
                <a:r>
                  <a:rPr lang="en-GB" dirty="0">
                    <a:solidFill>
                      <a:schemeClr val="accent2">
                        <a:lumMod val="75000"/>
                      </a:schemeClr>
                    </a:solidFill>
                  </a:rPr>
                  <a:t> </a:t>
                </a:r>
                <a:r>
                  <a:rPr lang="en-GB"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Estimate</a:t>
                </a:r>
              </a:p>
            </p:txBody>
          </p:sp>
        </mc:Choice>
        <mc:Fallback>
          <p:sp>
            <p:nvSpPr>
              <p:cNvPr id="17" name="TextBox 16">
                <a:extLst>
                  <a:ext uri="{FF2B5EF4-FFF2-40B4-BE49-F238E27FC236}">
                    <a16:creationId xmlns:a16="http://schemas.microsoft.com/office/drawing/2014/main" id="{D07ECB22-C247-E92A-C83E-495A9A0AFF12}"/>
                  </a:ext>
                </a:extLst>
              </p:cNvPr>
              <p:cNvSpPr txBox="1">
                <a:spLocks noRot="1" noChangeAspect="1" noMove="1" noResize="1" noEditPoints="1" noAdjustHandles="1" noChangeArrowheads="1" noChangeShapeType="1" noTextEdit="1"/>
              </p:cNvSpPr>
              <p:nvPr/>
            </p:nvSpPr>
            <p:spPr>
              <a:xfrm>
                <a:off x="838200" y="3702748"/>
                <a:ext cx="1094279" cy="288733"/>
              </a:xfrm>
              <a:prstGeom prst="rect">
                <a:avLst/>
              </a:prstGeom>
              <a:blipFill>
                <a:blip r:embed="rId8"/>
                <a:stretch>
                  <a:fillRect l="-7821" t="-25000" r="-6704" b="-47917"/>
                </a:stretch>
              </a:blipFill>
            </p:spPr>
            <p:txBody>
              <a:bodyPr/>
              <a:lstStyle/>
              <a:p>
                <a:r>
                  <a:rPr lang="en-GB">
                    <a:noFill/>
                  </a:rPr>
                  <a:t> </a:t>
                </a:r>
              </a:p>
            </p:txBody>
          </p:sp>
        </mc:Fallback>
      </mc:AlternateContent>
    </p:spTree>
    <p:extLst>
      <p:ext uri="{BB962C8B-B14F-4D97-AF65-F5344CB8AC3E}">
        <p14:creationId xmlns:p14="http://schemas.microsoft.com/office/powerpoint/2010/main" val="30759616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EDFFF-9287-F45F-7A61-4C9CD8846CF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CCC6612-0E98-C1F7-FDC8-BC2E06FA6CF9}"/>
              </a:ext>
            </a:extLst>
          </p:cNvPr>
          <p:cNvSpPr txBox="1"/>
          <p:nvPr/>
        </p:nvSpPr>
        <p:spPr>
          <a:xfrm>
            <a:off x="838200" y="1248756"/>
            <a:ext cx="10392508" cy="646331"/>
          </a:xfrm>
          <a:prstGeom prst="rect">
            <a:avLst/>
          </a:prstGeom>
          <a:noFill/>
        </p:spPr>
        <p:txBody>
          <a:bodyPr wrap="square">
            <a:spAutoFit/>
          </a:bodyPr>
          <a:lstStyle/>
          <a:p>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Of course in practice, the Estimand is unknown, and we observe only a single Estimate and 95% confidence interval in our study. </a:t>
            </a:r>
            <a:endParaRPr lang="en-GB" dirty="0"/>
          </a:p>
        </p:txBody>
      </p:sp>
      <p:sp>
        <p:nvSpPr>
          <p:cNvPr id="4" name="Title 1">
            <a:extLst>
              <a:ext uri="{FF2B5EF4-FFF2-40B4-BE49-F238E27FC236}">
                <a16:creationId xmlns:a16="http://schemas.microsoft.com/office/drawing/2014/main" id="{671F8D34-57D5-DF14-2C56-C57830352934}"/>
              </a:ext>
            </a:extLst>
          </p:cNvPr>
          <p:cNvSpPr txBox="1">
            <a:spLocks/>
          </p:cNvSpPr>
          <p:nvPr/>
        </p:nvSpPr>
        <p:spPr>
          <a:xfrm>
            <a:off x="838200" y="365126"/>
            <a:ext cx="10515600" cy="602284"/>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600" dirty="0">
                <a:solidFill>
                  <a:schemeClr val="accent6">
                    <a:lumMod val="75000"/>
                  </a:schemeClr>
                </a:solidFill>
                <a:latin typeface="Arial" panose="020B0604020202020204" pitchFamily="34" charset="0"/>
                <a:cs typeface="Arial" panose="020B0604020202020204" pitchFamily="34" charset="0"/>
              </a:rPr>
              <a:t>Confidence Interval</a:t>
            </a:r>
          </a:p>
        </p:txBody>
      </p:sp>
      <p:pic>
        <p:nvPicPr>
          <p:cNvPr id="15" name="Picture 14">
            <a:extLst>
              <a:ext uri="{FF2B5EF4-FFF2-40B4-BE49-F238E27FC236}">
                <a16:creationId xmlns:a16="http://schemas.microsoft.com/office/drawing/2014/main" id="{7D569BDD-5AE6-B140-0FFB-648042155C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850258"/>
            <a:ext cx="4499206" cy="3213719"/>
          </a:xfrm>
          <a:prstGeom prst="rect">
            <a:avLst/>
          </a:prstGeom>
        </p:spPr>
      </p:pic>
      <p:sp>
        <p:nvSpPr>
          <p:cNvPr id="8" name="TextBox 7">
            <a:extLst>
              <a:ext uri="{FF2B5EF4-FFF2-40B4-BE49-F238E27FC236}">
                <a16:creationId xmlns:a16="http://schemas.microsoft.com/office/drawing/2014/main" id="{E304DA6C-507C-A026-1FCC-19AC0CC0A3DF}"/>
              </a:ext>
            </a:extLst>
          </p:cNvPr>
          <p:cNvSpPr txBox="1"/>
          <p:nvPr/>
        </p:nvSpPr>
        <p:spPr>
          <a:xfrm>
            <a:off x="5595815" y="2057708"/>
            <a:ext cx="5981070" cy="3631763"/>
          </a:xfrm>
          <a:prstGeom prst="rect">
            <a:avLst/>
          </a:prstGeom>
          <a:noFill/>
        </p:spPr>
        <p:txBody>
          <a:bodyPr wrap="square">
            <a:spAutoFit/>
          </a:bodyPr>
          <a:lstStyle/>
          <a:p>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We can interpret the confidence interval as representing </a:t>
            </a:r>
            <a:r>
              <a:rPr lang="en-GB" sz="16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plausible values </a:t>
            </a:r>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for the Estimand, given the results of our study.</a:t>
            </a:r>
          </a:p>
          <a:p>
            <a:endPar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a:p>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Because the Estimand is a fixed value (albeit unknown), it is not random and therefore does not have a probability distribution. </a:t>
            </a:r>
          </a:p>
          <a:p>
            <a:endPar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a:p>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We should therefore </a:t>
            </a:r>
            <a:r>
              <a:rPr lang="en-GB" sz="16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avoid</a:t>
            </a:r>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 statements such as:</a:t>
            </a:r>
          </a:p>
          <a:p>
            <a:endPar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a:p>
            <a:r>
              <a:rPr lang="en-GB" sz="1600" i="1"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“The treatment effect has a 95% probability of being within the interval”</a:t>
            </a:r>
          </a:p>
          <a:p>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   </a:t>
            </a:r>
          </a:p>
          <a:p>
            <a:endPar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a:p>
            <a:endPar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a:p>
            <a:endPar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49515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31B15-9BD9-08C6-BAB3-6140F109D1A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464831C-0C7B-6F30-8C73-B41F3C4D94A8}"/>
              </a:ext>
            </a:extLst>
          </p:cNvPr>
          <p:cNvSpPr txBox="1"/>
          <p:nvPr/>
        </p:nvSpPr>
        <p:spPr>
          <a:xfrm>
            <a:off x="838200" y="1248756"/>
            <a:ext cx="10392508" cy="369332"/>
          </a:xfrm>
          <a:prstGeom prst="rect">
            <a:avLst/>
          </a:prstGeom>
          <a:noFill/>
        </p:spPr>
        <p:txBody>
          <a:bodyPr wrap="square">
            <a:spAutoFit/>
          </a:bodyPr>
          <a:lstStyle/>
          <a:p>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More on the interpretation of confidence intervals:</a:t>
            </a:r>
            <a:endParaRPr lang="en-GB" dirty="0"/>
          </a:p>
        </p:txBody>
      </p:sp>
      <p:sp>
        <p:nvSpPr>
          <p:cNvPr id="4" name="Title 1">
            <a:extLst>
              <a:ext uri="{FF2B5EF4-FFF2-40B4-BE49-F238E27FC236}">
                <a16:creationId xmlns:a16="http://schemas.microsoft.com/office/drawing/2014/main" id="{6BE87D69-FF58-ED34-8140-D0B693A81568}"/>
              </a:ext>
            </a:extLst>
          </p:cNvPr>
          <p:cNvSpPr txBox="1">
            <a:spLocks/>
          </p:cNvSpPr>
          <p:nvPr/>
        </p:nvSpPr>
        <p:spPr>
          <a:xfrm>
            <a:off x="838200" y="365126"/>
            <a:ext cx="10515600" cy="602284"/>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3600" dirty="0">
                <a:solidFill>
                  <a:schemeClr val="accent6">
                    <a:lumMod val="75000"/>
                  </a:schemeClr>
                </a:solidFill>
                <a:latin typeface="Arial" panose="020B0604020202020204" pitchFamily="34" charset="0"/>
                <a:cs typeface="Arial" panose="020B0604020202020204" pitchFamily="34" charset="0"/>
              </a:rPr>
              <a:t>Confidence Interval</a:t>
            </a:r>
          </a:p>
        </p:txBody>
      </p:sp>
      <p:pic>
        <p:nvPicPr>
          <p:cNvPr id="15" name="Picture 14">
            <a:extLst>
              <a:ext uri="{FF2B5EF4-FFF2-40B4-BE49-F238E27FC236}">
                <a16:creationId xmlns:a16="http://schemas.microsoft.com/office/drawing/2014/main" id="{BB400583-3505-C538-8780-5BCD831792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5582" y="1525091"/>
            <a:ext cx="4499206" cy="3213719"/>
          </a:xfrm>
          <a:prstGeom prst="rect">
            <a:avLst/>
          </a:prstGeom>
        </p:spPr>
      </p:pic>
      <p:sp>
        <p:nvSpPr>
          <p:cNvPr id="5" name="TextBox 4">
            <a:extLst>
              <a:ext uri="{FF2B5EF4-FFF2-40B4-BE49-F238E27FC236}">
                <a16:creationId xmlns:a16="http://schemas.microsoft.com/office/drawing/2014/main" id="{55BF88A3-53C2-EA0C-59CE-F4F56FE43BF2}"/>
              </a:ext>
            </a:extLst>
          </p:cNvPr>
          <p:cNvSpPr txBox="1"/>
          <p:nvPr/>
        </p:nvSpPr>
        <p:spPr>
          <a:xfrm>
            <a:off x="650244" y="5063977"/>
            <a:ext cx="7216177" cy="307777"/>
          </a:xfrm>
          <a:prstGeom prst="rect">
            <a:avLst/>
          </a:prstGeom>
          <a:noFill/>
        </p:spPr>
        <p:txBody>
          <a:bodyPr wrap="square">
            <a:spAutoFit/>
          </a:bodyPr>
          <a:lstStyle/>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Because of the properties of the 95% CI, we can make the following statements:</a:t>
            </a:r>
          </a:p>
        </p:txBody>
      </p:sp>
      <p:sp>
        <p:nvSpPr>
          <p:cNvPr id="6" name="TextBox 5">
            <a:extLst>
              <a:ext uri="{FF2B5EF4-FFF2-40B4-BE49-F238E27FC236}">
                <a16:creationId xmlns:a16="http://schemas.microsoft.com/office/drawing/2014/main" id="{D8344D7D-B124-E43A-3ECE-DE2439AF450C}"/>
              </a:ext>
            </a:extLst>
          </p:cNvPr>
          <p:cNvSpPr txBox="1"/>
          <p:nvPr/>
        </p:nvSpPr>
        <p:spPr>
          <a:xfrm>
            <a:off x="935582" y="5389488"/>
            <a:ext cx="6967256" cy="954107"/>
          </a:xfrm>
          <a:prstGeom prst="rect">
            <a:avLst/>
          </a:prstGeom>
          <a:noFill/>
        </p:spPr>
        <p:txBody>
          <a:bodyPr wrap="square">
            <a:spAutoFit/>
          </a:bodyPr>
          <a:lstStyle/>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a:t>
            </a:r>
            <a:r>
              <a:rPr lang="en-GB" sz="14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Plausible values </a:t>
            </a:r>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for the true treatment effect are between 40 and 124 </a:t>
            </a:r>
            <a:r>
              <a:rPr lang="en-GB" sz="1400" dirty="0" err="1">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mL.</a:t>
            </a:r>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a:t>
            </a:r>
          </a:p>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“A range of treatment effects between 40 and 124 mL is </a:t>
            </a:r>
            <a:r>
              <a:rPr lang="en-GB" sz="14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compatible </a:t>
            </a:r>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with the trial data.”</a:t>
            </a:r>
          </a:p>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“The CI includes values that may be too small to be </a:t>
            </a:r>
            <a:r>
              <a:rPr lang="en-GB" sz="14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clinically meaningful</a:t>
            </a:r>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a:t>
            </a:r>
          </a:p>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“Because the 95% CI excludes zero, the results are </a:t>
            </a:r>
            <a:r>
              <a:rPr lang="en-GB" sz="14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statistically significant</a:t>
            </a:r>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a:t>
            </a:r>
            <a:endParaRPr lang="en-GB" sz="1400" dirty="0"/>
          </a:p>
        </p:txBody>
      </p:sp>
      <p:sp>
        <p:nvSpPr>
          <p:cNvPr id="11" name="Rectangle 10">
            <a:extLst>
              <a:ext uri="{FF2B5EF4-FFF2-40B4-BE49-F238E27FC236}">
                <a16:creationId xmlns:a16="http://schemas.microsoft.com/office/drawing/2014/main" id="{FB54B2A9-C265-5A70-CA4E-76D7DF905EDE}"/>
              </a:ext>
            </a:extLst>
          </p:cNvPr>
          <p:cNvSpPr/>
          <p:nvPr/>
        </p:nvSpPr>
        <p:spPr>
          <a:xfrm>
            <a:off x="1898218" y="2078893"/>
            <a:ext cx="1282643" cy="1952236"/>
          </a:xfrm>
          <a:prstGeom prst="rect">
            <a:avLst/>
          </a:prstGeom>
          <a:solidFill>
            <a:schemeClr val="accent6">
              <a:lumMod val="75000"/>
              <a:alpha val="20000"/>
            </a:schemeClr>
          </a:solid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Rectangle 11">
            <a:extLst>
              <a:ext uri="{FF2B5EF4-FFF2-40B4-BE49-F238E27FC236}">
                <a16:creationId xmlns:a16="http://schemas.microsoft.com/office/drawing/2014/main" id="{88C706A9-2F5C-4C88-EDA8-C2A87A16E93E}"/>
              </a:ext>
            </a:extLst>
          </p:cNvPr>
          <p:cNvSpPr/>
          <p:nvPr/>
        </p:nvSpPr>
        <p:spPr>
          <a:xfrm>
            <a:off x="3180860" y="2078892"/>
            <a:ext cx="1320801" cy="1952236"/>
          </a:xfrm>
          <a:prstGeom prst="rect">
            <a:avLst/>
          </a:prstGeom>
          <a:solidFill>
            <a:schemeClr val="accent6">
              <a:lumMod val="75000"/>
              <a:alpha val="40000"/>
            </a:schemeClr>
          </a:solid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Rectangle 12">
            <a:extLst>
              <a:ext uri="{FF2B5EF4-FFF2-40B4-BE49-F238E27FC236}">
                <a16:creationId xmlns:a16="http://schemas.microsoft.com/office/drawing/2014/main" id="{6562C6BB-C3CA-C93C-16A7-D0EBD415798E}"/>
              </a:ext>
            </a:extLst>
          </p:cNvPr>
          <p:cNvSpPr/>
          <p:nvPr/>
        </p:nvSpPr>
        <p:spPr>
          <a:xfrm>
            <a:off x="4501661" y="2078892"/>
            <a:ext cx="1145346" cy="1952236"/>
          </a:xfrm>
          <a:prstGeom prst="rect">
            <a:avLst/>
          </a:prstGeom>
          <a:solidFill>
            <a:schemeClr val="accent6">
              <a:lumMod val="75000"/>
              <a:alpha val="60000"/>
            </a:schemeClr>
          </a:solid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TextBox 13">
            <a:extLst>
              <a:ext uri="{FF2B5EF4-FFF2-40B4-BE49-F238E27FC236}">
                <a16:creationId xmlns:a16="http://schemas.microsoft.com/office/drawing/2014/main" id="{01919A29-C909-B9CC-8D28-6289E9B583E3}"/>
              </a:ext>
            </a:extLst>
          </p:cNvPr>
          <p:cNvSpPr txBox="1"/>
          <p:nvPr/>
        </p:nvSpPr>
        <p:spPr>
          <a:xfrm>
            <a:off x="2139158" y="2094710"/>
            <a:ext cx="877163" cy="261610"/>
          </a:xfrm>
          <a:prstGeom prst="rect">
            <a:avLst/>
          </a:prstGeom>
          <a:noFill/>
        </p:spPr>
        <p:txBody>
          <a:bodyPr wrap="none" rtlCol="0">
            <a:spAutoFit/>
          </a:bodyPr>
          <a:lstStyle/>
          <a:p>
            <a:r>
              <a:rPr lang="en-GB" sz="11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Weak effect</a:t>
            </a:r>
          </a:p>
        </p:txBody>
      </p:sp>
      <p:sp>
        <p:nvSpPr>
          <p:cNvPr id="16" name="TextBox 15">
            <a:extLst>
              <a:ext uri="{FF2B5EF4-FFF2-40B4-BE49-F238E27FC236}">
                <a16:creationId xmlns:a16="http://schemas.microsoft.com/office/drawing/2014/main" id="{33B0C112-CD94-24E1-7028-F24FEF439E89}"/>
              </a:ext>
            </a:extLst>
          </p:cNvPr>
          <p:cNvSpPr txBox="1"/>
          <p:nvPr/>
        </p:nvSpPr>
        <p:spPr>
          <a:xfrm>
            <a:off x="3463783" y="2120624"/>
            <a:ext cx="754955" cy="456631"/>
          </a:xfrm>
          <a:prstGeom prst="rect">
            <a:avLst/>
          </a:prstGeom>
          <a:noFill/>
        </p:spPr>
        <p:txBody>
          <a:bodyPr wrap="square" rtlCol="0">
            <a:noAutofit/>
          </a:bodyPr>
          <a:lstStyle/>
          <a:p>
            <a:pPr algn="ctr"/>
            <a:r>
              <a:rPr lang="en-GB" sz="105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Moderate</a:t>
            </a:r>
          </a:p>
          <a:p>
            <a:pPr algn="ctr"/>
            <a:r>
              <a:rPr lang="en-GB" sz="105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effect</a:t>
            </a:r>
          </a:p>
        </p:txBody>
      </p:sp>
      <p:sp>
        <p:nvSpPr>
          <p:cNvPr id="17" name="TextBox 16">
            <a:extLst>
              <a:ext uri="{FF2B5EF4-FFF2-40B4-BE49-F238E27FC236}">
                <a16:creationId xmlns:a16="http://schemas.microsoft.com/office/drawing/2014/main" id="{51A9FF3E-FCB6-331A-D9D4-DB247B390F38}"/>
              </a:ext>
            </a:extLst>
          </p:cNvPr>
          <p:cNvSpPr txBox="1"/>
          <p:nvPr/>
        </p:nvSpPr>
        <p:spPr>
          <a:xfrm>
            <a:off x="4558581" y="2192329"/>
            <a:ext cx="1031506" cy="286385"/>
          </a:xfrm>
          <a:prstGeom prst="rect">
            <a:avLst/>
          </a:prstGeom>
          <a:noFill/>
        </p:spPr>
        <p:txBody>
          <a:bodyPr wrap="square" rtlCol="0">
            <a:noAutofit/>
          </a:bodyPr>
          <a:lstStyle/>
          <a:p>
            <a:pPr algn="ctr"/>
            <a:r>
              <a:rPr lang="en-GB" sz="11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Strong effect</a:t>
            </a:r>
          </a:p>
        </p:txBody>
      </p:sp>
    </p:spTree>
    <p:extLst>
      <p:ext uri="{BB962C8B-B14F-4D97-AF65-F5344CB8AC3E}">
        <p14:creationId xmlns:p14="http://schemas.microsoft.com/office/powerpoint/2010/main" val="2237562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B1C1C-B161-785E-B06F-7A9563211D4E}"/>
            </a:ext>
          </a:extLst>
        </p:cNvPr>
        <p:cNvGrpSpPr/>
        <p:nvPr/>
      </p:nvGrpSpPr>
      <p:grpSpPr>
        <a:xfrm>
          <a:off x="0" y="0"/>
          <a:ext cx="0" cy="0"/>
          <a:chOff x="0" y="0"/>
          <a:chExt cx="0" cy="0"/>
        </a:xfrm>
      </p:grpSpPr>
      <p:sp>
        <p:nvSpPr>
          <p:cNvPr id="48" name="Title 1">
            <a:extLst>
              <a:ext uri="{FF2B5EF4-FFF2-40B4-BE49-F238E27FC236}">
                <a16:creationId xmlns:a16="http://schemas.microsoft.com/office/drawing/2014/main" id="{1FD7D2F2-E0F9-E7BE-4D9B-5B61F0FA723D}"/>
              </a:ext>
            </a:extLst>
          </p:cNvPr>
          <p:cNvSpPr txBox="1">
            <a:spLocks/>
          </p:cNvSpPr>
          <p:nvPr/>
        </p:nvSpPr>
        <p:spPr>
          <a:xfrm>
            <a:off x="838200" y="365126"/>
            <a:ext cx="10515600" cy="602284"/>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accent6">
                    <a:lumMod val="75000"/>
                  </a:schemeClr>
                </a:solidFill>
                <a:latin typeface="Arial" panose="020B0604020202020204" pitchFamily="34" charset="0"/>
                <a:cs typeface="Arial" panose="020B0604020202020204" pitchFamily="34" charset="0"/>
              </a:rPr>
              <a:t>Tea Break</a:t>
            </a:r>
          </a:p>
        </p:txBody>
      </p:sp>
      <p:grpSp>
        <p:nvGrpSpPr>
          <p:cNvPr id="7" name="Group 6">
            <a:extLst>
              <a:ext uri="{FF2B5EF4-FFF2-40B4-BE49-F238E27FC236}">
                <a16:creationId xmlns:a16="http://schemas.microsoft.com/office/drawing/2014/main" id="{BF70F938-BCF8-8645-7259-6DDF64435DCE}"/>
              </a:ext>
            </a:extLst>
          </p:cNvPr>
          <p:cNvGrpSpPr/>
          <p:nvPr/>
        </p:nvGrpSpPr>
        <p:grpSpPr>
          <a:xfrm>
            <a:off x="9460006" y="4334886"/>
            <a:ext cx="1064711" cy="1885665"/>
            <a:chOff x="9460006" y="4334886"/>
            <a:chExt cx="1064711" cy="1885665"/>
          </a:xfrm>
        </p:grpSpPr>
        <p:pic>
          <p:nvPicPr>
            <p:cNvPr id="61" name="Picture 60" descr="A person sitting in a chair&#10;&#10;AI-generated content may be incorrect.">
              <a:extLst>
                <a:ext uri="{FF2B5EF4-FFF2-40B4-BE49-F238E27FC236}">
                  <a16:creationId xmlns:a16="http://schemas.microsoft.com/office/drawing/2014/main" id="{C87B1398-AC2C-82D1-883E-44F1C474B1A1}"/>
                </a:ext>
              </a:extLst>
            </p:cNvPr>
            <p:cNvPicPr>
              <a:picLocks noChangeAspect="1"/>
            </p:cNvPicPr>
            <p:nvPr/>
          </p:nvPicPr>
          <p:blipFill>
            <a:blip r:embed="rId2"/>
            <a:stretch>
              <a:fillRect/>
            </a:stretch>
          </p:blipFill>
          <p:spPr>
            <a:xfrm>
              <a:off x="9460006" y="4334886"/>
              <a:ext cx="1064711" cy="1631749"/>
            </a:xfrm>
            <a:prstGeom prst="rect">
              <a:avLst/>
            </a:prstGeom>
          </p:spPr>
        </p:pic>
        <p:sp>
          <p:nvSpPr>
            <p:cNvPr id="62" name="TextBox 61">
              <a:extLst>
                <a:ext uri="{FF2B5EF4-FFF2-40B4-BE49-F238E27FC236}">
                  <a16:creationId xmlns:a16="http://schemas.microsoft.com/office/drawing/2014/main" id="{B9A8152B-8A30-2122-7928-1FE8F61F270E}"/>
                </a:ext>
              </a:extLst>
            </p:cNvPr>
            <p:cNvSpPr txBox="1"/>
            <p:nvPr/>
          </p:nvSpPr>
          <p:spPr>
            <a:xfrm>
              <a:off x="9596870" y="5966635"/>
              <a:ext cx="927847" cy="253916"/>
            </a:xfrm>
            <a:prstGeom prst="rect">
              <a:avLst/>
            </a:prstGeom>
            <a:noFill/>
          </p:spPr>
          <p:txBody>
            <a:bodyPr wrap="square" rtlCol="0">
              <a:spAutoFit/>
            </a:bodyPr>
            <a:lstStyle/>
            <a:p>
              <a:r>
                <a:rPr lang="en-GB" sz="1050" dirty="0">
                  <a:latin typeface="Calibri" panose="020F0502020204030204" pitchFamily="34" charset="0"/>
                  <a:ea typeface="Calibri" panose="020F0502020204030204" pitchFamily="34" charset="0"/>
                  <a:cs typeface="Calibri" panose="020F0502020204030204" pitchFamily="34" charset="0"/>
                </a:rPr>
                <a:t>Muriel Bristol</a:t>
              </a:r>
            </a:p>
          </p:txBody>
        </p:sp>
      </p:grpSp>
      <p:grpSp>
        <p:nvGrpSpPr>
          <p:cNvPr id="8" name="Group 7">
            <a:extLst>
              <a:ext uri="{FF2B5EF4-FFF2-40B4-BE49-F238E27FC236}">
                <a16:creationId xmlns:a16="http://schemas.microsoft.com/office/drawing/2014/main" id="{8C8815B6-A8E5-BD6D-D9DE-5801B77AD1D7}"/>
              </a:ext>
            </a:extLst>
          </p:cNvPr>
          <p:cNvGrpSpPr/>
          <p:nvPr/>
        </p:nvGrpSpPr>
        <p:grpSpPr>
          <a:xfrm>
            <a:off x="9460006" y="1173171"/>
            <a:ext cx="1217364" cy="2039719"/>
            <a:chOff x="9460006" y="1173171"/>
            <a:chExt cx="1217364" cy="2039719"/>
          </a:xfrm>
        </p:grpSpPr>
        <p:pic>
          <p:nvPicPr>
            <p:cNvPr id="5" name="Picture 4" descr="A person wearing glasses and a suit&#10;&#10;AI-generated content may be incorrect.">
              <a:extLst>
                <a:ext uri="{FF2B5EF4-FFF2-40B4-BE49-F238E27FC236}">
                  <a16:creationId xmlns:a16="http://schemas.microsoft.com/office/drawing/2014/main" id="{DCFBEE5E-DAC8-DE5F-862F-283488E813A7}"/>
                </a:ext>
              </a:extLst>
            </p:cNvPr>
            <p:cNvPicPr>
              <a:picLocks noChangeAspect="1"/>
            </p:cNvPicPr>
            <p:nvPr/>
          </p:nvPicPr>
          <p:blipFill>
            <a:blip r:embed="rId3"/>
            <a:stretch>
              <a:fillRect/>
            </a:stretch>
          </p:blipFill>
          <p:spPr>
            <a:xfrm>
              <a:off x="9460006" y="1173171"/>
              <a:ext cx="1217364" cy="1815799"/>
            </a:xfrm>
            <a:prstGeom prst="rect">
              <a:avLst/>
            </a:prstGeom>
          </p:spPr>
        </p:pic>
        <p:sp>
          <p:nvSpPr>
            <p:cNvPr id="6" name="TextBox 5">
              <a:extLst>
                <a:ext uri="{FF2B5EF4-FFF2-40B4-BE49-F238E27FC236}">
                  <a16:creationId xmlns:a16="http://schemas.microsoft.com/office/drawing/2014/main" id="{7A23B5F2-4972-7D50-43BE-AD415E7F73F6}"/>
                </a:ext>
              </a:extLst>
            </p:cNvPr>
            <p:cNvSpPr txBox="1"/>
            <p:nvPr/>
          </p:nvSpPr>
          <p:spPr>
            <a:xfrm>
              <a:off x="9612659" y="2958974"/>
              <a:ext cx="981030" cy="253916"/>
            </a:xfrm>
            <a:prstGeom prst="rect">
              <a:avLst/>
            </a:prstGeom>
            <a:noFill/>
          </p:spPr>
          <p:txBody>
            <a:bodyPr wrap="square" rtlCol="0">
              <a:spAutoFit/>
            </a:bodyPr>
            <a:lstStyle/>
            <a:p>
              <a:r>
                <a:rPr lang="en-GB" sz="1050" dirty="0">
                  <a:latin typeface="Calibri" panose="020F0502020204030204" pitchFamily="34" charset="0"/>
                  <a:ea typeface="Calibri" panose="020F0502020204030204" pitchFamily="34" charset="0"/>
                  <a:cs typeface="Calibri" panose="020F0502020204030204" pitchFamily="34" charset="0"/>
                </a:rPr>
                <a:t>Ronald Fisher</a:t>
              </a:r>
            </a:p>
          </p:txBody>
        </p:sp>
      </p:grpSp>
      <p:sp>
        <p:nvSpPr>
          <p:cNvPr id="2" name="TextBox 1">
            <a:extLst>
              <a:ext uri="{FF2B5EF4-FFF2-40B4-BE49-F238E27FC236}">
                <a16:creationId xmlns:a16="http://schemas.microsoft.com/office/drawing/2014/main" id="{0A94DF8B-DA9A-9241-42A5-4C827764F16B}"/>
              </a:ext>
            </a:extLst>
          </p:cNvPr>
          <p:cNvSpPr txBox="1"/>
          <p:nvPr/>
        </p:nvSpPr>
        <p:spPr>
          <a:xfrm>
            <a:off x="889930" y="1085384"/>
            <a:ext cx="8357316" cy="2215991"/>
          </a:xfrm>
          <a:prstGeom prst="rect">
            <a:avLst/>
          </a:prstGeom>
          <a:noFill/>
          <a:ln w="3175">
            <a:noFill/>
          </a:ln>
        </p:spPr>
        <p:txBody>
          <a:bodyPr wrap="square" rtlCol="0">
            <a:spAutoFit/>
          </a:bodyPr>
          <a:lstStyle/>
          <a:p>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In the early 1920s, Ronald Fisher was working as a statistician at an agricultural research station. One afternoon he made a cup of tea for colleague Muriel Bristol, pouring some milk into a cup and adding tea to it.</a:t>
            </a:r>
          </a:p>
          <a:p>
            <a:endPar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a:p>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“I won’t drink that”, she declared . She only drank tea if the milk was added second. </a:t>
            </a:r>
          </a:p>
          <a:p>
            <a:endPar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a:p>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Fisher was sceptical, but being a statistician, decided to run a test.</a:t>
            </a:r>
          </a:p>
          <a:p>
            <a:endPar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a:p>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He made eight cups of tea, four tea-first  and four milk-first, presenting them in random order and letting her guess which were the four “Tea-first” cups.</a:t>
            </a:r>
          </a:p>
          <a:p>
            <a:endParaRPr lang="en-GB" sz="12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p:txBody>
      </p:sp>
      <p:grpSp>
        <p:nvGrpSpPr>
          <p:cNvPr id="4" name="Group 3">
            <a:extLst>
              <a:ext uri="{FF2B5EF4-FFF2-40B4-BE49-F238E27FC236}">
                <a16:creationId xmlns:a16="http://schemas.microsoft.com/office/drawing/2014/main" id="{B864C9E6-1A36-F54A-CAF8-4BFD43CE86CC}"/>
              </a:ext>
            </a:extLst>
          </p:cNvPr>
          <p:cNvGrpSpPr/>
          <p:nvPr/>
        </p:nvGrpSpPr>
        <p:grpSpPr>
          <a:xfrm>
            <a:off x="3175292" y="3475231"/>
            <a:ext cx="5158710" cy="741681"/>
            <a:chOff x="3916673" y="793314"/>
            <a:chExt cx="5545097" cy="834448"/>
          </a:xfrm>
        </p:grpSpPr>
        <p:pic>
          <p:nvPicPr>
            <p:cNvPr id="9" name="Picture 8" descr="A cup of coffee being poured into a cup&#10;&#10;AI-generated content may be incorrect.">
              <a:extLst>
                <a:ext uri="{FF2B5EF4-FFF2-40B4-BE49-F238E27FC236}">
                  <a16:creationId xmlns:a16="http://schemas.microsoft.com/office/drawing/2014/main" id="{59B737F5-A6FE-9E1B-D482-9624DA9FBFAD}"/>
                </a:ext>
              </a:extLst>
            </p:cNvPr>
            <p:cNvPicPr>
              <a:picLocks noChangeAspect="1"/>
            </p:cNvPicPr>
            <p:nvPr/>
          </p:nvPicPr>
          <p:blipFill>
            <a:blip r:embed="rId4"/>
            <a:stretch>
              <a:fillRect/>
            </a:stretch>
          </p:blipFill>
          <p:spPr>
            <a:xfrm>
              <a:off x="3916673" y="793316"/>
              <a:ext cx="610252" cy="834446"/>
            </a:xfrm>
            <a:prstGeom prst="rect">
              <a:avLst/>
            </a:prstGeom>
          </p:spPr>
        </p:pic>
        <p:pic>
          <p:nvPicPr>
            <p:cNvPr id="10" name="Picture 9" descr="A cup of coffee with a pitcher pouring milk into it&#10;&#10;AI-generated content may be incorrect.">
              <a:extLst>
                <a:ext uri="{FF2B5EF4-FFF2-40B4-BE49-F238E27FC236}">
                  <a16:creationId xmlns:a16="http://schemas.microsoft.com/office/drawing/2014/main" id="{FE1B3A18-7E8F-E6F7-6EDD-B8F4D4416263}"/>
                </a:ext>
              </a:extLst>
            </p:cNvPr>
            <p:cNvPicPr>
              <a:picLocks noChangeAspect="1"/>
            </p:cNvPicPr>
            <p:nvPr/>
          </p:nvPicPr>
          <p:blipFill>
            <a:blip r:embed="rId5"/>
            <a:stretch>
              <a:fillRect/>
            </a:stretch>
          </p:blipFill>
          <p:spPr>
            <a:xfrm>
              <a:off x="4615164" y="793316"/>
              <a:ext cx="624783" cy="834446"/>
            </a:xfrm>
            <a:prstGeom prst="rect">
              <a:avLst/>
            </a:prstGeom>
          </p:spPr>
        </p:pic>
        <p:pic>
          <p:nvPicPr>
            <p:cNvPr id="11" name="Picture 10" descr="A cup of coffee with a pitcher pouring milk into it&#10;&#10;AI-generated content may be incorrect.">
              <a:extLst>
                <a:ext uri="{FF2B5EF4-FFF2-40B4-BE49-F238E27FC236}">
                  <a16:creationId xmlns:a16="http://schemas.microsoft.com/office/drawing/2014/main" id="{ED8E1FF5-0ECA-FDE6-C811-A163852C58F4}"/>
                </a:ext>
              </a:extLst>
            </p:cNvPr>
            <p:cNvPicPr>
              <a:picLocks noChangeAspect="1"/>
            </p:cNvPicPr>
            <p:nvPr/>
          </p:nvPicPr>
          <p:blipFill>
            <a:blip r:embed="rId5"/>
            <a:stretch>
              <a:fillRect/>
            </a:stretch>
          </p:blipFill>
          <p:spPr>
            <a:xfrm>
              <a:off x="5329092" y="793316"/>
              <a:ext cx="624783" cy="834446"/>
            </a:xfrm>
            <a:prstGeom prst="rect">
              <a:avLst/>
            </a:prstGeom>
          </p:spPr>
        </p:pic>
        <p:pic>
          <p:nvPicPr>
            <p:cNvPr id="12" name="Picture 11" descr="A cup of coffee being poured into a cup&#10;&#10;AI-generated content may be incorrect.">
              <a:extLst>
                <a:ext uri="{FF2B5EF4-FFF2-40B4-BE49-F238E27FC236}">
                  <a16:creationId xmlns:a16="http://schemas.microsoft.com/office/drawing/2014/main" id="{51682D38-1AEA-84A5-2F8D-B7623822A642}"/>
                </a:ext>
              </a:extLst>
            </p:cNvPr>
            <p:cNvPicPr>
              <a:picLocks noChangeAspect="1"/>
            </p:cNvPicPr>
            <p:nvPr/>
          </p:nvPicPr>
          <p:blipFill>
            <a:blip r:embed="rId4"/>
            <a:stretch>
              <a:fillRect/>
            </a:stretch>
          </p:blipFill>
          <p:spPr>
            <a:xfrm>
              <a:off x="6043021" y="793315"/>
              <a:ext cx="610252" cy="834446"/>
            </a:xfrm>
            <a:prstGeom prst="rect">
              <a:avLst/>
            </a:prstGeom>
          </p:spPr>
        </p:pic>
        <p:pic>
          <p:nvPicPr>
            <p:cNvPr id="13" name="Picture 12" descr="A cup of coffee being poured into a cup&#10;&#10;AI-generated content may be incorrect.">
              <a:extLst>
                <a:ext uri="{FF2B5EF4-FFF2-40B4-BE49-F238E27FC236}">
                  <a16:creationId xmlns:a16="http://schemas.microsoft.com/office/drawing/2014/main" id="{B19D1589-5517-61A7-882F-54F99B61A987}"/>
                </a:ext>
              </a:extLst>
            </p:cNvPr>
            <p:cNvPicPr>
              <a:picLocks noChangeAspect="1"/>
            </p:cNvPicPr>
            <p:nvPr/>
          </p:nvPicPr>
          <p:blipFill>
            <a:blip r:embed="rId4"/>
            <a:stretch>
              <a:fillRect/>
            </a:stretch>
          </p:blipFill>
          <p:spPr>
            <a:xfrm>
              <a:off x="6741513" y="793315"/>
              <a:ext cx="610252" cy="834446"/>
            </a:xfrm>
            <a:prstGeom prst="rect">
              <a:avLst/>
            </a:prstGeom>
          </p:spPr>
        </p:pic>
        <p:pic>
          <p:nvPicPr>
            <p:cNvPr id="14" name="Picture 13" descr="A cup of coffee with a pitcher pouring milk into it&#10;&#10;AI-generated content may be incorrect.">
              <a:extLst>
                <a:ext uri="{FF2B5EF4-FFF2-40B4-BE49-F238E27FC236}">
                  <a16:creationId xmlns:a16="http://schemas.microsoft.com/office/drawing/2014/main" id="{FC6CAD5A-AE98-AA47-4867-AED0430E909A}"/>
                </a:ext>
              </a:extLst>
            </p:cNvPr>
            <p:cNvPicPr>
              <a:picLocks noChangeAspect="1"/>
            </p:cNvPicPr>
            <p:nvPr/>
          </p:nvPicPr>
          <p:blipFill>
            <a:blip r:embed="rId5"/>
            <a:stretch>
              <a:fillRect/>
            </a:stretch>
          </p:blipFill>
          <p:spPr>
            <a:xfrm>
              <a:off x="7440003" y="793315"/>
              <a:ext cx="624783" cy="834446"/>
            </a:xfrm>
            <a:prstGeom prst="rect">
              <a:avLst/>
            </a:prstGeom>
          </p:spPr>
        </p:pic>
        <p:pic>
          <p:nvPicPr>
            <p:cNvPr id="15" name="Picture 14" descr="A cup of coffee being poured into a cup&#10;&#10;AI-generated content may be incorrect.">
              <a:extLst>
                <a:ext uri="{FF2B5EF4-FFF2-40B4-BE49-F238E27FC236}">
                  <a16:creationId xmlns:a16="http://schemas.microsoft.com/office/drawing/2014/main" id="{B5C352A5-C854-087A-FFD9-338AEDB1D616}"/>
                </a:ext>
              </a:extLst>
            </p:cNvPr>
            <p:cNvPicPr>
              <a:picLocks noChangeAspect="1"/>
            </p:cNvPicPr>
            <p:nvPr/>
          </p:nvPicPr>
          <p:blipFill>
            <a:blip r:embed="rId4"/>
            <a:stretch>
              <a:fillRect/>
            </a:stretch>
          </p:blipFill>
          <p:spPr>
            <a:xfrm>
              <a:off x="8138496" y="793314"/>
              <a:ext cx="610252" cy="834446"/>
            </a:xfrm>
            <a:prstGeom prst="rect">
              <a:avLst/>
            </a:prstGeom>
          </p:spPr>
        </p:pic>
        <p:pic>
          <p:nvPicPr>
            <p:cNvPr id="16" name="Picture 15" descr="A cup of coffee with a pitcher pouring milk into it&#10;&#10;AI-generated content may be incorrect.">
              <a:extLst>
                <a:ext uri="{FF2B5EF4-FFF2-40B4-BE49-F238E27FC236}">
                  <a16:creationId xmlns:a16="http://schemas.microsoft.com/office/drawing/2014/main" id="{EB43C652-04FD-196E-7266-6A4C961E500C}"/>
                </a:ext>
              </a:extLst>
            </p:cNvPr>
            <p:cNvPicPr>
              <a:picLocks noChangeAspect="1"/>
            </p:cNvPicPr>
            <p:nvPr/>
          </p:nvPicPr>
          <p:blipFill>
            <a:blip r:embed="rId5"/>
            <a:stretch>
              <a:fillRect/>
            </a:stretch>
          </p:blipFill>
          <p:spPr>
            <a:xfrm>
              <a:off x="8836987" y="793314"/>
              <a:ext cx="624783" cy="834446"/>
            </a:xfrm>
            <a:prstGeom prst="rect">
              <a:avLst/>
            </a:prstGeom>
          </p:spPr>
        </p:pic>
      </p:grpSp>
      <p:graphicFrame>
        <p:nvGraphicFramePr>
          <p:cNvPr id="17" name="Table 16">
            <a:extLst>
              <a:ext uri="{FF2B5EF4-FFF2-40B4-BE49-F238E27FC236}">
                <a16:creationId xmlns:a16="http://schemas.microsoft.com/office/drawing/2014/main" id="{99C1B3F7-FDA8-8991-F43E-93AE0D9E344F}"/>
              </a:ext>
            </a:extLst>
          </p:cNvPr>
          <p:cNvGraphicFramePr>
            <a:graphicFrameLocks noGrp="1"/>
          </p:cNvGraphicFramePr>
          <p:nvPr>
            <p:extLst>
              <p:ext uri="{D42A27DB-BD31-4B8C-83A1-F6EECF244321}">
                <p14:modId xmlns:p14="http://schemas.microsoft.com/office/powerpoint/2010/main" val="942880436"/>
              </p:ext>
            </p:extLst>
          </p:nvPr>
        </p:nvGraphicFramePr>
        <p:xfrm>
          <a:off x="3175290" y="4334886"/>
          <a:ext cx="5158712" cy="741680"/>
        </p:xfrm>
        <a:graphic>
          <a:graphicData uri="http://schemas.openxmlformats.org/drawingml/2006/table">
            <a:tbl>
              <a:tblPr>
                <a:solidFill>
                  <a:srgbClr val="FCF7E4"/>
                </a:solidFill>
                <a:tableStyleId>{5C22544A-7EE6-4342-B048-85BDC9FD1C3A}</a:tableStyleId>
              </a:tblPr>
              <a:tblGrid>
                <a:gridCol w="644839">
                  <a:extLst>
                    <a:ext uri="{9D8B030D-6E8A-4147-A177-3AD203B41FA5}">
                      <a16:colId xmlns:a16="http://schemas.microsoft.com/office/drawing/2014/main" val="4007301652"/>
                    </a:ext>
                  </a:extLst>
                </a:gridCol>
                <a:gridCol w="644839">
                  <a:extLst>
                    <a:ext uri="{9D8B030D-6E8A-4147-A177-3AD203B41FA5}">
                      <a16:colId xmlns:a16="http://schemas.microsoft.com/office/drawing/2014/main" val="3416368955"/>
                    </a:ext>
                  </a:extLst>
                </a:gridCol>
                <a:gridCol w="644839">
                  <a:extLst>
                    <a:ext uri="{9D8B030D-6E8A-4147-A177-3AD203B41FA5}">
                      <a16:colId xmlns:a16="http://schemas.microsoft.com/office/drawing/2014/main" val="1603540573"/>
                    </a:ext>
                  </a:extLst>
                </a:gridCol>
                <a:gridCol w="644839">
                  <a:extLst>
                    <a:ext uri="{9D8B030D-6E8A-4147-A177-3AD203B41FA5}">
                      <a16:colId xmlns:a16="http://schemas.microsoft.com/office/drawing/2014/main" val="2438716480"/>
                    </a:ext>
                  </a:extLst>
                </a:gridCol>
                <a:gridCol w="644839">
                  <a:extLst>
                    <a:ext uri="{9D8B030D-6E8A-4147-A177-3AD203B41FA5}">
                      <a16:colId xmlns:a16="http://schemas.microsoft.com/office/drawing/2014/main" val="1994857358"/>
                    </a:ext>
                  </a:extLst>
                </a:gridCol>
                <a:gridCol w="644839">
                  <a:extLst>
                    <a:ext uri="{9D8B030D-6E8A-4147-A177-3AD203B41FA5}">
                      <a16:colId xmlns:a16="http://schemas.microsoft.com/office/drawing/2014/main" val="3048875490"/>
                    </a:ext>
                  </a:extLst>
                </a:gridCol>
                <a:gridCol w="644839">
                  <a:extLst>
                    <a:ext uri="{9D8B030D-6E8A-4147-A177-3AD203B41FA5}">
                      <a16:colId xmlns:a16="http://schemas.microsoft.com/office/drawing/2014/main" val="724583136"/>
                    </a:ext>
                  </a:extLst>
                </a:gridCol>
                <a:gridCol w="644839">
                  <a:extLst>
                    <a:ext uri="{9D8B030D-6E8A-4147-A177-3AD203B41FA5}">
                      <a16:colId xmlns:a16="http://schemas.microsoft.com/office/drawing/2014/main" val="1427120671"/>
                    </a:ext>
                  </a:extLst>
                </a:gridCol>
              </a:tblGrid>
              <a:tr h="370840">
                <a:tc>
                  <a:txBody>
                    <a:bodyPr/>
                    <a:lstStyle/>
                    <a:p>
                      <a:pPr algn="ctr"/>
                      <a:r>
                        <a:rPr lang="en-GB" sz="1200" b="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M</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M</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M</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M</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extLst>
                  <a:ext uri="{0D108BD9-81ED-4DB2-BD59-A6C34878D82A}">
                    <a16:rowId xmlns:a16="http://schemas.microsoft.com/office/drawing/2014/main" val="2948326711"/>
                  </a:ext>
                </a:extLst>
              </a:tr>
              <a:tr h="370840">
                <a:tc>
                  <a:txBody>
                    <a:bodyPr/>
                    <a:lstStyle/>
                    <a:p>
                      <a:pPr algn="ctr"/>
                      <a:endParaRPr lang="en-GB" sz="1200" b="1" baseline="0" dirty="0">
                        <a:solidFill>
                          <a:srgbClr val="FF0000"/>
                        </a:solidFill>
                        <a:latin typeface="Calibri" panose="020F0502020204030204" pitchFamily="34" charset="0"/>
                        <a:ea typeface="Calibri" panose="020F0502020204030204" pitchFamily="34" charset="0"/>
                        <a:cs typeface="Calibri" panose="020F0502020204030204" pitchFamily="34" charset="0"/>
                      </a:endParaRP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endParaRPr lang="en-GB" sz="120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endParaRPr lang="en-GB" sz="120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endParaRPr lang="en-GB" sz="1200" b="1" baseline="0" dirty="0">
                        <a:solidFill>
                          <a:srgbClr val="FF0000"/>
                        </a:solidFill>
                        <a:latin typeface="Calibri" panose="020F0502020204030204" pitchFamily="34" charset="0"/>
                        <a:ea typeface="Calibri" panose="020F0502020204030204" pitchFamily="34" charset="0"/>
                        <a:cs typeface="Calibri" panose="020F0502020204030204" pitchFamily="34" charset="0"/>
                      </a:endParaRP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endParaRPr lang="en-GB" sz="1200" b="1" baseline="0" dirty="0">
                        <a:solidFill>
                          <a:srgbClr val="FF0000"/>
                        </a:solidFill>
                        <a:latin typeface="Calibri" panose="020F0502020204030204" pitchFamily="34" charset="0"/>
                        <a:ea typeface="Calibri" panose="020F0502020204030204" pitchFamily="34" charset="0"/>
                        <a:cs typeface="Calibri" panose="020F0502020204030204" pitchFamily="34" charset="0"/>
                      </a:endParaRP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endParaRPr lang="en-GB" sz="120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endParaRPr lang="en-GB" sz="1200" b="1" baseline="0" dirty="0">
                        <a:solidFill>
                          <a:srgbClr val="FF0000"/>
                        </a:solidFill>
                        <a:latin typeface="Calibri" panose="020F0502020204030204" pitchFamily="34" charset="0"/>
                        <a:ea typeface="Calibri" panose="020F0502020204030204" pitchFamily="34" charset="0"/>
                        <a:cs typeface="Calibri" panose="020F0502020204030204" pitchFamily="34" charset="0"/>
                      </a:endParaRP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endParaRPr lang="en-GB" sz="120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extLst>
                  <a:ext uri="{0D108BD9-81ED-4DB2-BD59-A6C34878D82A}">
                    <a16:rowId xmlns:a16="http://schemas.microsoft.com/office/drawing/2014/main" val="790864396"/>
                  </a:ext>
                </a:extLst>
              </a:tr>
            </a:tbl>
          </a:graphicData>
        </a:graphic>
      </p:graphicFrame>
      <p:graphicFrame>
        <p:nvGraphicFramePr>
          <p:cNvPr id="18" name="Table 17">
            <a:extLst>
              <a:ext uri="{FF2B5EF4-FFF2-40B4-BE49-F238E27FC236}">
                <a16:creationId xmlns:a16="http://schemas.microsoft.com/office/drawing/2014/main" id="{569BDD22-686F-6932-BBDF-E72073773958}"/>
              </a:ext>
            </a:extLst>
          </p:cNvPr>
          <p:cNvGraphicFramePr>
            <a:graphicFrameLocks noGrp="1"/>
          </p:cNvGraphicFramePr>
          <p:nvPr>
            <p:extLst>
              <p:ext uri="{D42A27DB-BD31-4B8C-83A1-F6EECF244321}">
                <p14:modId xmlns:p14="http://schemas.microsoft.com/office/powerpoint/2010/main" val="400580470"/>
              </p:ext>
            </p:extLst>
          </p:nvPr>
        </p:nvGraphicFramePr>
        <p:xfrm>
          <a:off x="2015935" y="4334886"/>
          <a:ext cx="1153300" cy="741680"/>
        </p:xfrm>
        <a:graphic>
          <a:graphicData uri="http://schemas.openxmlformats.org/drawingml/2006/table">
            <a:tbl>
              <a:tblPr>
                <a:solidFill>
                  <a:srgbClr val="FCF7E4"/>
                </a:solidFill>
                <a:tableStyleId>{5C22544A-7EE6-4342-B048-85BDC9FD1C3A}</a:tableStyleId>
              </a:tblPr>
              <a:tblGrid>
                <a:gridCol w="1153300">
                  <a:extLst>
                    <a:ext uri="{9D8B030D-6E8A-4147-A177-3AD203B41FA5}">
                      <a16:colId xmlns:a16="http://schemas.microsoft.com/office/drawing/2014/main" val="4007301652"/>
                    </a:ext>
                  </a:extLst>
                </a:gridCol>
              </a:tblGrid>
              <a:tr h="370840">
                <a:tc>
                  <a:txBody>
                    <a:bodyPr/>
                    <a:lstStyle/>
                    <a:p>
                      <a:pPr algn="l"/>
                      <a:r>
                        <a:rPr lang="en-GB" sz="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Actual Drink</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extLst>
                  <a:ext uri="{0D108BD9-81ED-4DB2-BD59-A6C34878D82A}">
                    <a16:rowId xmlns:a16="http://schemas.microsoft.com/office/drawing/2014/main" val="2948326711"/>
                  </a:ext>
                </a:extLst>
              </a:tr>
              <a:tr h="370840">
                <a:tc>
                  <a:txBody>
                    <a:bodyPr/>
                    <a:lstStyle/>
                    <a:p>
                      <a:pPr algn="l"/>
                      <a:r>
                        <a:rPr lang="en-GB" sz="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Muriel’s Guess</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extLst>
                  <a:ext uri="{0D108BD9-81ED-4DB2-BD59-A6C34878D82A}">
                    <a16:rowId xmlns:a16="http://schemas.microsoft.com/office/drawing/2014/main" val="790864396"/>
                  </a:ext>
                </a:extLst>
              </a:tr>
            </a:tbl>
          </a:graphicData>
        </a:graphic>
      </p:graphicFrame>
    </p:spTree>
    <p:extLst>
      <p:ext uri="{BB962C8B-B14F-4D97-AF65-F5344CB8AC3E}">
        <p14:creationId xmlns:p14="http://schemas.microsoft.com/office/powerpoint/2010/main" val="39364289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70D63-49D2-51EC-BB54-86122D3C19CA}"/>
            </a:ext>
          </a:extLst>
        </p:cNvPr>
        <p:cNvGrpSpPr/>
        <p:nvPr/>
      </p:nvGrpSpPr>
      <p:grpSpPr>
        <a:xfrm>
          <a:off x="0" y="0"/>
          <a:ext cx="0" cy="0"/>
          <a:chOff x="0" y="0"/>
          <a:chExt cx="0" cy="0"/>
        </a:xfrm>
      </p:grpSpPr>
      <p:sp>
        <p:nvSpPr>
          <p:cNvPr id="48" name="Title 1">
            <a:extLst>
              <a:ext uri="{FF2B5EF4-FFF2-40B4-BE49-F238E27FC236}">
                <a16:creationId xmlns:a16="http://schemas.microsoft.com/office/drawing/2014/main" id="{3082295C-6CB2-4596-8E0A-B7521C495FDE}"/>
              </a:ext>
            </a:extLst>
          </p:cNvPr>
          <p:cNvSpPr txBox="1">
            <a:spLocks/>
          </p:cNvSpPr>
          <p:nvPr/>
        </p:nvSpPr>
        <p:spPr>
          <a:xfrm>
            <a:off x="838200" y="365126"/>
            <a:ext cx="10515600" cy="602284"/>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accent6">
                    <a:lumMod val="75000"/>
                  </a:schemeClr>
                </a:solidFill>
                <a:latin typeface="Arial" panose="020B0604020202020204" pitchFamily="34" charset="0"/>
                <a:cs typeface="Arial" panose="020B0604020202020204" pitchFamily="34" charset="0"/>
              </a:rPr>
              <a:t>Tea Break</a:t>
            </a:r>
          </a:p>
        </p:txBody>
      </p:sp>
      <p:grpSp>
        <p:nvGrpSpPr>
          <p:cNvPr id="7" name="Group 6">
            <a:extLst>
              <a:ext uri="{FF2B5EF4-FFF2-40B4-BE49-F238E27FC236}">
                <a16:creationId xmlns:a16="http://schemas.microsoft.com/office/drawing/2014/main" id="{087CEFDF-66D3-2925-1ACE-9FB14856AC6E}"/>
              </a:ext>
            </a:extLst>
          </p:cNvPr>
          <p:cNvGrpSpPr/>
          <p:nvPr/>
        </p:nvGrpSpPr>
        <p:grpSpPr>
          <a:xfrm>
            <a:off x="9460006" y="4334886"/>
            <a:ext cx="1064711" cy="1885665"/>
            <a:chOff x="9460006" y="4334886"/>
            <a:chExt cx="1064711" cy="1885665"/>
          </a:xfrm>
        </p:grpSpPr>
        <p:pic>
          <p:nvPicPr>
            <p:cNvPr id="61" name="Picture 60" descr="A person sitting in a chair&#10;&#10;AI-generated content may be incorrect.">
              <a:extLst>
                <a:ext uri="{FF2B5EF4-FFF2-40B4-BE49-F238E27FC236}">
                  <a16:creationId xmlns:a16="http://schemas.microsoft.com/office/drawing/2014/main" id="{1646BBE0-8FB7-FCC2-0942-C67929C5E80E}"/>
                </a:ext>
              </a:extLst>
            </p:cNvPr>
            <p:cNvPicPr>
              <a:picLocks noChangeAspect="1"/>
            </p:cNvPicPr>
            <p:nvPr/>
          </p:nvPicPr>
          <p:blipFill>
            <a:blip r:embed="rId2"/>
            <a:stretch>
              <a:fillRect/>
            </a:stretch>
          </p:blipFill>
          <p:spPr>
            <a:xfrm>
              <a:off x="9460006" y="4334886"/>
              <a:ext cx="1064711" cy="1631749"/>
            </a:xfrm>
            <a:prstGeom prst="rect">
              <a:avLst/>
            </a:prstGeom>
          </p:spPr>
        </p:pic>
        <p:sp>
          <p:nvSpPr>
            <p:cNvPr id="62" name="TextBox 61">
              <a:extLst>
                <a:ext uri="{FF2B5EF4-FFF2-40B4-BE49-F238E27FC236}">
                  <a16:creationId xmlns:a16="http://schemas.microsoft.com/office/drawing/2014/main" id="{C86EAD68-04ED-E31E-F398-5FE49EF18F42}"/>
                </a:ext>
              </a:extLst>
            </p:cNvPr>
            <p:cNvSpPr txBox="1"/>
            <p:nvPr/>
          </p:nvSpPr>
          <p:spPr>
            <a:xfrm>
              <a:off x="9596870" y="5966635"/>
              <a:ext cx="927847" cy="253916"/>
            </a:xfrm>
            <a:prstGeom prst="rect">
              <a:avLst/>
            </a:prstGeom>
            <a:noFill/>
          </p:spPr>
          <p:txBody>
            <a:bodyPr wrap="square" rtlCol="0">
              <a:spAutoFit/>
            </a:bodyPr>
            <a:lstStyle/>
            <a:p>
              <a:r>
                <a:rPr lang="en-GB" sz="1050" dirty="0">
                  <a:latin typeface="Calibri" panose="020F0502020204030204" pitchFamily="34" charset="0"/>
                  <a:ea typeface="Calibri" panose="020F0502020204030204" pitchFamily="34" charset="0"/>
                  <a:cs typeface="Calibri" panose="020F0502020204030204" pitchFamily="34" charset="0"/>
                </a:rPr>
                <a:t>Muriel Bristol</a:t>
              </a:r>
            </a:p>
          </p:txBody>
        </p:sp>
      </p:grpSp>
      <p:grpSp>
        <p:nvGrpSpPr>
          <p:cNvPr id="8" name="Group 7">
            <a:extLst>
              <a:ext uri="{FF2B5EF4-FFF2-40B4-BE49-F238E27FC236}">
                <a16:creationId xmlns:a16="http://schemas.microsoft.com/office/drawing/2014/main" id="{4927BA34-223F-EC84-26BE-B03719422884}"/>
              </a:ext>
            </a:extLst>
          </p:cNvPr>
          <p:cNvGrpSpPr/>
          <p:nvPr/>
        </p:nvGrpSpPr>
        <p:grpSpPr>
          <a:xfrm>
            <a:off x="9460006" y="1173171"/>
            <a:ext cx="1217364" cy="2039719"/>
            <a:chOff x="9460006" y="1173171"/>
            <a:chExt cx="1217364" cy="2039719"/>
          </a:xfrm>
        </p:grpSpPr>
        <p:pic>
          <p:nvPicPr>
            <p:cNvPr id="5" name="Picture 4" descr="A person wearing glasses and a suit&#10;&#10;AI-generated content may be incorrect.">
              <a:extLst>
                <a:ext uri="{FF2B5EF4-FFF2-40B4-BE49-F238E27FC236}">
                  <a16:creationId xmlns:a16="http://schemas.microsoft.com/office/drawing/2014/main" id="{F2A21D96-51DC-4162-26DF-FFD9D76F8D80}"/>
                </a:ext>
              </a:extLst>
            </p:cNvPr>
            <p:cNvPicPr>
              <a:picLocks noChangeAspect="1"/>
            </p:cNvPicPr>
            <p:nvPr/>
          </p:nvPicPr>
          <p:blipFill>
            <a:blip r:embed="rId3"/>
            <a:stretch>
              <a:fillRect/>
            </a:stretch>
          </p:blipFill>
          <p:spPr>
            <a:xfrm>
              <a:off x="9460006" y="1173171"/>
              <a:ext cx="1217364" cy="1815799"/>
            </a:xfrm>
            <a:prstGeom prst="rect">
              <a:avLst/>
            </a:prstGeom>
          </p:spPr>
        </p:pic>
        <p:sp>
          <p:nvSpPr>
            <p:cNvPr id="6" name="TextBox 5">
              <a:extLst>
                <a:ext uri="{FF2B5EF4-FFF2-40B4-BE49-F238E27FC236}">
                  <a16:creationId xmlns:a16="http://schemas.microsoft.com/office/drawing/2014/main" id="{BA3FAC95-9A8A-99F6-8AD6-6B9DDE164ACB}"/>
                </a:ext>
              </a:extLst>
            </p:cNvPr>
            <p:cNvSpPr txBox="1"/>
            <p:nvPr/>
          </p:nvSpPr>
          <p:spPr>
            <a:xfrm>
              <a:off x="9612659" y="2958974"/>
              <a:ext cx="981030" cy="253916"/>
            </a:xfrm>
            <a:prstGeom prst="rect">
              <a:avLst/>
            </a:prstGeom>
            <a:noFill/>
          </p:spPr>
          <p:txBody>
            <a:bodyPr wrap="square" rtlCol="0">
              <a:spAutoFit/>
            </a:bodyPr>
            <a:lstStyle/>
            <a:p>
              <a:r>
                <a:rPr lang="en-GB" sz="1050" dirty="0">
                  <a:latin typeface="Calibri" panose="020F0502020204030204" pitchFamily="34" charset="0"/>
                  <a:ea typeface="Calibri" panose="020F0502020204030204" pitchFamily="34" charset="0"/>
                  <a:cs typeface="Calibri" panose="020F0502020204030204" pitchFamily="34" charset="0"/>
                </a:rPr>
                <a:t>Ronald Fisher</a:t>
              </a:r>
            </a:p>
          </p:txBody>
        </p:sp>
      </p:grpSp>
      <p:sp>
        <p:nvSpPr>
          <p:cNvPr id="2" name="TextBox 1">
            <a:extLst>
              <a:ext uri="{FF2B5EF4-FFF2-40B4-BE49-F238E27FC236}">
                <a16:creationId xmlns:a16="http://schemas.microsoft.com/office/drawing/2014/main" id="{53257E38-64D5-CDB7-29F0-0CF407D42E47}"/>
              </a:ext>
            </a:extLst>
          </p:cNvPr>
          <p:cNvSpPr txBox="1"/>
          <p:nvPr/>
        </p:nvSpPr>
        <p:spPr>
          <a:xfrm>
            <a:off x="889930" y="1085384"/>
            <a:ext cx="8357316" cy="2215991"/>
          </a:xfrm>
          <a:prstGeom prst="rect">
            <a:avLst/>
          </a:prstGeom>
          <a:noFill/>
          <a:ln w="3175">
            <a:noFill/>
          </a:ln>
        </p:spPr>
        <p:txBody>
          <a:bodyPr wrap="square" rtlCol="0">
            <a:spAutoFit/>
          </a:bodyPr>
          <a:lstStyle/>
          <a:p>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In the early 1920s, Ronald Fisher was working as a statistician at an agricultural research station. One afternoon he made a cup of tea for colleague Muriel Bristol, pouring some milk into a cup and adding tea to it.</a:t>
            </a:r>
          </a:p>
          <a:p>
            <a:endPar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a:p>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“I won’t drink that”, she declared . She only drank tea if the milk was added second. </a:t>
            </a:r>
          </a:p>
          <a:p>
            <a:endPar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a:p>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Fisher was sceptical, but being a statistician, decided to run a test.</a:t>
            </a:r>
          </a:p>
          <a:p>
            <a:endPar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a:p>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He made eight cups of tea, four tea-first  and four milk-first, presenting them in random order and letting her guess which were the four “Tea-first” cups.</a:t>
            </a:r>
          </a:p>
          <a:p>
            <a:endParaRPr lang="en-GB" sz="12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p:txBody>
      </p:sp>
      <p:grpSp>
        <p:nvGrpSpPr>
          <p:cNvPr id="4" name="Group 3">
            <a:extLst>
              <a:ext uri="{FF2B5EF4-FFF2-40B4-BE49-F238E27FC236}">
                <a16:creationId xmlns:a16="http://schemas.microsoft.com/office/drawing/2014/main" id="{BA9A4A0E-1F59-DC74-EA6A-46CCFCCE402D}"/>
              </a:ext>
            </a:extLst>
          </p:cNvPr>
          <p:cNvGrpSpPr/>
          <p:nvPr/>
        </p:nvGrpSpPr>
        <p:grpSpPr>
          <a:xfrm>
            <a:off x="3175292" y="3475231"/>
            <a:ext cx="5158710" cy="741681"/>
            <a:chOff x="3916673" y="793314"/>
            <a:chExt cx="5545097" cy="834448"/>
          </a:xfrm>
        </p:grpSpPr>
        <p:pic>
          <p:nvPicPr>
            <p:cNvPr id="9" name="Picture 8" descr="A cup of coffee being poured into a cup&#10;&#10;AI-generated content may be incorrect.">
              <a:extLst>
                <a:ext uri="{FF2B5EF4-FFF2-40B4-BE49-F238E27FC236}">
                  <a16:creationId xmlns:a16="http://schemas.microsoft.com/office/drawing/2014/main" id="{648E08FC-9B1E-B046-F455-B896915529B3}"/>
                </a:ext>
              </a:extLst>
            </p:cNvPr>
            <p:cNvPicPr>
              <a:picLocks noChangeAspect="1"/>
            </p:cNvPicPr>
            <p:nvPr/>
          </p:nvPicPr>
          <p:blipFill>
            <a:blip r:embed="rId4"/>
            <a:stretch>
              <a:fillRect/>
            </a:stretch>
          </p:blipFill>
          <p:spPr>
            <a:xfrm>
              <a:off x="3916673" y="793316"/>
              <a:ext cx="610252" cy="834446"/>
            </a:xfrm>
            <a:prstGeom prst="rect">
              <a:avLst/>
            </a:prstGeom>
          </p:spPr>
        </p:pic>
        <p:pic>
          <p:nvPicPr>
            <p:cNvPr id="10" name="Picture 9" descr="A cup of coffee with a pitcher pouring milk into it&#10;&#10;AI-generated content may be incorrect.">
              <a:extLst>
                <a:ext uri="{FF2B5EF4-FFF2-40B4-BE49-F238E27FC236}">
                  <a16:creationId xmlns:a16="http://schemas.microsoft.com/office/drawing/2014/main" id="{3DDD700C-C02E-CCBC-5F90-9C17E3FEF35F}"/>
                </a:ext>
              </a:extLst>
            </p:cNvPr>
            <p:cNvPicPr>
              <a:picLocks noChangeAspect="1"/>
            </p:cNvPicPr>
            <p:nvPr/>
          </p:nvPicPr>
          <p:blipFill>
            <a:blip r:embed="rId5"/>
            <a:stretch>
              <a:fillRect/>
            </a:stretch>
          </p:blipFill>
          <p:spPr>
            <a:xfrm>
              <a:off x="4615164" y="793316"/>
              <a:ext cx="624783" cy="834446"/>
            </a:xfrm>
            <a:prstGeom prst="rect">
              <a:avLst/>
            </a:prstGeom>
          </p:spPr>
        </p:pic>
        <p:pic>
          <p:nvPicPr>
            <p:cNvPr id="11" name="Picture 10" descr="A cup of coffee with a pitcher pouring milk into it&#10;&#10;AI-generated content may be incorrect.">
              <a:extLst>
                <a:ext uri="{FF2B5EF4-FFF2-40B4-BE49-F238E27FC236}">
                  <a16:creationId xmlns:a16="http://schemas.microsoft.com/office/drawing/2014/main" id="{442CF24C-6190-5CF6-EC82-C6A977AB52DF}"/>
                </a:ext>
              </a:extLst>
            </p:cNvPr>
            <p:cNvPicPr>
              <a:picLocks noChangeAspect="1"/>
            </p:cNvPicPr>
            <p:nvPr/>
          </p:nvPicPr>
          <p:blipFill>
            <a:blip r:embed="rId5"/>
            <a:stretch>
              <a:fillRect/>
            </a:stretch>
          </p:blipFill>
          <p:spPr>
            <a:xfrm>
              <a:off x="5329092" y="793316"/>
              <a:ext cx="624783" cy="834446"/>
            </a:xfrm>
            <a:prstGeom prst="rect">
              <a:avLst/>
            </a:prstGeom>
          </p:spPr>
        </p:pic>
        <p:pic>
          <p:nvPicPr>
            <p:cNvPr id="12" name="Picture 11" descr="A cup of coffee being poured into a cup&#10;&#10;AI-generated content may be incorrect.">
              <a:extLst>
                <a:ext uri="{FF2B5EF4-FFF2-40B4-BE49-F238E27FC236}">
                  <a16:creationId xmlns:a16="http://schemas.microsoft.com/office/drawing/2014/main" id="{6B8C98E5-E109-9C1D-DBB2-6A17D806BB2B}"/>
                </a:ext>
              </a:extLst>
            </p:cNvPr>
            <p:cNvPicPr>
              <a:picLocks noChangeAspect="1"/>
            </p:cNvPicPr>
            <p:nvPr/>
          </p:nvPicPr>
          <p:blipFill>
            <a:blip r:embed="rId4"/>
            <a:stretch>
              <a:fillRect/>
            </a:stretch>
          </p:blipFill>
          <p:spPr>
            <a:xfrm>
              <a:off x="6043021" y="793315"/>
              <a:ext cx="610252" cy="834446"/>
            </a:xfrm>
            <a:prstGeom prst="rect">
              <a:avLst/>
            </a:prstGeom>
          </p:spPr>
        </p:pic>
        <p:pic>
          <p:nvPicPr>
            <p:cNvPr id="13" name="Picture 12" descr="A cup of coffee being poured into a cup&#10;&#10;AI-generated content may be incorrect.">
              <a:extLst>
                <a:ext uri="{FF2B5EF4-FFF2-40B4-BE49-F238E27FC236}">
                  <a16:creationId xmlns:a16="http://schemas.microsoft.com/office/drawing/2014/main" id="{8866629C-FE82-111D-B507-49EDF1A9886F}"/>
                </a:ext>
              </a:extLst>
            </p:cNvPr>
            <p:cNvPicPr>
              <a:picLocks noChangeAspect="1"/>
            </p:cNvPicPr>
            <p:nvPr/>
          </p:nvPicPr>
          <p:blipFill>
            <a:blip r:embed="rId4"/>
            <a:stretch>
              <a:fillRect/>
            </a:stretch>
          </p:blipFill>
          <p:spPr>
            <a:xfrm>
              <a:off x="6741513" y="793315"/>
              <a:ext cx="610252" cy="834446"/>
            </a:xfrm>
            <a:prstGeom prst="rect">
              <a:avLst/>
            </a:prstGeom>
          </p:spPr>
        </p:pic>
        <p:pic>
          <p:nvPicPr>
            <p:cNvPr id="14" name="Picture 13" descr="A cup of coffee with a pitcher pouring milk into it&#10;&#10;AI-generated content may be incorrect.">
              <a:extLst>
                <a:ext uri="{FF2B5EF4-FFF2-40B4-BE49-F238E27FC236}">
                  <a16:creationId xmlns:a16="http://schemas.microsoft.com/office/drawing/2014/main" id="{2CE84418-0ADE-0666-359C-996A2E9C326D}"/>
                </a:ext>
              </a:extLst>
            </p:cNvPr>
            <p:cNvPicPr>
              <a:picLocks noChangeAspect="1"/>
            </p:cNvPicPr>
            <p:nvPr/>
          </p:nvPicPr>
          <p:blipFill>
            <a:blip r:embed="rId5"/>
            <a:stretch>
              <a:fillRect/>
            </a:stretch>
          </p:blipFill>
          <p:spPr>
            <a:xfrm>
              <a:off x="7440003" y="793315"/>
              <a:ext cx="624783" cy="834446"/>
            </a:xfrm>
            <a:prstGeom prst="rect">
              <a:avLst/>
            </a:prstGeom>
          </p:spPr>
        </p:pic>
        <p:pic>
          <p:nvPicPr>
            <p:cNvPr id="15" name="Picture 14" descr="A cup of coffee being poured into a cup&#10;&#10;AI-generated content may be incorrect.">
              <a:extLst>
                <a:ext uri="{FF2B5EF4-FFF2-40B4-BE49-F238E27FC236}">
                  <a16:creationId xmlns:a16="http://schemas.microsoft.com/office/drawing/2014/main" id="{F3A42DDE-1885-CF35-2513-B663EDD300F9}"/>
                </a:ext>
              </a:extLst>
            </p:cNvPr>
            <p:cNvPicPr>
              <a:picLocks noChangeAspect="1"/>
            </p:cNvPicPr>
            <p:nvPr/>
          </p:nvPicPr>
          <p:blipFill>
            <a:blip r:embed="rId4"/>
            <a:stretch>
              <a:fillRect/>
            </a:stretch>
          </p:blipFill>
          <p:spPr>
            <a:xfrm>
              <a:off x="8138496" y="793314"/>
              <a:ext cx="610252" cy="834446"/>
            </a:xfrm>
            <a:prstGeom prst="rect">
              <a:avLst/>
            </a:prstGeom>
          </p:spPr>
        </p:pic>
        <p:pic>
          <p:nvPicPr>
            <p:cNvPr id="16" name="Picture 15" descr="A cup of coffee with a pitcher pouring milk into it&#10;&#10;AI-generated content may be incorrect.">
              <a:extLst>
                <a:ext uri="{FF2B5EF4-FFF2-40B4-BE49-F238E27FC236}">
                  <a16:creationId xmlns:a16="http://schemas.microsoft.com/office/drawing/2014/main" id="{135F6254-C659-8240-309B-F92607945A3D}"/>
                </a:ext>
              </a:extLst>
            </p:cNvPr>
            <p:cNvPicPr>
              <a:picLocks noChangeAspect="1"/>
            </p:cNvPicPr>
            <p:nvPr/>
          </p:nvPicPr>
          <p:blipFill>
            <a:blip r:embed="rId5"/>
            <a:stretch>
              <a:fillRect/>
            </a:stretch>
          </p:blipFill>
          <p:spPr>
            <a:xfrm>
              <a:off x="8836987" y="793314"/>
              <a:ext cx="624783" cy="834446"/>
            </a:xfrm>
            <a:prstGeom prst="rect">
              <a:avLst/>
            </a:prstGeom>
          </p:spPr>
        </p:pic>
      </p:grpSp>
      <p:graphicFrame>
        <p:nvGraphicFramePr>
          <p:cNvPr id="17" name="Table 16">
            <a:extLst>
              <a:ext uri="{FF2B5EF4-FFF2-40B4-BE49-F238E27FC236}">
                <a16:creationId xmlns:a16="http://schemas.microsoft.com/office/drawing/2014/main" id="{1219BE5D-2D90-D28A-7225-6F98FBA65440}"/>
              </a:ext>
            </a:extLst>
          </p:cNvPr>
          <p:cNvGraphicFramePr>
            <a:graphicFrameLocks noGrp="1"/>
          </p:cNvGraphicFramePr>
          <p:nvPr>
            <p:extLst>
              <p:ext uri="{D42A27DB-BD31-4B8C-83A1-F6EECF244321}">
                <p14:modId xmlns:p14="http://schemas.microsoft.com/office/powerpoint/2010/main" val="2017002592"/>
              </p:ext>
            </p:extLst>
          </p:nvPr>
        </p:nvGraphicFramePr>
        <p:xfrm>
          <a:off x="3175290" y="4334886"/>
          <a:ext cx="5158712" cy="741680"/>
        </p:xfrm>
        <a:graphic>
          <a:graphicData uri="http://schemas.openxmlformats.org/drawingml/2006/table">
            <a:tbl>
              <a:tblPr>
                <a:solidFill>
                  <a:srgbClr val="FCF7E4"/>
                </a:solidFill>
                <a:tableStyleId>{5C22544A-7EE6-4342-B048-85BDC9FD1C3A}</a:tableStyleId>
              </a:tblPr>
              <a:tblGrid>
                <a:gridCol w="644839">
                  <a:extLst>
                    <a:ext uri="{9D8B030D-6E8A-4147-A177-3AD203B41FA5}">
                      <a16:colId xmlns:a16="http://schemas.microsoft.com/office/drawing/2014/main" val="4007301652"/>
                    </a:ext>
                  </a:extLst>
                </a:gridCol>
                <a:gridCol w="644839">
                  <a:extLst>
                    <a:ext uri="{9D8B030D-6E8A-4147-A177-3AD203B41FA5}">
                      <a16:colId xmlns:a16="http://schemas.microsoft.com/office/drawing/2014/main" val="3416368955"/>
                    </a:ext>
                  </a:extLst>
                </a:gridCol>
                <a:gridCol w="644839">
                  <a:extLst>
                    <a:ext uri="{9D8B030D-6E8A-4147-A177-3AD203B41FA5}">
                      <a16:colId xmlns:a16="http://schemas.microsoft.com/office/drawing/2014/main" val="1603540573"/>
                    </a:ext>
                  </a:extLst>
                </a:gridCol>
                <a:gridCol w="644839">
                  <a:extLst>
                    <a:ext uri="{9D8B030D-6E8A-4147-A177-3AD203B41FA5}">
                      <a16:colId xmlns:a16="http://schemas.microsoft.com/office/drawing/2014/main" val="2438716480"/>
                    </a:ext>
                  </a:extLst>
                </a:gridCol>
                <a:gridCol w="644839">
                  <a:extLst>
                    <a:ext uri="{9D8B030D-6E8A-4147-A177-3AD203B41FA5}">
                      <a16:colId xmlns:a16="http://schemas.microsoft.com/office/drawing/2014/main" val="1994857358"/>
                    </a:ext>
                  </a:extLst>
                </a:gridCol>
                <a:gridCol w="644839">
                  <a:extLst>
                    <a:ext uri="{9D8B030D-6E8A-4147-A177-3AD203B41FA5}">
                      <a16:colId xmlns:a16="http://schemas.microsoft.com/office/drawing/2014/main" val="3048875490"/>
                    </a:ext>
                  </a:extLst>
                </a:gridCol>
                <a:gridCol w="644839">
                  <a:extLst>
                    <a:ext uri="{9D8B030D-6E8A-4147-A177-3AD203B41FA5}">
                      <a16:colId xmlns:a16="http://schemas.microsoft.com/office/drawing/2014/main" val="724583136"/>
                    </a:ext>
                  </a:extLst>
                </a:gridCol>
                <a:gridCol w="644839">
                  <a:extLst>
                    <a:ext uri="{9D8B030D-6E8A-4147-A177-3AD203B41FA5}">
                      <a16:colId xmlns:a16="http://schemas.microsoft.com/office/drawing/2014/main" val="1427120671"/>
                    </a:ext>
                  </a:extLst>
                </a:gridCol>
              </a:tblGrid>
              <a:tr h="370840">
                <a:tc>
                  <a:txBody>
                    <a:bodyPr/>
                    <a:lstStyle/>
                    <a:p>
                      <a:pPr algn="ctr"/>
                      <a:r>
                        <a:rPr lang="en-GB" sz="1200" b="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M</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M</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M</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M</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extLst>
                  <a:ext uri="{0D108BD9-81ED-4DB2-BD59-A6C34878D82A}">
                    <a16:rowId xmlns:a16="http://schemas.microsoft.com/office/drawing/2014/main" val="2948326711"/>
                  </a:ext>
                </a:extLst>
              </a:tr>
              <a:tr h="370840">
                <a:tc>
                  <a:txBody>
                    <a:bodyPr/>
                    <a:lstStyle/>
                    <a:p>
                      <a:pPr algn="ctr"/>
                      <a:r>
                        <a:rPr lang="en-GB" sz="1200" b="1"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1"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M</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1"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M</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1"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1"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1"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M</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1"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tc>
                  <a:txBody>
                    <a:bodyPr/>
                    <a:lstStyle/>
                    <a:p>
                      <a:pPr algn="ctr"/>
                      <a:r>
                        <a:rPr lang="en-GB" sz="1200" b="1"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M</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extLst>
                  <a:ext uri="{0D108BD9-81ED-4DB2-BD59-A6C34878D82A}">
                    <a16:rowId xmlns:a16="http://schemas.microsoft.com/office/drawing/2014/main" val="790864396"/>
                  </a:ext>
                </a:extLst>
              </a:tr>
            </a:tbl>
          </a:graphicData>
        </a:graphic>
      </p:graphicFrame>
      <p:graphicFrame>
        <p:nvGraphicFramePr>
          <p:cNvPr id="18" name="Table 17">
            <a:extLst>
              <a:ext uri="{FF2B5EF4-FFF2-40B4-BE49-F238E27FC236}">
                <a16:creationId xmlns:a16="http://schemas.microsoft.com/office/drawing/2014/main" id="{109F5B2E-FE00-A110-554F-F2D45F20000A}"/>
              </a:ext>
            </a:extLst>
          </p:cNvPr>
          <p:cNvGraphicFramePr>
            <a:graphicFrameLocks noGrp="1"/>
          </p:cNvGraphicFramePr>
          <p:nvPr/>
        </p:nvGraphicFramePr>
        <p:xfrm>
          <a:off x="2015935" y="4334886"/>
          <a:ext cx="1153300" cy="741680"/>
        </p:xfrm>
        <a:graphic>
          <a:graphicData uri="http://schemas.openxmlformats.org/drawingml/2006/table">
            <a:tbl>
              <a:tblPr>
                <a:solidFill>
                  <a:srgbClr val="FCF7E4"/>
                </a:solidFill>
                <a:tableStyleId>{5C22544A-7EE6-4342-B048-85BDC9FD1C3A}</a:tableStyleId>
              </a:tblPr>
              <a:tblGrid>
                <a:gridCol w="1153300">
                  <a:extLst>
                    <a:ext uri="{9D8B030D-6E8A-4147-A177-3AD203B41FA5}">
                      <a16:colId xmlns:a16="http://schemas.microsoft.com/office/drawing/2014/main" val="4007301652"/>
                    </a:ext>
                  </a:extLst>
                </a:gridCol>
              </a:tblGrid>
              <a:tr h="370840">
                <a:tc>
                  <a:txBody>
                    <a:bodyPr/>
                    <a:lstStyle/>
                    <a:p>
                      <a:pPr algn="l"/>
                      <a:r>
                        <a:rPr lang="en-GB" sz="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Actual Drink</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extLst>
                  <a:ext uri="{0D108BD9-81ED-4DB2-BD59-A6C34878D82A}">
                    <a16:rowId xmlns:a16="http://schemas.microsoft.com/office/drawing/2014/main" val="2948326711"/>
                  </a:ext>
                </a:extLst>
              </a:tr>
              <a:tr h="370840">
                <a:tc>
                  <a:txBody>
                    <a:bodyPr/>
                    <a:lstStyle/>
                    <a:p>
                      <a:pPr algn="l"/>
                      <a:r>
                        <a:rPr lang="en-GB" sz="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Muriel’s Guess</a:t>
                      </a: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CF7E4"/>
                    </a:solidFill>
                  </a:tcPr>
                </a:tc>
                <a:extLst>
                  <a:ext uri="{0D108BD9-81ED-4DB2-BD59-A6C34878D82A}">
                    <a16:rowId xmlns:a16="http://schemas.microsoft.com/office/drawing/2014/main" val="790864396"/>
                  </a:ext>
                </a:extLst>
              </a:tr>
            </a:tbl>
          </a:graphicData>
        </a:graphic>
      </p:graphicFrame>
      <p:sp>
        <p:nvSpPr>
          <p:cNvPr id="3" name="TextBox 2">
            <a:extLst>
              <a:ext uri="{FF2B5EF4-FFF2-40B4-BE49-F238E27FC236}">
                <a16:creationId xmlns:a16="http://schemas.microsoft.com/office/drawing/2014/main" id="{94C75BE5-A41D-B720-89F5-A3CEFA02C392}"/>
              </a:ext>
            </a:extLst>
          </p:cNvPr>
          <p:cNvSpPr txBox="1"/>
          <p:nvPr/>
        </p:nvSpPr>
        <p:spPr>
          <a:xfrm>
            <a:off x="2894118" y="5366169"/>
            <a:ext cx="4776546" cy="307777"/>
          </a:xfrm>
          <a:prstGeom prst="rect">
            <a:avLst/>
          </a:prstGeom>
          <a:noFill/>
        </p:spPr>
        <p:txBody>
          <a:bodyPr wrap="square">
            <a:spAutoFit/>
          </a:bodyPr>
          <a:lstStyle/>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To everybody’s surprise, she got all guesses correct!</a:t>
            </a:r>
          </a:p>
        </p:txBody>
      </p:sp>
    </p:spTree>
    <p:extLst>
      <p:ext uri="{BB962C8B-B14F-4D97-AF65-F5344CB8AC3E}">
        <p14:creationId xmlns:p14="http://schemas.microsoft.com/office/powerpoint/2010/main" val="1515529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5CD17-56D3-6288-0D21-367355CF1EC3}"/>
            </a:ext>
          </a:extLst>
        </p:cNvPr>
        <p:cNvGrpSpPr/>
        <p:nvPr/>
      </p:nvGrpSpPr>
      <p:grpSpPr>
        <a:xfrm>
          <a:off x="0" y="0"/>
          <a:ext cx="0" cy="0"/>
          <a:chOff x="0" y="0"/>
          <a:chExt cx="0" cy="0"/>
        </a:xfrm>
      </p:grpSpPr>
      <p:sp>
        <p:nvSpPr>
          <p:cNvPr id="44" name="Title 1">
            <a:extLst>
              <a:ext uri="{FF2B5EF4-FFF2-40B4-BE49-F238E27FC236}">
                <a16:creationId xmlns:a16="http://schemas.microsoft.com/office/drawing/2014/main" id="{E44D5FB3-87F1-CC0D-E49B-6E95EDEE380F}"/>
              </a:ext>
            </a:extLst>
          </p:cNvPr>
          <p:cNvSpPr txBox="1">
            <a:spLocks/>
          </p:cNvSpPr>
          <p:nvPr/>
        </p:nvSpPr>
        <p:spPr>
          <a:xfrm>
            <a:off x="838200" y="365126"/>
            <a:ext cx="10515600" cy="602284"/>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accent6">
                    <a:lumMod val="75000"/>
                  </a:schemeClr>
                </a:solidFill>
                <a:latin typeface="Arial" panose="020B0604020202020204" pitchFamily="34" charset="0"/>
                <a:cs typeface="Arial" panose="020B0604020202020204" pitchFamily="34" charset="0"/>
              </a:rPr>
              <a:t>The Null Hypothesis and p-Values</a:t>
            </a:r>
          </a:p>
        </p:txBody>
      </p:sp>
      <p:sp>
        <p:nvSpPr>
          <p:cNvPr id="5" name="TextBox 4">
            <a:extLst>
              <a:ext uri="{FF2B5EF4-FFF2-40B4-BE49-F238E27FC236}">
                <a16:creationId xmlns:a16="http://schemas.microsoft.com/office/drawing/2014/main" id="{4DB6F287-5A6B-3BE6-16E1-52BF0A582337}"/>
              </a:ext>
            </a:extLst>
          </p:cNvPr>
          <p:cNvSpPr txBox="1"/>
          <p:nvPr/>
        </p:nvSpPr>
        <p:spPr>
          <a:xfrm>
            <a:off x="959404" y="1179339"/>
            <a:ext cx="9722043" cy="1323439"/>
          </a:xfrm>
          <a:prstGeom prst="rect">
            <a:avLst/>
          </a:prstGeom>
          <a:noFill/>
        </p:spPr>
        <p:txBody>
          <a:bodyPr wrap="square">
            <a:spAutoFit/>
          </a:bodyPr>
          <a:lstStyle/>
          <a:p>
            <a:r>
              <a:rPr lang="en-GB"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Fisher first hypothesised that Muriel was guessing at random, and called it the “null hypothesis”. </a:t>
            </a:r>
          </a:p>
          <a:p>
            <a:r>
              <a:rPr lang="en-GB"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He then calculated that if the null hypothesis was true, the probability of the observed result was 1 in 70. </a:t>
            </a:r>
          </a:p>
          <a:p>
            <a:endParaRPr lang="en-GB"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a:p>
            <a:r>
              <a:rPr lang="en-GB"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Because this probability is very small, Fisher concluded that we can reject the null hypothesis, and conclude that Muriel was able to tell the difference between “Tea first” and “Milk first” cups. </a:t>
            </a:r>
          </a:p>
        </p:txBody>
      </p:sp>
      <p:sp>
        <p:nvSpPr>
          <p:cNvPr id="35" name="TextBox 34">
            <a:extLst>
              <a:ext uri="{FF2B5EF4-FFF2-40B4-BE49-F238E27FC236}">
                <a16:creationId xmlns:a16="http://schemas.microsoft.com/office/drawing/2014/main" id="{F0B1B106-8A8C-EBF1-97C0-3117030AD7CC}"/>
              </a:ext>
            </a:extLst>
          </p:cNvPr>
          <p:cNvSpPr txBox="1"/>
          <p:nvPr/>
        </p:nvSpPr>
        <p:spPr>
          <a:xfrm>
            <a:off x="8121759" y="5948031"/>
            <a:ext cx="2306291" cy="307777"/>
          </a:xfrm>
          <a:prstGeom prst="rect">
            <a:avLst/>
          </a:prstGeom>
          <a:noFill/>
        </p:spPr>
        <p:txBody>
          <a:bodyPr wrap="square">
            <a:spAutoFit/>
          </a:bodyPr>
          <a:lstStyle/>
          <a:p>
            <a:pPr algn="l"/>
            <a:r>
              <a:rPr lang="en-GB" sz="140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Number of Correct Guesses</a:t>
            </a:r>
          </a:p>
        </p:txBody>
      </p:sp>
      <p:sp>
        <p:nvSpPr>
          <p:cNvPr id="36" name="TextBox 35">
            <a:extLst>
              <a:ext uri="{FF2B5EF4-FFF2-40B4-BE49-F238E27FC236}">
                <a16:creationId xmlns:a16="http://schemas.microsoft.com/office/drawing/2014/main" id="{8C4A7F79-4A01-6004-C200-70C61663F65E}"/>
              </a:ext>
            </a:extLst>
          </p:cNvPr>
          <p:cNvSpPr txBox="1"/>
          <p:nvPr/>
        </p:nvSpPr>
        <p:spPr>
          <a:xfrm rot="16200000">
            <a:off x="6571561" y="4444315"/>
            <a:ext cx="1071788" cy="307777"/>
          </a:xfrm>
          <a:prstGeom prst="rect">
            <a:avLst/>
          </a:prstGeom>
          <a:noFill/>
        </p:spPr>
        <p:txBody>
          <a:bodyPr wrap="square">
            <a:spAutoFit/>
          </a:bodyPr>
          <a:lstStyle/>
          <a:p>
            <a:pPr algn="l"/>
            <a:r>
              <a:rPr lang="en-GB" sz="1400" baseline="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Probability</a:t>
            </a:r>
          </a:p>
        </p:txBody>
      </p:sp>
      <p:pic>
        <p:nvPicPr>
          <p:cNvPr id="9" name="Picture 8" descr="A graph with numbers and lines&#10;&#10;AI-generated content may be incorrect.">
            <a:extLst>
              <a:ext uri="{FF2B5EF4-FFF2-40B4-BE49-F238E27FC236}">
                <a16:creationId xmlns:a16="http://schemas.microsoft.com/office/drawing/2014/main" id="{019B369C-51C2-31A5-BFBC-A30D5E4EA3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41808" y="3053868"/>
            <a:ext cx="3372571" cy="2997841"/>
          </a:xfrm>
          <a:prstGeom prst="rect">
            <a:avLst/>
          </a:prstGeom>
        </p:spPr>
      </p:pic>
      <p:sp>
        <p:nvSpPr>
          <p:cNvPr id="10" name="TextBox 9">
            <a:extLst>
              <a:ext uri="{FF2B5EF4-FFF2-40B4-BE49-F238E27FC236}">
                <a16:creationId xmlns:a16="http://schemas.microsoft.com/office/drawing/2014/main" id="{DF8A315E-B287-BECA-F8BE-246EEFF3BAFE}"/>
              </a:ext>
            </a:extLst>
          </p:cNvPr>
          <p:cNvSpPr txBox="1"/>
          <p:nvPr/>
        </p:nvSpPr>
        <p:spPr>
          <a:xfrm>
            <a:off x="7696179" y="2530648"/>
            <a:ext cx="2731871" cy="523220"/>
          </a:xfrm>
          <a:prstGeom prst="rect">
            <a:avLst/>
          </a:prstGeom>
          <a:noFill/>
        </p:spPr>
        <p:txBody>
          <a:bodyPr wrap="square">
            <a:spAutoFit/>
          </a:bodyPr>
          <a:lstStyle/>
          <a:p>
            <a:pPr algn="ctr"/>
            <a:r>
              <a:rPr lang="en-GB" sz="1400" b="1" dirty="0">
                <a:latin typeface="Calibri" panose="020F0502020204030204" pitchFamily="34" charset="0"/>
                <a:ea typeface="Calibri" panose="020F0502020204030204" pitchFamily="34" charset="0"/>
                <a:cs typeface="Calibri" panose="020F0502020204030204" pitchFamily="34" charset="0"/>
              </a:rPr>
              <a:t>Probability of different results </a:t>
            </a:r>
          </a:p>
          <a:p>
            <a:pPr algn="ctr"/>
            <a:r>
              <a:rPr lang="en-GB" sz="1400" b="1" dirty="0">
                <a:latin typeface="Calibri" panose="020F0502020204030204" pitchFamily="34" charset="0"/>
                <a:ea typeface="Calibri" panose="020F0502020204030204" pitchFamily="34" charset="0"/>
                <a:cs typeface="Calibri" panose="020F0502020204030204" pitchFamily="34" charset="0"/>
              </a:rPr>
              <a:t>(null hypothesis)</a:t>
            </a:r>
            <a:endParaRPr lang="en-GB" sz="1400" dirty="0">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430431BB-D8E8-58D1-EA2A-4260B3E76DAB}"/>
              </a:ext>
            </a:extLst>
          </p:cNvPr>
          <p:cNvSpPr txBox="1"/>
          <p:nvPr/>
        </p:nvSpPr>
        <p:spPr>
          <a:xfrm>
            <a:off x="10025974" y="5270923"/>
            <a:ext cx="578434" cy="276999"/>
          </a:xfrm>
          <a:prstGeom prst="rect">
            <a:avLst/>
          </a:prstGeom>
          <a:noFill/>
        </p:spPr>
        <p:txBody>
          <a:bodyPr wrap="square" rtlCol="0">
            <a:noAutofit/>
          </a:bodyPr>
          <a:lstStyle/>
          <a:p>
            <a:pPr algn="ctr"/>
            <a:r>
              <a:rPr lang="en-GB" sz="900" dirty="0">
                <a:solidFill>
                  <a:srgbClr val="BC680C"/>
                </a:solidFill>
                <a:latin typeface="Aptos Narrow" panose="020B0004020202020204" pitchFamily="34" charset="0"/>
              </a:rPr>
              <a:t>p=0.014</a:t>
            </a:r>
          </a:p>
        </p:txBody>
      </p:sp>
      <p:sp>
        <p:nvSpPr>
          <p:cNvPr id="3" name="TextBox 2">
            <a:extLst>
              <a:ext uri="{FF2B5EF4-FFF2-40B4-BE49-F238E27FC236}">
                <a16:creationId xmlns:a16="http://schemas.microsoft.com/office/drawing/2014/main" id="{26FC4714-7271-4ACD-9C33-80CC818D4A11}"/>
              </a:ext>
            </a:extLst>
          </p:cNvPr>
          <p:cNvSpPr txBox="1"/>
          <p:nvPr/>
        </p:nvSpPr>
        <p:spPr>
          <a:xfrm>
            <a:off x="1012878" y="2714707"/>
            <a:ext cx="5582806" cy="1077218"/>
          </a:xfrm>
          <a:prstGeom prst="rect">
            <a:avLst/>
          </a:prstGeom>
          <a:noFill/>
          <a:ln>
            <a:solidFill>
              <a:schemeClr val="tx1">
                <a:lumMod val="65000"/>
                <a:lumOff val="35000"/>
              </a:schemeClr>
            </a:solidFill>
          </a:ln>
        </p:spPr>
        <p:txBody>
          <a:bodyPr wrap="square" rtlCol="0">
            <a:spAutoFit/>
          </a:bodyPr>
          <a:lstStyle/>
          <a:p>
            <a:r>
              <a:rPr lang="en-GB" sz="1600" b="1"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What is a p-value?</a:t>
            </a:r>
          </a:p>
          <a:p>
            <a:r>
              <a:rPr lang="en-GB"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A p-value tells you how likely is the result we observed, if in truth there’s no effect. A small p-value means the observed result would be surprising,  if the null hypothesis were true.</a:t>
            </a:r>
            <a:endParaRPr lang="en-GB" sz="1600" dirty="0">
              <a:latin typeface="Calibri" panose="020F0502020204030204" pitchFamily="34" charset="0"/>
              <a:ea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DC0700F0-7FA9-28AD-9E7E-917E93FB6A98}"/>
              </a:ext>
            </a:extLst>
          </p:cNvPr>
          <p:cNvSpPr txBox="1"/>
          <p:nvPr/>
        </p:nvSpPr>
        <p:spPr>
          <a:xfrm>
            <a:off x="932414" y="3541828"/>
            <a:ext cx="5415604" cy="1231106"/>
          </a:xfrm>
          <a:prstGeom prst="rect">
            <a:avLst/>
          </a:prstGeom>
          <a:noFill/>
        </p:spPr>
        <p:txBody>
          <a:bodyPr wrap="square">
            <a:spAutoFit/>
          </a:bodyPr>
          <a:lstStyle/>
          <a:p>
            <a:endParaRPr lang="en-GB" sz="1400" dirty="0">
              <a:latin typeface="Calibri" panose="020F0502020204030204" pitchFamily="34" charset="0"/>
              <a:ea typeface="Calibri" panose="020F0502020204030204" pitchFamily="34" charset="0"/>
              <a:cs typeface="Calibri" panose="020F0502020204030204" pitchFamily="34" charset="0"/>
            </a:endParaRPr>
          </a:p>
          <a:p>
            <a:endPar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a:p>
            <a:r>
              <a:rPr lang="en-GB" sz="16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P-values can provide insight into experimental results, alongside other statistics.</a:t>
            </a:r>
          </a:p>
          <a:p>
            <a:endParaRPr lang="en-GB"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498158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CD480-7D04-E57B-DB54-B7BB75CE0E1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ED74F33-FC8B-A248-2C3D-F27E4D0086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0861" y="2737042"/>
            <a:ext cx="4944049" cy="3531464"/>
          </a:xfrm>
          <a:prstGeom prst="rect">
            <a:avLst/>
          </a:prstGeom>
        </p:spPr>
      </p:pic>
      <p:sp>
        <p:nvSpPr>
          <p:cNvPr id="44" name="Title 1">
            <a:extLst>
              <a:ext uri="{FF2B5EF4-FFF2-40B4-BE49-F238E27FC236}">
                <a16:creationId xmlns:a16="http://schemas.microsoft.com/office/drawing/2014/main" id="{63425049-219A-C2FA-9A5F-AABAB16D48D3}"/>
              </a:ext>
            </a:extLst>
          </p:cNvPr>
          <p:cNvSpPr txBox="1">
            <a:spLocks/>
          </p:cNvSpPr>
          <p:nvPr/>
        </p:nvSpPr>
        <p:spPr>
          <a:xfrm>
            <a:off x="838200" y="365126"/>
            <a:ext cx="10515600" cy="602284"/>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accent6">
                    <a:lumMod val="75000"/>
                  </a:schemeClr>
                </a:solidFill>
                <a:latin typeface="Arial" panose="020B0604020202020204" pitchFamily="34" charset="0"/>
                <a:cs typeface="Arial" panose="020B0604020202020204" pitchFamily="34" charset="0"/>
              </a:rPr>
              <a:t>False Positives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174228D-F34E-99BD-A43B-88ED1DF20049}"/>
                  </a:ext>
                </a:extLst>
              </p:cNvPr>
              <p:cNvSpPr txBox="1"/>
              <p:nvPr/>
            </p:nvSpPr>
            <p:spPr>
              <a:xfrm>
                <a:off x="889929" y="1102660"/>
                <a:ext cx="9797525" cy="1384995"/>
              </a:xfrm>
              <a:prstGeom prst="rect">
                <a:avLst/>
              </a:prstGeom>
              <a:noFill/>
            </p:spPr>
            <p:txBody>
              <a:bodyPr wrap="square">
                <a:spAutoFit/>
              </a:bodyPr>
              <a:lstStyle/>
              <a:p>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In our study example, we can write the null hypothesis as </a:t>
                </a:r>
                <a14:m>
                  <m:oMath xmlns:m="http://schemas.openxmlformats.org/officeDocument/2006/math">
                    <m:sSub>
                      <m:sSubPr>
                        <m:ctrlPr>
                          <a:rPr lang="en-GB" sz="1400" i="1" smtClean="0">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ctrlPr>
                      </m:sSubPr>
                      <m:e>
                        <m:r>
                          <a:rPr lang="en-GB" sz="1400" b="0" i="1" smtClean="0">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t>𝐻</m:t>
                        </m:r>
                      </m:e>
                      <m:sub>
                        <m:r>
                          <a:rPr lang="en-GB" sz="1400" b="0" i="1" smtClean="0">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t>0</m:t>
                        </m:r>
                      </m:sub>
                    </m:sSub>
                    <m:r>
                      <a:rPr lang="en-GB" sz="1400" b="0" i="1" smtClean="0">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t>: </m:t>
                    </m:r>
                    <m:r>
                      <a:rPr lang="en-GB" sz="1400" b="0" i="1" smtClean="0">
                        <a:solidFill>
                          <a:schemeClr val="accent2">
                            <a:lumMod val="75000"/>
                          </a:schemeClr>
                        </a:solidFill>
                        <a:latin typeface="Cambria Math" panose="02040503050406030204" pitchFamily="18" charset="0"/>
                        <a:ea typeface="Cambria Math" panose="02040503050406030204" pitchFamily="18" charset="0"/>
                        <a:cs typeface="Calibri" panose="020F0502020204030204" pitchFamily="34" charset="0"/>
                      </a:rPr>
                      <m:t>𝜃</m:t>
                    </m:r>
                    <m:r>
                      <a:rPr lang="en-GB" sz="1400" b="0" i="1" smtClean="0">
                        <a:solidFill>
                          <a:schemeClr val="accent2">
                            <a:lumMod val="75000"/>
                          </a:schemeClr>
                        </a:solidFill>
                        <a:latin typeface="Cambria Math" panose="02040503050406030204" pitchFamily="18" charset="0"/>
                        <a:ea typeface="Cambria Math" panose="02040503050406030204" pitchFamily="18" charset="0"/>
                        <a:cs typeface="Calibri" panose="020F0502020204030204" pitchFamily="34" charset="0"/>
                      </a:rPr>
                      <m:t>=0 </m:t>
                    </m:r>
                  </m:oMath>
                </a14:m>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(no difference between dupilumab and placebo).</a:t>
                </a:r>
              </a:p>
              <a:p>
                <a:endPar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a:p>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We reject the null hypothesis if the result we observe in our experiment would be surprising, if the null hypothesis was true. We need to define a rule, and in this example we reject the null hypothesis if the Estimate is outside the range ±65 </a:t>
                </a:r>
                <a:r>
                  <a:rPr lang="en-GB" sz="1400" dirty="0" err="1">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mL.</a:t>
                </a:r>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 </a:t>
                </a:r>
              </a:p>
              <a:p>
                <a:endPar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a:p>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(Because we can reject the null hypothesis in either direction, this is known as a </a:t>
                </a:r>
                <a:r>
                  <a:rPr lang="en-GB" sz="14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two-tailed test</a:t>
                </a:r>
                <a:r>
                  <a:rPr lang="en-GB" sz="1400" dirty="0">
                    <a:latin typeface="Calibri" panose="020F0502020204030204" pitchFamily="34" charset="0"/>
                    <a:ea typeface="Calibri" panose="020F0502020204030204" pitchFamily="34" charset="0"/>
                    <a:cs typeface="Calibri" panose="020F0502020204030204" pitchFamily="34" charset="0"/>
                  </a:rPr>
                  <a:t>.)</a:t>
                </a:r>
              </a:p>
            </p:txBody>
          </p:sp>
        </mc:Choice>
        <mc:Fallback xmlns="">
          <p:sp>
            <p:nvSpPr>
              <p:cNvPr id="8" name="TextBox 7">
                <a:extLst>
                  <a:ext uri="{FF2B5EF4-FFF2-40B4-BE49-F238E27FC236}">
                    <a16:creationId xmlns:a16="http://schemas.microsoft.com/office/drawing/2014/main" id="{0174228D-F34E-99BD-A43B-88ED1DF20049}"/>
                  </a:ext>
                </a:extLst>
              </p:cNvPr>
              <p:cNvSpPr txBox="1">
                <a:spLocks noRot="1" noChangeAspect="1" noMove="1" noResize="1" noEditPoints="1" noAdjustHandles="1" noChangeArrowheads="1" noChangeShapeType="1" noTextEdit="1"/>
              </p:cNvSpPr>
              <p:nvPr/>
            </p:nvSpPr>
            <p:spPr>
              <a:xfrm>
                <a:off x="889929" y="1102660"/>
                <a:ext cx="9797525" cy="1384995"/>
              </a:xfrm>
              <a:prstGeom prst="rect">
                <a:avLst/>
              </a:prstGeom>
              <a:blipFill>
                <a:blip r:embed="rId4"/>
                <a:stretch>
                  <a:fillRect l="-187" t="-881" b="-3524"/>
                </a:stretch>
              </a:blipFill>
            </p:spPr>
            <p:txBody>
              <a:bodyPr/>
              <a:lstStyle/>
              <a:p>
                <a:r>
                  <a:rPr lang="en-GB">
                    <a:noFill/>
                  </a:rPr>
                  <a:t> </a:t>
                </a:r>
              </a:p>
            </p:txBody>
          </p:sp>
        </mc:Fallback>
      </mc:AlternateContent>
      <p:sp>
        <p:nvSpPr>
          <p:cNvPr id="22" name="TextBox 21">
            <a:extLst>
              <a:ext uri="{FF2B5EF4-FFF2-40B4-BE49-F238E27FC236}">
                <a16:creationId xmlns:a16="http://schemas.microsoft.com/office/drawing/2014/main" id="{6132B001-C275-5B29-5C34-67E715CF555B}"/>
              </a:ext>
            </a:extLst>
          </p:cNvPr>
          <p:cNvSpPr txBox="1"/>
          <p:nvPr/>
        </p:nvSpPr>
        <p:spPr>
          <a:xfrm>
            <a:off x="889929" y="2745402"/>
            <a:ext cx="4624919" cy="3108543"/>
          </a:xfrm>
          <a:prstGeom prst="rect">
            <a:avLst/>
          </a:prstGeom>
          <a:noFill/>
        </p:spPr>
        <p:txBody>
          <a:bodyPr wrap="square">
            <a:spAutoFit/>
          </a:bodyPr>
          <a:lstStyle/>
          <a:p>
            <a:r>
              <a:rPr lang="en-GB" sz="1400" b="1"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If the null hypothesis is true (no effect)…</a:t>
            </a:r>
          </a:p>
          <a:p>
            <a:endPar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a:p>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We might still observe an Estimate outside the range ±65 mL by chance. This is known as a </a:t>
            </a:r>
            <a:r>
              <a:rPr lang="en-GB" sz="14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False Positive </a:t>
            </a:r>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(or “Type I”) error. Because it leads to a false conclusion, we want this to occur with a </a:t>
            </a:r>
            <a:r>
              <a:rPr lang="en-GB" sz="14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low probability</a:t>
            </a:r>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 </a:t>
            </a:r>
          </a:p>
          <a:p>
            <a:endPar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a:p>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In this simulation, sometimes we see a type I error (shown in red). How often does this occur?</a:t>
            </a:r>
          </a:p>
          <a:p>
            <a:endPar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a:p>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A statistician will usually plan the analysis so that the false positive rate is one in every 20 trials. </a:t>
            </a:r>
          </a:p>
          <a:p>
            <a:endPar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a:p>
            <a:endParaRPr lang="en-GB" sz="1400" dirty="0">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4F13ED3F-78AA-D4E1-629C-9F36EB0AD661}"/>
              </a:ext>
            </a:extLst>
          </p:cNvPr>
          <p:cNvSpPr txBox="1"/>
          <p:nvPr/>
        </p:nvSpPr>
        <p:spPr>
          <a:xfrm>
            <a:off x="5958389" y="3122260"/>
            <a:ext cx="1147551" cy="306740"/>
          </a:xfrm>
          <a:prstGeom prst="rect">
            <a:avLst/>
          </a:prstGeom>
          <a:noFill/>
        </p:spPr>
        <p:txBody>
          <a:bodyPr wrap="square" rtlCol="0">
            <a:noAutofit/>
          </a:bodyPr>
          <a:lstStyle/>
          <a:p>
            <a:pPr algn="ctr"/>
            <a:r>
              <a:rPr lang="en-GB" sz="900" dirty="0">
                <a:solidFill>
                  <a:srgbClr val="FF0000"/>
                </a:solidFill>
                <a:latin typeface="Aptos Narrow" panose="020B0004020202020204" pitchFamily="34" charset="0"/>
              </a:rPr>
              <a:t>Reject the </a:t>
            </a:r>
          </a:p>
          <a:p>
            <a:pPr algn="ctr"/>
            <a:r>
              <a:rPr lang="en-GB" sz="900" dirty="0">
                <a:solidFill>
                  <a:srgbClr val="FF0000"/>
                </a:solidFill>
                <a:latin typeface="Aptos Narrow" panose="020B0004020202020204" pitchFamily="34" charset="0"/>
              </a:rPr>
              <a:t>null hypothesis</a:t>
            </a:r>
          </a:p>
        </p:txBody>
      </p:sp>
      <p:sp>
        <p:nvSpPr>
          <p:cNvPr id="4" name="Rectangle 3">
            <a:extLst>
              <a:ext uri="{FF2B5EF4-FFF2-40B4-BE49-F238E27FC236}">
                <a16:creationId xmlns:a16="http://schemas.microsoft.com/office/drawing/2014/main" id="{D2EDF1A5-602E-9406-CF57-4116BA9DA3E2}"/>
              </a:ext>
            </a:extLst>
          </p:cNvPr>
          <p:cNvSpPr/>
          <p:nvPr/>
        </p:nvSpPr>
        <p:spPr>
          <a:xfrm>
            <a:off x="889930" y="2680676"/>
            <a:ext cx="9860993" cy="3644197"/>
          </a:xfrm>
          <a:prstGeom prst="rect">
            <a:avLst/>
          </a:prstGeom>
          <a:no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72317374-4D30-B77E-9AA1-1845A1877E80}"/>
              </a:ext>
            </a:extLst>
          </p:cNvPr>
          <p:cNvSpPr txBox="1"/>
          <p:nvPr/>
        </p:nvSpPr>
        <p:spPr>
          <a:xfrm>
            <a:off x="6813453" y="6063262"/>
            <a:ext cx="2638864" cy="261610"/>
          </a:xfrm>
          <a:prstGeom prst="rect">
            <a:avLst/>
          </a:prstGeom>
          <a:noFill/>
        </p:spPr>
        <p:txBody>
          <a:bodyPr wrap="none" rtlCol="0">
            <a:spAutoFit/>
          </a:bodyPr>
          <a:lstStyle/>
          <a:p>
            <a:r>
              <a:rPr lang="en-GB" sz="11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Mean difference CFB FEV₁ at Week 12 (mL)</a:t>
            </a:r>
          </a:p>
        </p:txBody>
      </p:sp>
      <p:sp>
        <p:nvSpPr>
          <p:cNvPr id="6" name="TextBox 5">
            <a:extLst>
              <a:ext uri="{FF2B5EF4-FFF2-40B4-BE49-F238E27FC236}">
                <a16:creationId xmlns:a16="http://schemas.microsoft.com/office/drawing/2014/main" id="{23B285D2-7494-2582-FAB9-6E934DC50A4C}"/>
              </a:ext>
            </a:extLst>
          </p:cNvPr>
          <p:cNvSpPr txBox="1"/>
          <p:nvPr/>
        </p:nvSpPr>
        <p:spPr>
          <a:xfrm>
            <a:off x="7559109" y="3122260"/>
            <a:ext cx="1147551" cy="306740"/>
          </a:xfrm>
          <a:prstGeom prst="rect">
            <a:avLst/>
          </a:prstGeom>
          <a:noFill/>
        </p:spPr>
        <p:txBody>
          <a:bodyPr wrap="square" rtlCol="0">
            <a:noAutofit/>
          </a:bodyPr>
          <a:lstStyle/>
          <a:p>
            <a:pPr algn="ctr"/>
            <a:r>
              <a:rPr lang="en-GB" sz="900" dirty="0">
                <a:solidFill>
                  <a:srgbClr val="00B050"/>
                </a:solidFill>
                <a:latin typeface="Aptos Narrow" panose="020B0004020202020204" pitchFamily="34" charset="0"/>
              </a:rPr>
              <a:t>Accept the </a:t>
            </a:r>
          </a:p>
          <a:p>
            <a:pPr algn="ctr"/>
            <a:r>
              <a:rPr lang="en-GB" sz="900" dirty="0">
                <a:solidFill>
                  <a:srgbClr val="00B050"/>
                </a:solidFill>
                <a:latin typeface="Aptos Narrow" panose="020B0004020202020204" pitchFamily="34" charset="0"/>
              </a:rPr>
              <a:t>null hypothesis</a:t>
            </a:r>
          </a:p>
        </p:txBody>
      </p:sp>
      <p:sp>
        <p:nvSpPr>
          <p:cNvPr id="9" name="TextBox 8">
            <a:extLst>
              <a:ext uri="{FF2B5EF4-FFF2-40B4-BE49-F238E27FC236}">
                <a16:creationId xmlns:a16="http://schemas.microsoft.com/office/drawing/2014/main" id="{01EA8548-41B6-D6F2-4A56-70BF62F32384}"/>
              </a:ext>
            </a:extLst>
          </p:cNvPr>
          <p:cNvSpPr txBox="1"/>
          <p:nvPr/>
        </p:nvSpPr>
        <p:spPr>
          <a:xfrm>
            <a:off x="9244758" y="3122260"/>
            <a:ext cx="1147551" cy="306740"/>
          </a:xfrm>
          <a:prstGeom prst="rect">
            <a:avLst/>
          </a:prstGeom>
          <a:noFill/>
        </p:spPr>
        <p:txBody>
          <a:bodyPr wrap="square" rtlCol="0">
            <a:noAutofit/>
          </a:bodyPr>
          <a:lstStyle/>
          <a:p>
            <a:pPr algn="ctr"/>
            <a:r>
              <a:rPr lang="en-GB" sz="900" dirty="0">
                <a:solidFill>
                  <a:srgbClr val="FF0000"/>
                </a:solidFill>
                <a:latin typeface="Aptos Narrow" panose="020B0004020202020204" pitchFamily="34" charset="0"/>
              </a:rPr>
              <a:t>Reject the </a:t>
            </a:r>
          </a:p>
          <a:p>
            <a:pPr algn="ctr"/>
            <a:r>
              <a:rPr lang="en-GB" sz="900" dirty="0">
                <a:solidFill>
                  <a:srgbClr val="FF0000"/>
                </a:solidFill>
                <a:latin typeface="Aptos Narrow" panose="020B0004020202020204" pitchFamily="34" charset="0"/>
              </a:rPr>
              <a:t>null hypothesis</a:t>
            </a:r>
          </a:p>
        </p:txBody>
      </p:sp>
    </p:spTree>
    <p:extLst>
      <p:ext uri="{BB962C8B-B14F-4D97-AF65-F5344CB8AC3E}">
        <p14:creationId xmlns:p14="http://schemas.microsoft.com/office/powerpoint/2010/main" val="1919186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68357-5958-016E-03F2-FBBEB2AF44A9}"/>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900D29E5-B32F-88A8-2110-3B3526E1E0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93008" y="2613724"/>
            <a:ext cx="5021301" cy="3586643"/>
          </a:xfrm>
          <a:prstGeom prst="rect">
            <a:avLst/>
          </a:prstGeom>
        </p:spPr>
      </p:pic>
      <p:sp>
        <p:nvSpPr>
          <p:cNvPr id="44" name="Title 1">
            <a:extLst>
              <a:ext uri="{FF2B5EF4-FFF2-40B4-BE49-F238E27FC236}">
                <a16:creationId xmlns:a16="http://schemas.microsoft.com/office/drawing/2014/main" id="{80C8F713-77AC-901E-BD10-FAD47F879CF0}"/>
              </a:ext>
            </a:extLst>
          </p:cNvPr>
          <p:cNvSpPr txBox="1">
            <a:spLocks/>
          </p:cNvSpPr>
          <p:nvPr/>
        </p:nvSpPr>
        <p:spPr>
          <a:xfrm>
            <a:off x="838200" y="365126"/>
            <a:ext cx="10515600" cy="602284"/>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accent6">
                    <a:lumMod val="75000"/>
                  </a:schemeClr>
                </a:solidFill>
                <a:latin typeface="Arial" panose="020B0604020202020204" pitchFamily="34" charset="0"/>
                <a:cs typeface="Arial" panose="020B0604020202020204" pitchFamily="34" charset="0"/>
              </a:rPr>
              <a:t>False Positives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1374D91-111A-2E3B-E5EB-07340CF59A95}"/>
                  </a:ext>
                </a:extLst>
              </p:cNvPr>
              <p:cNvSpPr txBox="1"/>
              <p:nvPr/>
            </p:nvSpPr>
            <p:spPr>
              <a:xfrm>
                <a:off x="889929" y="1102660"/>
                <a:ext cx="9797525" cy="1169551"/>
              </a:xfrm>
              <a:prstGeom prst="rect">
                <a:avLst/>
              </a:prstGeom>
              <a:noFill/>
            </p:spPr>
            <p:txBody>
              <a:bodyPr wrap="square">
                <a:spAutoFit/>
              </a:bodyPr>
              <a:lstStyle/>
              <a:p>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In our study example, we can write the null hypothesis as </a:t>
                </a:r>
                <a14:m>
                  <m:oMath xmlns:m="http://schemas.openxmlformats.org/officeDocument/2006/math">
                    <m:sSub>
                      <m:sSubPr>
                        <m:ctrlPr>
                          <a:rPr lang="en-GB" sz="1400" i="1" smtClean="0">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ctrlPr>
                      </m:sSubPr>
                      <m:e>
                        <m:r>
                          <a:rPr lang="en-GB" sz="1400" b="0" i="1" smtClean="0">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t>𝐻</m:t>
                        </m:r>
                      </m:e>
                      <m:sub>
                        <m:r>
                          <a:rPr lang="en-GB" sz="1400" b="0" i="1" smtClean="0">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t>0</m:t>
                        </m:r>
                      </m:sub>
                    </m:sSub>
                    <m:r>
                      <a:rPr lang="en-GB" sz="1400" b="0" i="1" smtClean="0">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t>: </m:t>
                    </m:r>
                    <m:r>
                      <a:rPr lang="en-GB" sz="1400" b="0" i="1" smtClean="0">
                        <a:solidFill>
                          <a:schemeClr val="accent2">
                            <a:lumMod val="75000"/>
                          </a:schemeClr>
                        </a:solidFill>
                        <a:latin typeface="Cambria Math" panose="02040503050406030204" pitchFamily="18" charset="0"/>
                        <a:ea typeface="Cambria Math" panose="02040503050406030204" pitchFamily="18" charset="0"/>
                        <a:cs typeface="Calibri" panose="020F0502020204030204" pitchFamily="34" charset="0"/>
                      </a:rPr>
                      <m:t>𝜃</m:t>
                    </m:r>
                    <m:r>
                      <a:rPr lang="en-GB" sz="1400" b="0" i="1" smtClean="0">
                        <a:solidFill>
                          <a:schemeClr val="accent2">
                            <a:lumMod val="75000"/>
                          </a:schemeClr>
                        </a:solidFill>
                        <a:latin typeface="Cambria Math" panose="02040503050406030204" pitchFamily="18" charset="0"/>
                        <a:ea typeface="Cambria Math" panose="02040503050406030204" pitchFamily="18" charset="0"/>
                        <a:cs typeface="Calibri" panose="020F0502020204030204" pitchFamily="34" charset="0"/>
                      </a:rPr>
                      <m:t>=0 </m:t>
                    </m:r>
                  </m:oMath>
                </a14:m>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(no difference between dupilumab and placebo).</a:t>
                </a:r>
              </a:p>
              <a:p>
                <a:endPar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a:p>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We reject the null hypothesis if the result we observe in our experiment would be surprising, if the null hypothesis was true. We need to define a rule, and in this example we reject the null hypothesis if the Estimate is &gt; 65 </a:t>
                </a:r>
                <a:r>
                  <a:rPr lang="en-GB" sz="1400" dirty="0" err="1">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mL.</a:t>
                </a:r>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 </a:t>
                </a:r>
              </a:p>
              <a:p>
                <a:endPar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 name="TextBox 7">
                <a:extLst>
                  <a:ext uri="{FF2B5EF4-FFF2-40B4-BE49-F238E27FC236}">
                    <a16:creationId xmlns:a16="http://schemas.microsoft.com/office/drawing/2014/main" id="{C1374D91-111A-2E3B-E5EB-07340CF59A95}"/>
                  </a:ext>
                </a:extLst>
              </p:cNvPr>
              <p:cNvSpPr txBox="1">
                <a:spLocks noRot="1" noChangeAspect="1" noMove="1" noResize="1" noEditPoints="1" noAdjustHandles="1" noChangeArrowheads="1" noChangeShapeType="1" noTextEdit="1"/>
              </p:cNvSpPr>
              <p:nvPr/>
            </p:nvSpPr>
            <p:spPr>
              <a:xfrm>
                <a:off x="889929" y="1102660"/>
                <a:ext cx="9797525" cy="1169551"/>
              </a:xfrm>
              <a:prstGeom prst="rect">
                <a:avLst/>
              </a:prstGeom>
              <a:blipFill>
                <a:blip r:embed="rId4"/>
                <a:stretch>
                  <a:fillRect l="-187" t="-1042"/>
                </a:stretch>
              </a:blipFill>
            </p:spPr>
            <p:txBody>
              <a:bodyPr/>
              <a:lstStyle/>
              <a:p>
                <a:r>
                  <a:rPr lang="en-GB">
                    <a:noFill/>
                  </a:rPr>
                  <a:t> </a:t>
                </a:r>
              </a:p>
            </p:txBody>
          </p:sp>
        </mc:Fallback>
      </mc:AlternateContent>
      <p:sp>
        <p:nvSpPr>
          <p:cNvPr id="22" name="TextBox 21">
            <a:extLst>
              <a:ext uri="{FF2B5EF4-FFF2-40B4-BE49-F238E27FC236}">
                <a16:creationId xmlns:a16="http://schemas.microsoft.com/office/drawing/2014/main" id="{24090455-7B85-AC05-4894-4172D6560F4B}"/>
              </a:ext>
            </a:extLst>
          </p:cNvPr>
          <p:cNvSpPr txBox="1"/>
          <p:nvPr/>
        </p:nvSpPr>
        <p:spPr>
          <a:xfrm>
            <a:off x="889929" y="2745402"/>
            <a:ext cx="4624919" cy="3108543"/>
          </a:xfrm>
          <a:prstGeom prst="rect">
            <a:avLst/>
          </a:prstGeom>
          <a:noFill/>
        </p:spPr>
        <p:txBody>
          <a:bodyPr wrap="square">
            <a:spAutoFit/>
          </a:bodyPr>
          <a:lstStyle/>
          <a:p>
            <a:r>
              <a:rPr lang="en-GB" sz="1400" b="1"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If the null hypothesis is true (no effect)…</a:t>
            </a:r>
          </a:p>
          <a:p>
            <a:endPar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a:p>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We might still observe an Estimate outside the range ±65 mL by chance. This is known as a </a:t>
            </a:r>
            <a:r>
              <a:rPr lang="en-GB" sz="14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False Positive </a:t>
            </a:r>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(or “Type I”) error. Because it leads to a false conclusion, we want this to occur with a </a:t>
            </a:r>
            <a:r>
              <a:rPr lang="en-GB" sz="14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low probability</a:t>
            </a:r>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 </a:t>
            </a:r>
          </a:p>
          <a:p>
            <a:endPar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a:p>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In this simulation, sometimes we see a Estimate with a type I error (shown in red). How often does this occur?</a:t>
            </a:r>
          </a:p>
          <a:p>
            <a:endPar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a:p>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A statistician will usually plan the analysis so that the false positive rate is one in every 20 trials. </a:t>
            </a:r>
          </a:p>
          <a:p>
            <a:endPar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a:p>
            <a:endParaRPr lang="en-GB" sz="1400" dirty="0">
              <a:latin typeface="Calibri" panose="020F0502020204030204" pitchFamily="34" charset="0"/>
              <a:ea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1872742B-A5D9-424A-DD32-193E97D41026}"/>
              </a:ext>
            </a:extLst>
          </p:cNvPr>
          <p:cNvSpPr/>
          <p:nvPr/>
        </p:nvSpPr>
        <p:spPr>
          <a:xfrm>
            <a:off x="889930" y="2680676"/>
            <a:ext cx="9860993" cy="3644197"/>
          </a:xfrm>
          <a:prstGeom prst="rect">
            <a:avLst/>
          </a:prstGeom>
          <a:no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374909E1-B423-5819-562A-FA2F9D567265}"/>
              </a:ext>
            </a:extLst>
          </p:cNvPr>
          <p:cNvSpPr txBox="1"/>
          <p:nvPr/>
        </p:nvSpPr>
        <p:spPr>
          <a:xfrm>
            <a:off x="6784227" y="6013641"/>
            <a:ext cx="2638864" cy="261610"/>
          </a:xfrm>
          <a:prstGeom prst="rect">
            <a:avLst/>
          </a:prstGeom>
          <a:noFill/>
        </p:spPr>
        <p:txBody>
          <a:bodyPr wrap="none" rtlCol="0">
            <a:spAutoFit/>
          </a:bodyPr>
          <a:lstStyle/>
          <a:p>
            <a:r>
              <a:rPr lang="en-GB" sz="11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Mean difference CFB FEV₁ at Week 12 (mL)</a:t>
            </a:r>
          </a:p>
        </p:txBody>
      </p:sp>
      <p:sp>
        <p:nvSpPr>
          <p:cNvPr id="12" name="TextBox 11">
            <a:extLst>
              <a:ext uri="{FF2B5EF4-FFF2-40B4-BE49-F238E27FC236}">
                <a16:creationId xmlns:a16="http://schemas.microsoft.com/office/drawing/2014/main" id="{3246011C-32B3-BE49-CA6E-44D297EF86B5}"/>
              </a:ext>
            </a:extLst>
          </p:cNvPr>
          <p:cNvSpPr txBox="1"/>
          <p:nvPr/>
        </p:nvSpPr>
        <p:spPr>
          <a:xfrm>
            <a:off x="1365733" y="5627743"/>
            <a:ext cx="3673309" cy="307777"/>
          </a:xfrm>
          <a:prstGeom prst="rect">
            <a:avLst/>
          </a:prstGeom>
          <a:noFill/>
          <a:ln w="3175">
            <a:solidFill>
              <a:schemeClr val="bg1">
                <a:lumMod val="50000"/>
              </a:schemeClr>
            </a:solidFill>
          </a:ln>
        </p:spPr>
        <p:txBody>
          <a:bodyPr wrap="square">
            <a:spAutoFit/>
          </a:bodyPr>
          <a:lstStyle/>
          <a:p>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An alternative approach is a </a:t>
            </a:r>
            <a:r>
              <a:rPr lang="en-GB" sz="14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one-tailed test.</a:t>
            </a:r>
          </a:p>
        </p:txBody>
      </p:sp>
      <p:sp>
        <p:nvSpPr>
          <p:cNvPr id="18" name="TextBox 17">
            <a:extLst>
              <a:ext uri="{FF2B5EF4-FFF2-40B4-BE49-F238E27FC236}">
                <a16:creationId xmlns:a16="http://schemas.microsoft.com/office/drawing/2014/main" id="{51938C3C-F64A-5393-F4CA-64B9D101DDBA}"/>
              </a:ext>
            </a:extLst>
          </p:cNvPr>
          <p:cNvSpPr txBox="1"/>
          <p:nvPr/>
        </p:nvSpPr>
        <p:spPr>
          <a:xfrm>
            <a:off x="7559109" y="3122260"/>
            <a:ext cx="1147551" cy="306740"/>
          </a:xfrm>
          <a:prstGeom prst="rect">
            <a:avLst/>
          </a:prstGeom>
          <a:noFill/>
        </p:spPr>
        <p:txBody>
          <a:bodyPr wrap="square" rtlCol="0">
            <a:noAutofit/>
          </a:bodyPr>
          <a:lstStyle/>
          <a:p>
            <a:pPr algn="ctr"/>
            <a:r>
              <a:rPr lang="en-GB" sz="900" dirty="0">
                <a:solidFill>
                  <a:srgbClr val="00B050"/>
                </a:solidFill>
                <a:latin typeface="Aptos Narrow" panose="020B0004020202020204" pitchFamily="34" charset="0"/>
              </a:rPr>
              <a:t>Accept the </a:t>
            </a:r>
          </a:p>
          <a:p>
            <a:pPr algn="ctr"/>
            <a:r>
              <a:rPr lang="en-GB" sz="900" dirty="0">
                <a:solidFill>
                  <a:srgbClr val="00B050"/>
                </a:solidFill>
                <a:latin typeface="Aptos Narrow" panose="020B0004020202020204" pitchFamily="34" charset="0"/>
              </a:rPr>
              <a:t>null hypothesis</a:t>
            </a:r>
          </a:p>
        </p:txBody>
      </p:sp>
      <p:sp>
        <p:nvSpPr>
          <p:cNvPr id="19" name="TextBox 18">
            <a:extLst>
              <a:ext uri="{FF2B5EF4-FFF2-40B4-BE49-F238E27FC236}">
                <a16:creationId xmlns:a16="http://schemas.microsoft.com/office/drawing/2014/main" id="{038D7E4E-CEAD-D7C2-FB63-4C96642A276A}"/>
              </a:ext>
            </a:extLst>
          </p:cNvPr>
          <p:cNvSpPr txBox="1"/>
          <p:nvPr/>
        </p:nvSpPr>
        <p:spPr>
          <a:xfrm>
            <a:off x="9244758" y="3122260"/>
            <a:ext cx="1147551" cy="306740"/>
          </a:xfrm>
          <a:prstGeom prst="rect">
            <a:avLst/>
          </a:prstGeom>
          <a:noFill/>
        </p:spPr>
        <p:txBody>
          <a:bodyPr wrap="square" rtlCol="0">
            <a:noAutofit/>
          </a:bodyPr>
          <a:lstStyle/>
          <a:p>
            <a:pPr algn="ctr"/>
            <a:r>
              <a:rPr lang="en-GB" sz="900" dirty="0">
                <a:solidFill>
                  <a:srgbClr val="FF0000"/>
                </a:solidFill>
                <a:latin typeface="Aptos Narrow" panose="020B0004020202020204" pitchFamily="34" charset="0"/>
              </a:rPr>
              <a:t>Reject the </a:t>
            </a:r>
          </a:p>
          <a:p>
            <a:pPr algn="ctr"/>
            <a:r>
              <a:rPr lang="en-GB" sz="900" dirty="0">
                <a:solidFill>
                  <a:srgbClr val="FF0000"/>
                </a:solidFill>
                <a:latin typeface="Aptos Narrow" panose="020B0004020202020204" pitchFamily="34" charset="0"/>
              </a:rPr>
              <a:t>null hypothesis</a:t>
            </a:r>
          </a:p>
        </p:txBody>
      </p:sp>
    </p:spTree>
    <p:extLst>
      <p:ext uri="{BB962C8B-B14F-4D97-AF65-F5344CB8AC3E}">
        <p14:creationId xmlns:p14="http://schemas.microsoft.com/office/powerpoint/2010/main" val="6801988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1E802-5294-EDBE-DA68-5D04B3E0EF1E}"/>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B0D472BE-859F-5DC8-984D-6CD62059C3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41785" y="2319059"/>
            <a:ext cx="5109138" cy="3649385"/>
          </a:xfrm>
          <a:prstGeom prst="rect">
            <a:avLst/>
          </a:prstGeom>
        </p:spPr>
      </p:pic>
      <p:sp>
        <p:nvSpPr>
          <p:cNvPr id="44" name="Title 1">
            <a:extLst>
              <a:ext uri="{FF2B5EF4-FFF2-40B4-BE49-F238E27FC236}">
                <a16:creationId xmlns:a16="http://schemas.microsoft.com/office/drawing/2014/main" id="{3C45939D-55DE-254A-9A95-8FBB6BFA8B69}"/>
              </a:ext>
            </a:extLst>
          </p:cNvPr>
          <p:cNvSpPr txBox="1">
            <a:spLocks/>
          </p:cNvSpPr>
          <p:nvPr/>
        </p:nvSpPr>
        <p:spPr>
          <a:xfrm>
            <a:off x="838200" y="365126"/>
            <a:ext cx="10515600" cy="602284"/>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accent6">
                    <a:lumMod val="75000"/>
                  </a:schemeClr>
                </a:solidFill>
                <a:latin typeface="Arial" panose="020B0604020202020204" pitchFamily="34" charset="0"/>
                <a:cs typeface="Arial" panose="020B0604020202020204" pitchFamily="34" charset="0"/>
              </a:rPr>
              <a:t>Alternative Hypothesis</a:t>
            </a:r>
          </a:p>
        </p:txBody>
      </p:sp>
      <p:sp>
        <p:nvSpPr>
          <p:cNvPr id="6" name="Rectangle 5">
            <a:extLst>
              <a:ext uri="{FF2B5EF4-FFF2-40B4-BE49-F238E27FC236}">
                <a16:creationId xmlns:a16="http://schemas.microsoft.com/office/drawing/2014/main" id="{4FBC6EA1-256F-1B68-16FD-870634495377}"/>
              </a:ext>
            </a:extLst>
          </p:cNvPr>
          <p:cNvSpPr/>
          <p:nvPr/>
        </p:nvSpPr>
        <p:spPr>
          <a:xfrm>
            <a:off x="889930" y="1102660"/>
            <a:ext cx="9860993" cy="5222214"/>
          </a:xfrm>
          <a:prstGeom prst="rect">
            <a:avLst/>
          </a:prstGeom>
          <a:no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0625354-6B14-C7C1-287F-6B92C12D1985}"/>
                  </a:ext>
                </a:extLst>
              </p:cNvPr>
              <p:cNvSpPr txBox="1"/>
              <p:nvPr/>
            </p:nvSpPr>
            <p:spPr>
              <a:xfrm>
                <a:off x="953398" y="1167023"/>
                <a:ext cx="9797525" cy="954107"/>
              </a:xfrm>
              <a:prstGeom prst="rect">
                <a:avLst/>
              </a:prstGeom>
              <a:noFill/>
            </p:spPr>
            <p:txBody>
              <a:bodyPr wrap="square">
                <a:spAutoFit/>
              </a:bodyPr>
              <a:lstStyle/>
              <a:p>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Consider the scenario where dupilumab is superior to placebo. We define this as the alternative hypothesis: </a:t>
                </a:r>
                <a14:m>
                  <m:oMath xmlns:m="http://schemas.openxmlformats.org/officeDocument/2006/math">
                    <m:sSub>
                      <m:sSubPr>
                        <m:ctrlPr>
                          <a:rPr lang="en-GB" sz="1400" i="1">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ctrlPr>
                      </m:sSubPr>
                      <m:e>
                        <m:r>
                          <a:rPr lang="en-GB" sz="1400" i="1">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t>𝐻</m:t>
                        </m:r>
                      </m:e>
                      <m:sub>
                        <m:r>
                          <a:rPr lang="en-GB" sz="1400" i="1">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t>1</m:t>
                        </m:r>
                      </m:sub>
                    </m:sSub>
                    <m:r>
                      <a:rPr lang="en-GB" sz="1400" i="1">
                        <a:solidFill>
                          <a:schemeClr val="accent2">
                            <a:lumMod val="75000"/>
                          </a:schemeClr>
                        </a:solidFill>
                        <a:latin typeface="Cambria Math" panose="02040503050406030204" pitchFamily="18" charset="0"/>
                        <a:ea typeface="Calibri" panose="020F0502020204030204" pitchFamily="34" charset="0"/>
                        <a:cs typeface="Calibri" panose="020F0502020204030204" pitchFamily="34" charset="0"/>
                      </a:rPr>
                      <m:t>: </m:t>
                    </m:r>
                    <m:r>
                      <a:rPr lang="en-GB" sz="1400" i="1">
                        <a:solidFill>
                          <a:schemeClr val="accent2">
                            <a:lumMod val="75000"/>
                          </a:schemeClr>
                        </a:solidFill>
                        <a:latin typeface="Cambria Math" panose="02040503050406030204" pitchFamily="18" charset="0"/>
                        <a:ea typeface="Cambria Math" panose="02040503050406030204" pitchFamily="18" charset="0"/>
                        <a:cs typeface="Calibri" panose="020F0502020204030204" pitchFamily="34" charset="0"/>
                      </a:rPr>
                      <m:t>𝜃</m:t>
                    </m:r>
                    <m:r>
                      <a:rPr lang="en-GB" sz="1400" i="1">
                        <a:solidFill>
                          <a:schemeClr val="accent2">
                            <a:lumMod val="75000"/>
                          </a:schemeClr>
                        </a:solidFill>
                        <a:latin typeface="Cambria Math" panose="02040503050406030204" pitchFamily="18" charset="0"/>
                        <a:ea typeface="Cambria Math" panose="02040503050406030204" pitchFamily="18" charset="0"/>
                        <a:cs typeface="Calibri" panose="020F0502020204030204" pitchFamily="34" charset="0"/>
                      </a:rPr>
                      <m:t>&gt;0 </m:t>
                    </m:r>
                  </m:oMath>
                </a14:m>
                <a:endParaRPr lang="en-GB" sz="1400" dirty="0">
                  <a:latin typeface="Calibri" panose="020F0502020204030204" pitchFamily="34" charset="0"/>
                  <a:ea typeface="Calibri" panose="020F0502020204030204" pitchFamily="34" charset="0"/>
                  <a:cs typeface="Calibri" panose="020F0502020204030204" pitchFamily="34" charset="0"/>
                </a:endParaRPr>
              </a:p>
              <a:p>
                <a:endParaRPr lang="en-GB" sz="1400" dirty="0">
                  <a:latin typeface="Calibri" panose="020F0502020204030204" pitchFamily="34" charset="0"/>
                  <a:ea typeface="Calibri" panose="020F0502020204030204" pitchFamily="34" charset="0"/>
                  <a:cs typeface="Calibri" panose="020F0502020204030204" pitchFamily="34" charset="0"/>
                </a:endParaRPr>
              </a:p>
              <a:p>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We still test against the null hypothesis, i.e. reject if the Estimate &gt; 65mL, but this time we want it to occur with a </a:t>
                </a:r>
                <a:r>
                  <a:rPr lang="en-GB" sz="14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high probability</a:t>
                </a:r>
                <a:r>
                  <a:rPr lang="en-GB" sz="1400" dirty="0">
                    <a:latin typeface="Calibri" panose="020F0502020204030204" pitchFamily="34" charset="0"/>
                    <a:ea typeface="Calibri" panose="020F0502020204030204" pitchFamily="34" charset="0"/>
                    <a:cs typeface="Calibri" panose="020F0502020204030204" pitchFamily="34" charset="0"/>
                  </a:rPr>
                  <a:t>.</a:t>
                </a:r>
              </a:p>
              <a:p>
                <a:endParaRPr lang="en-GB" sz="14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 name="TextBox 7">
                <a:extLst>
                  <a:ext uri="{FF2B5EF4-FFF2-40B4-BE49-F238E27FC236}">
                    <a16:creationId xmlns:a16="http://schemas.microsoft.com/office/drawing/2014/main" id="{A0625354-6B14-C7C1-287F-6B92C12D1985}"/>
                  </a:ext>
                </a:extLst>
              </p:cNvPr>
              <p:cNvSpPr txBox="1">
                <a:spLocks noRot="1" noChangeAspect="1" noMove="1" noResize="1" noEditPoints="1" noAdjustHandles="1" noChangeArrowheads="1" noChangeShapeType="1" noTextEdit="1"/>
              </p:cNvSpPr>
              <p:nvPr/>
            </p:nvSpPr>
            <p:spPr>
              <a:xfrm>
                <a:off x="953398" y="1167023"/>
                <a:ext cx="9797525" cy="954107"/>
              </a:xfrm>
              <a:prstGeom prst="rect">
                <a:avLst/>
              </a:prstGeom>
              <a:blipFill>
                <a:blip r:embed="rId4"/>
                <a:stretch>
                  <a:fillRect l="-187" t="-637"/>
                </a:stretch>
              </a:blipFill>
            </p:spPr>
            <p:txBody>
              <a:bodyPr/>
              <a:lstStyle/>
              <a:p>
                <a:r>
                  <a:rPr lang="en-GB">
                    <a:noFill/>
                  </a:rPr>
                  <a:t> </a:t>
                </a:r>
              </a:p>
            </p:txBody>
          </p:sp>
        </mc:Fallback>
      </mc:AlternateContent>
      <p:sp>
        <p:nvSpPr>
          <p:cNvPr id="7" name="TextBox 6">
            <a:extLst>
              <a:ext uri="{FF2B5EF4-FFF2-40B4-BE49-F238E27FC236}">
                <a16:creationId xmlns:a16="http://schemas.microsoft.com/office/drawing/2014/main" id="{326501DD-DA60-75C0-E8EB-1DC5A57E5E23}"/>
              </a:ext>
            </a:extLst>
          </p:cNvPr>
          <p:cNvSpPr txBox="1"/>
          <p:nvPr/>
        </p:nvSpPr>
        <p:spPr>
          <a:xfrm>
            <a:off x="7048803" y="2762542"/>
            <a:ext cx="1147551" cy="306740"/>
          </a:xfrm>
          <a:prstGeom prst="rect">
            <a:avLst/>
          </a:prstGeom>
          <a:noFill/>
        </p:spPr>
        <p:txBody>
          <a:bodyPr wrap="square" rtlCol="0">
            <a:noAutofit/>
          </a:bodyPr>
          <a:lstStyle/>
          <a:p>
            <a:pPr algn="ctr"/>
            <a:r>
              <a:rPr lang="en-GB" sz="900" dirty="0">
                <a:solidFill>
                  <a:srgbClr val="FF0000"/>
                </a:solidFill>
                <a:latin typeface="Aptos Narrow" panose="020B0004020202020204" pitchFamily="34" charset="0"/>
              </a:rPr>
              <a:t>Accept the </a:t>
            </a:r>
          </a:p>
          <a:p>
            <a:pPr algn="ctr"/>
            <a:r>
              <a:rPr lang="en-GB" sz="900" dirty="0">
                <a:solidFill>
                  <a:srgbClr val="FF0000"/>
                </a:solidFill>
                <a:latin typeface="Aptos Narrow" panose="020B0004020202020204" pitchFamily="34" charset="0"/>
              </a:rPr>
              <a:t>null hypothesis</a:t>
            </a:r>
          </a:p>
        </p:txBody>
      </p:sp>
      <p:sp>
        <p:nvSpPr>
          <p:cNvPr id="9" name="TextBox 8">
            <a:extLst>
              <a:ext uri="{FF2B5EF4-FFF2-40B4-BE49-F238E27FC236}">
                <a16:creationId xmlns:a16="http://schemas.microsoft.com/office/drawing/2014/main" id="{0A6D3DCF-13F8-1B72-16C0-6BBF7EB6741B}"/>
              </a:ext>
            </a:extLst>
          </p:cNvPr>
          <p:cNvSpPr txBox="1"/>
          <p:nvPr/>
        </p:nvSpPr>
        <p:spPr>
          <a:xfrm>
            <a:off x="8899863" y="2762542"/>
            <a:ext cx="1147551" cy="306740"/>
          </a:xfrm>
          <a:prstGeom prst="rect">
            <a:avLst/>
          </a:prstGeom>
          <a:noFill/>
        </p:spPr>
        <p:txBody>
          <a:bodyPr wrap="square" rtlCol="0">
            <a:noAutofit/>
          </a:bodyPr>
          <a:lstStyle/>
          <a:p>
            <a:pPr algn="ctr"/>
            <a:r>
              <a:rPr lang="en-GB" sz="900" dirty="0">
                <a:solidFill>
                  <a:srgbClr val="00B050"/>
                </a:solidFill>
                <a:latin typeface="Aptos Narrow" panose="020B0004020202020204" pitchFamily="34" charset="0"/>
              </a:rPr>
              <a:t>Reject the </a:t>
            </a:r>
          </a:p>
          <a:p>
            <a:pPr algn="ctr"/>
            <a:r>
              <a:rPr lang="en-GB" sz="900" dirty="0">
                <a:solidFill>
                  <a:srgbClr val="00B050"/>
                </a:solidFill>
                <a:latin typeface="Aptos Narrow" panose="020B0004020202020204" pitchFamily="34" charset="0"/>
              </a:rPr>
              <a:t>null hypothesis</a:t>
            </a:r>
          </a:p>
        </p:txBody>
      </p:sp>
      <p:sp>
        <p:nvSpPr>
          <p:cNvPr id="12" name="TextBox 11">
            <a:extLst>
              <a:ext uri="{FF2B5EF4-FFF2-40B4-BE49-F238E27FC236}">
                <a16:creationId xmlns:a16="http://schemas.microsoft.com/office/drawing/2014/main" id="{5B7E0F03-B6B6-AFF1-F017-90649B95111D}"/>
              </a:ext>
            </a:extLst>
          </p:cNvPr>
          <p:cNvSpPr txBox="1"/>
          <p:nvPr/>
        </p:nvSpPr>
        <p:spPr>
          <a:xfrm>
            <a:off x="953398" y="2256380"/>
            <a:ext cx="4624919" cy="3323987"/>
          </a:xfrm>
          <a:prstGeom prst="rect">
            <a:avLst/>
          </a:prstGeom>
          <a:noFill/>
          <a:ln w="3175">
            <a:solidFill>
              <a:schemeClr val="tx1">
                <a:lumMod val="65000"/>
                <a:lumOff val="35000"/>
              </a:schemeClr>
            </a:solidFill>
          </a:ln>
        </p:spPr>
        <p:txBody>
          <a:bodyPr wrap="square">
            <a:spAutoFit/>
          </a:bodyPr>
          <a:lstStyle/>
          <a:p>
            <a:r>
              <a:rPr lang="en-GB" sz="1400" b="1"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If the alternative hypothesis is true (positive treatment effect)…</a:t>
            </a:r>
          </a:p>
          <a:p>
            <a:endPar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a:p>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We might still observe an Estimate below 65 mL by chance. This is known as a </a:t>
            </a:r>
            <a:r>
              <a:rPr lang="en-GB" sz="14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False Negative </a:t>
            </a:r>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(or “Type II”) error. Because it leads to a false conclusion, we want this to occur with a </a:t>
            </a:r>
            <a:r>
              <a:rPr lang="en-GB" sz="14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low probability</a:t>
            </a:r>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 </a:t>
            </a:r>
          </a:p>
          <a:p>
            <a:endPar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a:p>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In this simulation, sometimes we </a:t>
            </a:r>
            <a:r>
              <a:rPr lang="en-GB" sz="140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see an </a:t>
            </a:r>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Estimate with a type II error (shown in red). How often does this occur?</a:t>
            </a:r>
          </a:p>
          <a:p>
            <a:endPar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a:p>
            <a:r>
              <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A statistician will usually plan the analysis so that the false positive rate is one in every 10 trials. </a:t>
            </a:r>
          </a:p>
          <a:p>
            <a:endParaRPr lang="en-GB" sz="14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a:p>
            <a:endParaRPr lang="en-GB"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10573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F40B1-A705-66AE-8170-51D55595E594}"/>
              </a:ext>
            </a:extLst>
          </p:cNvPr>
          <p:cNvSpPr txBox="1">
            <a:spLocks/>
          </p:cNvSpPr>
          <p:nvPr/>
        </p:nvSpPr>
        <p:spPr>
          <a:xfrm>
            <a:off x="838200" y="365126"/>
            <a:ext cx="10515600" cy="602284"/>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accent6">
                    <a:lumMod val="75000"/>
                  </a:schemeClr>
                </a:solidFill>
                <a:latin typeface="Arial" panose="020B0604020202020204" pitchFamily="34" charset="0"/>
                <a:cs typeface="Arial" panose="020B0604020202020204" pitchFamily="34" charset="0"/>
              </a:rPr>
              <a:t>From Tea Test to T-Test</a:t>
            </a:r>
          </a:p>
        </p:txBody>
      </p:sp>
      <p:pic>
        <p:nvPicPr>
          <p:cNvPr id="4" name="Picture 3" descr="A graph of a function&#10;&#10;AI-generated content may be incorrect.">
            <a:extLst>
              <a:ext uri="{FF2B5EF4-FFF2-40B4-BE49-F238E27FC236}">
                <a16:creationId xmlns:a16="http://schemas.microsoft.com/office/drawing/2014/main" id="{39EAAC42-7911-4041-BC1D-14FF8CE87A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1464" y="1789099"/>
            <a:ext cx="4057650" cy="2898321"/>
          </a:xfrm>
          <a:prstGeom prst="rect">
            <a:avLst/>
          </a:prstGeom>
        </p:spPr>
      </p:pic>
      <p:sp>
        <p:nvSpPr>
          <p:cNvPr id="7" name="TextBox 6">
            <a:extLst>
              <a:ext uri="{FF2B5EF4-FFF2-40B4-BE49-F238E27FC236}">
                <a16:creationId xmlns:a16="http://schemas.microsoft.com/office/drawing/2014/main" id="{78B2415B-85FE-4180-2D59-D3FB8B4ACE3B}"/>
              </a:ext>
            </a:extLst>
          </p:cNvPr>
          <p:cNvSpPr txBox="1"/>
          <p:nvPr/>
        </p:nvSpPr>
        <p:spPr>
          <a:xfrm>
            <a:off x="3092561" y="2291511"/>
            <a:ext cx="1035072" cy="276999"/>
          </a:xfrm>
          <a:prstGeom prst="rect">
            <a:avLst/>
          </a:prstGeom>
          <a:noFill/>
        </p:spPr>
        <p:txBody>
          <a:bodyPr wrap="square" rtlCol="0">
            <a:noAutofit/>
          </a:bodyPr>
          <a:lstStyle/>
          <a:p>
            <a:pPr algn="ctr"/>
            <a:r>
              <a:rPr lang="en-GB" sz="900" dirty="0">
                <a:solidFill>
                  <a:srgbClr val="BC680C"/>
                </a:solidFill>
                <a:latin typeface="Aptos Narrow" panose="020B0004020202020204" pitchFamily="34" charset="0"/>
              </a:rPr>
              <a:t>Reject the </a:t>
            </a:r>
          </a:p>
          <a:p>
            <a:pPr algn="ctr"/>
            <a:r>
              <a:rPr lang="en-GB" sz="900" dirty="0">
                <a:solidFill>
                  <a:srgbClr val="BC680C"/>
                </a:solidFill>
                <a:latin typeface="Aptos Narrow" panose="020B0004020202020204" pitchFamily="34" charset="0"/>
              </a:rPr>
              <a:t>null hypothesis</a:t>
            </a:r>
          </a:p>
        </p:txBody>
      </p:sp>
    </p:spTree>
    <p:extLst>
      <p:ext uri="{BB962C8B-B14F-4D97-AF65-F5344CB8AC3E}">
        <p14:creationId xmlns:p14="http://schemas.microsoft.com/office/powerpoint/2010/main" val="32001920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339D2-C8BE-C427-DBA2-179E39287783}"/>
            </a:ext>
          </a:extLst>
        </p:cNvPr>
        <p:cNvGrpSpPr/>
        <p:nvPr/>
      </p:nvGrpSpPr>
      <p:grpSpPr>
        <a:xfrm>
          <a:off x="0" y="0"/>
          <a:ext cx="0" cy="0"/>
          <a:chOff x="0" y="0"/>
          <a:chExt cx="0" cy="0"/>
        </a:xfrm>
      </p:grpSpPr>
      <p:sp>
        <p:nvSpPr>
          <p:cNvPr id="44" name="Title 1">
            <a:extLst>
              <a:ext uri="{FF2B5EF4-FFF2-40B4-BE49-F238E27FC236}">
                <a16:creationId xmlns:a16="http://schemas.microsoft.com/office/drawing/2014/main" id="{181EFA03-E31A-ACD0-9EAB-FDBB3862343B}"/>
              </a:ext>
            </a:extLst>
          </p:cNvPr>
          <p:cNvSpPr txBox="1">
            <a:spLocks/>
          </p:cNvSpPr>
          <p:nvPr/>
        </p:nvSpPr>
        <p:spPr>
          <a:xfrm>
            <a:off x="838200" y="365126"/>
            <a:ext cx="10515600" cy="602284"/>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accent6">
                    <a:lumMod val="75000"/>
                  </a:schemeClr>
                </a:solidFill>
                <a:latin typeface="Arial" panose="020B0604020202020204" pitchFamily="34" charset="0"/>
                <a:cs typeface="Arial" panose="020B0604020202020204" pitchFamily="34" charset="0"/>
              </a:rPr>
              <a:t>From Tea Test to T-Test</a:t>
            </a:r>
          </a:p>
        </p:txBody>
      </p:sp>
      <p:grpSp>
        <p:nvGrpSpPr>
          <p:cNvPr id="2" name="Group 1">
            <a:extLst>
              <a:ext uri="{FF2B5EF4-FFF2-40B4-BE49-F238E27FC236}">
                <a16:creationId xmlns:a16="http://schemas.microsoft.com/office/drawing/2014/main" id="{3BED9064-54D3-5866-6BC7-E7A92CAEF17C}"/>
              </a:ext>
            </a:extLst>
          </p:cNvPr>
          <p:cNvGrpSpPr/>
          <p:nvPr/>
        </p:nvGrpSpPr>
        <p:grpSpPr>
          <a:xfrm>
            <a:off x="7019149" y="1182231"/>
            <a:ext cx="4334651" cy="4877572"/>
            <a:chOff x="7213458" y="825690"/>
            <a:chExt cx="4334651" cy="4877572"/>
          </a:xfrm>
        </p:grpSpPr>
        <p:pic>
          <p:nvPicPr>
            <p:cNvPr id="3" name="Picture 2">
              <a:extLst>
                <a:ext uri="{FF2B5EF4-FFF2-40B4-BE49-F238E27FC236}">
                  <a16:creationId xmlns:a16="http://schemas.microsoft.com/office/drawing/2014/main" id="{7E644C4C-307D-AB7C-9689-402D8FDDC207}"/>
                </a:ext>
              </a:extLst>
            </p:cNvPr>
            <p:cNvPicPr>
              <a:picLocks noChangeAspect="1"/>
            </p:cNvPicPr>
            <p:nvPr/>
          </p:nvPicPr>
          <p:blipFill>
            <a:blip r:embed="rId2"/>
            <a:stretch>
              <a:fillRect/>
            </a:stretch>
          </p:blipFill>
          <p:spPr>
            <a:xfrm>
              <a:off x="7213458" y="825690"/>
              <a:ext cx="4140342" cy="4722124"/>
            </a:xfrm>
            <a:prstGeom prst="rect">
              <a:avLst/>
            </a:prstGeom>
            <a:ln w="6350">
              <a:solidFill>
                <a:schemeClr val="tx1">
                  <a:lumMod val="50000"/>
                  <a:lumOff val="50000"/>
                </a:schemeClr>
              </a:solidFill>
            </a:ln>
          </p:spPr>
        </p:pic>
        <p:pic>
          <p:nvPicPr>
            <p:cNvPr id="10" name="Picture 9">
              <a:extLst>
                <a:ext uri="{FF2B5EF4-FFF2-40B4-BE49-F238E27FC236}">
                  <a16:creationId xmlns:a16="http://schemas.microsoft.com/office/drawing/2014/main" id="{6AF65048-0801-1563-C309-B9C8BC6D3466}"/>
                </a:ext>
              </a:extLst>
            </p:cNvPr>
            <p:cNvPicPr>
              <a:picLocks noChangeAspect="1"/>
            </p:cNvPicPr>
            <p:nvPr/>
          </p:nvPicPr>
          <p:blipFill>
            <a:blip r:embed="rId3"/>
            <a:stretch>
              <a:fillRect/>
            </a:stretch>
          </p:blipFill>
          <p:spPr>
            <a:xfrm rot="-480000">
              <a:off x="7302465" y="2003631"/>
              <a:ext cx="4227071" cy="1574674"/>
            </a:xfrm>
            <a:prstGeom prst="rect">
              <a:avLst/>
            </a:prstGeom>
            <a:ln>
              <a:solidFill>
                <a:schemeClr val="tx1">
                  <a:lumMod val="50000"/>
                  <a:lumOff val="50000"/>
                </a:schemeClr>
              </a:solidFill>
            </a:ln>
          </p:spPr>
        </p:pic>
        <p:pic>
          <p:nvPicPr>
            <p:cNvPr id="8" name="Picture 7">
              <a:extLst>
                <a:ext uri="{FF2B5EF4-FFF2-40B4-BE49-F238E27FC236}">
                  <a16:creationId xmlns:a16="http://schemas.microsoft.com/office/drawing/2014/main" id="{EF5B264D-3AB8-E5A3-D8EF-149B980A73D8}"/>
                </a:ext>
              </a:extLst>
            </p:cNvPr>
            <p:cNvPicPr>
              <a:picLocks noChangeAspect="1"/>
            </p:cNvPicPr>
            <p:nvPr/>
          </p:nvPicPr>
          <p:blipFill>
            <a:blip r:embed="rId4"/>
            <a:stretch>
              <a:fillRect/>
            </a:stretch>
          </p:blipFill>
          <p:spPr>
            <a:xfrm rot="480000">
              <a:off x="7241851" y="3519373"/>
              <a:ext cx="4306258" cy="2183889"/>
            </a:xfrm>
            <a:prstGeom prst="rect">
              <a:avLst/>
            </a:prstGeom>
            <a:ln>
              <a:solidFill>
                <a:schemeClr val="tx1">
                  <a:lumMod val="50000"/>
                  <a:lumOff val="50000"/>
                </a:schemeClr>
              </a:solidFill>
            </a:ln>
          </p:spPr>
        </p:pic>
      </p:grpSp>
      <p:sp>
        <p:nvSpPr>
          <p:cNvPr id="4" name="TextBox 3">
            <a:extLst>
              <a:ext uri="{FF2B5EF4-FFF2-40B4-BE49-F238E27FC236}">
                <a16:creationId xmlns:a16="http://schemas.microsoft.com/office/drawing/2014/main" id="{3D55D1C4-C0AB-1A2E-AB4B-3AB63B90C09E}"/>
              </a:ext>
            </a:extLst>
          </p:cNvPr>
          <p:cNvSpPr txBox="1"/>
          <p:nvPr/>
        </p:nvSpPr>
        <p:spPr>
          <a:xfrm>
            <a:off x="889930" y="1092847"/>
            <a:ext cx="5918317" cy="738664"/>
          </a:xfrm>
          <a:prstGeom prst="rect">
            <a:avLst/>
          </a:prstGeom>
          <a:noFill/>
        </p:spPr>
        <p:txBody>
          <a:bodyPr wrap="square">
            <a:spAutoFit/>
          </a:bodyPr>
          <a:lstStyle/>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p-values can have a useful role in the scientific and medical literature, but use of “statistically significance” creates as an artificial yes/no dichotomy is controversial and a  topic of recent debate.</a:t>
            </a:r>
          </a:p>
        </p:txBody>
      </p:sp>
      <p:sp>
        <p:nvSpPr>
          <p:cNvPr id="7" name="TextBox 6">
            <a:extLst>
              <a:ext uri="{FF2B5EF4-FFF2-40B4-BE49-F238E27FC236}">
                <a16:creationId xmlns:a16="http://schemas.microsoft.com/office/drawing/2014/main" id="{FDEE8911-BCE2-8F92-8E67-4548849233FA}"/>
              </a:ext>
            </a:extLst>
          </p:cNvPr>
          <p:cNvSpPr txBox="1"/>
          <p:nvPr/>
        </p:nvSpPr>
        <p:spPr>
          <a:xfrm>
            <a:off x="889930" y="4166549"/>
            <a:ext cx="5918317" cy="738664"/>
          </a:xfrm>
          <a:prstGeom prst="rect">
            <a:avLst/>
          </a:prstGeom>
          <a:noFill/>
        </p:spPr>
        <p:txBody>
          <a:bodyPr wrap="square">
            <a:spAutoFit/>
          </a:bodyPr>
          <a:lstStyle/>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However p-values are relevant in the context of dichotomous decision-making by health authorities. </a:t>
            </a:r>
            <a:r>
              <a:rPr lang="en-GB" sz="14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Regulatory approval </a:t>
            </a:r>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generally requires a pivotal trial with p&lt;0.05 in the </a:t>
            </a:r>
            <a:r>
              <a:rPr lang="en-GB" sz="14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primary endpoint</a:t>
            </a:r>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 </a:t>
            </a:r>
          </a:p>
        </p:txBody>
      </p:sp>
      <p:sp>
        <p:nvSpPr>
          <p:cNvPr id="9" name="TextBox 8">
            <a:extLst>
              <a:ext uri="{FF2B5EF4-FFF2-40B4-BE49-F238E27FC236}">
                <a16:creationId xmlns:a16="http://schemas.microsoft.com/office/drawing/2014/main" id="{B1E5AB83-FCA3-C629-3AF8-E0B63DAE4199}"/>
              </a:ext>
            </a:extLst>
          </p:cNvPr>
          <p:cNvSpPr txBox="1"/>
          <p:nvPr/>
        </p:nvSpPr>
        <p:spPr>
          <a:xfrm>
            <a:off x="889931" y="4958898"/>
            <a:ext cx="7004538" cy="307777"/>
          </a:xfrm>
          <a:prstGeom prst="rect">
            <a:avLst/>
          </a:prstGeom>
          <a:noFill/>
        </p:spPr>
        <p:txBody>
          <a:bodyPr wrap="square">
            <a:spAutoFit/>
          </a:bodyPr>
          <a:lstStyle/>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Don’t say:</a:t>
            </a:r>
          </a:p>
        </p:txBody>
      </p:sp>
      <p:sp>
        <p:nvSpPr>
          <p:cNvPr id="11" name="TextBox 10">
            <a:extLst>
              <a:ext uri="{FF2B5EF4-FFF2-40B4-BE49-F238E27FC236}">
                <a16:creationId xmlns:a16="http://schemas.microsoft.com/office/drawing/2014/main" id="{4972701D-2DE0-56BE-D480-F04664FC8D40}"/>
              </a:ext>
            </a:extLst>
          </p:cNvPr>
          <p:cNvSpPr txBox="1"/>
          <p:nvPr/>
        </p:nvSpPr>
        <p:spPr>
          <a:xfrm>
            <a:off x="1103272" y="5279778"/>
            <a:ext cx="5676552" cy="954107"/>
          </a:xfrm>
          <a:prstGeom prst="rect">
            <a:avLst/>
          </a:prstGeom>
          <a:noFill/>
        </p:spPr>
        <p:txBody>
          <a:bodyPr wrap="square">
            <a:spAutoFit/>
          </a:bodyPr>
          <a:lstStyle/>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“There is no effect because p &gt; 0.05”</a:t>
            </a:r>
          </a:p>
          <a:p>
            <a:pPr>
              <a:buNone/>
            </a:pPr>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“p-value is the probability the treatment has no effect” </a:t>
            </a:r>
          </a:p>
          <a:p>
            <a:pPr>
              <a:buNone/>
            </a:pPr>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“Statistical significance is proof of clinical importance”</a:t>
            </a:r>
          </a:p>
          <a:p>
            <a:pPr>
              <a:buNone/>
            </a:pPr>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“A smaller p-value means one treatment is better than another”</a:t>
            </a:r>
          </a:p>
        </p:txBody>
      </p:sp>
      <p:sp>
        <p:nvSpPr>
          <p:cNvPr id="14" name="Rectangle 13">
            <a:extLst>
              <a:ext uri="{FF2B5EF4-FFF2-40B4-BE49-F238E27FC236}">
                <a16:creationId xmlns:a16="http://schemas.microsoft.com/office/drawing/2014/main" id="{1A6260D1-DC6D-1586-67E3-2E4B4627CC27}"/>
              </a:ext>
            </a:extLst>
          </p:cNvPr>
          <p:cNvSpPr/>
          <p:nvPr/>
        </p:nvSpPr>
        <p:spPr>
          <a:xfrm>
            <a:off x="1005191" y="1831511"/>
            <a:ext cx="5586010" cy="2130112"/>
          </a:xfrm>
          <a:prstGeom prst="rect">
            <a:avLst/>
          </a:prstGeom>
          <a:no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26EDF5E9-AA75-E130-8C43-23872FDB57F3}"/>
              </a:ext>
            </a:extLst>
          </p:cNvPr>
          <p:cNvSpPr txBox="1"/>
          <p:nvPr/>
        </p:nvSpPr>
        <p:spPr>
          <a:xfrm>
            <a:off x="1032509" y="1828315"/>
            <a:ext cx="3094416" cy="2339102"/>
          </a:xfrm>
          <a:prstGeom prst="rect">
            <a:avLst/>
          </a:prstGeom>
          <a:noFill/>
        </p:spPr>
        <p:txBody>
          <a:bodyPr wrap="square">
            <a:spAutoFit/>
          </a:bodyPr>
          <a:lstStyle/>
          <a:p>
            <a:r>
              <a:rPr lang="en-GB" sz="1200" b="1" dirty="0">
                <a:latin typeface="Calibri" panose="020F0502020204030204" pitchFamily="34" charset="0"/>
                <a:ea typeface="Calibri" panose="020F0502020204030204" pitchFamily="34" charset="0"/>
                <a:cs typeface="Calibri" panose="020F0502020204030204" pitchFamily="34" charset="0"/>
              </a:rPr>
              <a:t>Case Study</a:t>
            </a:r>
          </a:p>
          <a:p>
            <a:r>
              <a:rPr lang="en-GB" sz="1200" dirty="0">
                <a:latin typeface="Calibri" panose="020F0502020204030204" pitchFamily="34" charset="0"/>
                <a:ea typeface="Calibri" panose="020F0502020204030204" pitchFamily="34" charset="0"/>
                <a:cs typeface="Calibri" panose="020F0502020204030204" pitchFamily="34" charset="0"/>
              </a:rPr>
              <a:t>In a safety analysis for an anti-inflammatory drug, results for study B were “statistically non-significant” (p=0.091), with a conclusion “exposure was not associated with atrial fibrillation”.</a:t>
            </a:r>
          </a:p>
          <a:p>
            <a:endParaRPr lang="en-GB" sz="1200" dirty="0">
              <a:latin typeface="Calibri" panose="020F0502020204030204" pitchFamily="34" charset="0"/>
              <a:ea typeface="Calibri" panose="020F0502020204030204" pitchFamily="34" charset="0"/>
              <a:cs typeface="Calibri" panose="020F0502020204030204" pitchFamily="34" charset="0"/>
            </a:endParaRPr>
          </a:p>
          <a:p>
            <a:r>
              <a:rPr lang="en-GB" sz="1200" dirty="0">
                <a:latin typeface="Calibri" panose="020F0502020204030204" pitchFamily="34" charset="0"/>
                <a:ea typeface="Calibri" panose="020F0502020204030204" pitchFamily="34" charset="0"/>
                <a:cs typeface="Calibri" panose="020F0502020204030204" pitchFamily="34" charset="0"/>
              </a:rPr>
              <a:t>However study A has previously showed a statistically significant outcome (p=0.0003) with exactly the same estimate of 20% increase </a:t>
            </a:r>
            <a:r>
              <a:rPr lang="en-GB" sz="1200">
                <a:latin typeface="Calibri" panose="020F0502020204030204" pitchFamily="34" charset="0"/>
                <a:ea typeface="Calibri" panose="020F0502020204030204" pitchFamily="34" charset="0"/>
                <a:cs typeface="Calibri" panose="020F0502020204030204" pitchFamily="34" charset="0"/>
              </a:rPr>
              <a:t>in risk!</a:t>
            </a:r>
            <a:endParaRPr lang="en-GB" sz="1200" dirty="0">
              <a:latin typeface="Calibri" panose="020F0502020204030204" pitchFamily="34" charset="0"/>
              <a:ea typeface="Calibri" panose="020F0502020204030204" pitchFamily="34" charset="0"/>
              <a:cs typeface="Calibri" panose="020F0502020204030204" pitchFamily="34" charset="0"/>
            </a:endParaRPr>
          </a:p>
          <a:p>
            <a:endPar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p:txBody>
      </p:sp>
      <p:grpSp>
        <p:nvGrpSpPr>
          <p:cNvPr id="28" name="Group 27">
            <a:extLst>
              <a:ext uri="{FF2B5EF4-FFF2-40B4-BE49-F238E27FC236}">
                <a16:creationId xmlns:a16="http://schemas.microsoft.com/office/drawing/2014/main" id="{C05ABB97-D7BB-15B6-4A12-AC00F8F1E9B6}"/>
              </a:ext>
            </a:extLst>
          </p:cNvPr>
          <p:cNvGrpSpPr/>
          <p:nvPr/>
        </p:nvGrpSpPr>
        <p:grpSpPr>
          <a:xfrm>
            <a:off x="4099608" y="1940777"/>
            <a:ext cx="2377170" cy="1843875"/>
            <a:chOff x="4099608" y="1940777"/>
            <a:chExt cx="2377170" cy="1843875"/>
          </a:xfrm>
        </p:grpSpPr>
        <p:pic>
          <p:nvPicPr>
            <p:cNvPr id="27" name="Picture 26" descr="A graph with red and blue lines and numbers&#10;&#10;AI-generated content may be incorrect.">
              <a:extLst>
                <a:ext uri="{FF2B5EF4-FFF2-40B4-BE49-F238E27FC236}">
                  <a16:creationId xmlns:a16="http://schemas.microsoft.com/office/drawing/2014/main" id="{D8688AA9-19BA-729E-B284-8A6E29C2274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26926" y="1940777"/>
              <a:ext cx="2349852" cy="1678465"/>
            </a:xfrm>
            <a:prstGeom prst="rect">
              <a:avLst/>
            </a:prstGeom>
          </p:spPr>
        </p:pic>
        <p:sp>
          <p:nvSpPr>
            <p:cNvPr id="20" name="TextBox 19">
              <a:extLst>
                <a:ext uri="{FF2B5EF4-FFF2-40B4-BE49-F238E27FC236}">
                  <a16:creationId xmlns:a16="http://schemas.microsoft.com/office/drawing/2014/main" id="{BFD3814D-ABB7-F75C-3C93-C7E30B02467E}"/>
                </a:ext>
              </a:extLst>
            </p:cNvPr>
            <p:cNvSpPr txBox="1"/>
            <p:nvPr/>
          </p:nvSpPr>
          <p:spPr>
            <a:xfrm>
              <a:off x="5756524" y="3415320"/>
              <a:ext cx="678951" cy="369332"/>
            </a:xfrm>
            <a:prstGeom prst="rect">
              <a:avLst/>
            </a:prstGeom>
            <a:noFill/>
          </p:spPr>
          <p:txBody>
            <a:bodyPr wrap="square">
              <a:spAutoFit/>
            </a:bodyPr>
            <a:lstStyle/>
            <a:p>
              <a:pPr>
                <a:buNone/>
              </a:pPr>
              <a:r>
                <a:rPr lang="en-GB" sz="900" kern="100" dirty="0">
                  <a:solidFill>
                    <a:schemeClr val="tx1">
                      <a:lumMod val="65000"/>
                      <a:lumOff val="35000"/>
                    </a:schemeClr>
                  </a:solidFill>
                  <a:effectLst/>
                  <a:latin typeface="Aptos" panose="020B0004020202020204" pitchFamily="34" charset="0"/>
                  <a:ea typeface="Aptos" panose="020B0004020202020204" pitchFamily="34" charset="0"/>
                  <a:cs typeface="Times New Roman" panose="02020603050405020304" pitchFamily="18" charset="0"/>
                </a:rPr>
                <a:t>Increased</a:t>
              </a:r>
            </a:p>
            <a:p>
              <a:pPr>
                <a:buNone/>
              </a:pPr>
              <a:r>
                <a:rPr lang="en-GB" sz="900" kern="100" dirty="0">
                  <a:solidFill>
                    <a:schemeClr val="tx1">
                      <a:lumMod val="65000"/>
                      <a:lumOff val="35000"/>
                    </a:schemeClr>
                  </a:solidFill>
                  <a:latin typeface="Aptos" panose="020B0004020202020204" pitchFamily="34" charset="0"/>
                  <a:ea typeface="Aptos" panose="020B0004020202020204" pitchFamily="34" charset="0"/>
                  <a:cs typeface="Times New Roman" panose="02020603050405020304" pitchFamily="18" charset="0"/>
                </a:rPr>
                <a:t>Effect</a:t>
              </a:r>
              <a:endParaRPr lang="en-GB" sz="900" kern="100" dirty="0">
                <a:solidFill>
                  <a:schemeClr val="tx1">
                    <a:lumMod val="65000"/>
                    <a:lumOff val="35000"/>
                  </a:schemeClr>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21" name="TextBox 20">
              <a:extLst>
                <a:ext uri="{FF2B5EF4-FFF2-40B4-BE49-F238E27FC236}">
                  <a16:creationId xmlns:a16="http://schemas.microsoft.com/office/drawing/2014/main" id="{828500EE-E399-79E6-A099-AB0E0F4E5311}"/>
                </a:ext>
              </a:extLst>
            </p:cNvPr>
            <p:cNvSpPr txBox="1"/>
            <p:nvPr/>
          </p:nvSpPr>
          <p:spPr>
            <a:xfrm>
              <a:off x="4099608" y="3408105"/>
              <a:ext cx="678951" cy="369332"/>
            </a:xfrm>
            <a:prstGeom prst="rect">
              <a:avLst/>
            </a:prstGeom>
            <a:noFill/>
          </p:spPr>
          <p:txBody>
            <a:bodyPr wrap="square">
              <a:spAutoFit/>
            </a:bodyPr>
            <a:lstStyle/>
            <a:p>
              <a:pPr algn="ctr">
                <a:buNone/>
              </a:pPr>
              <a:r>
                <a:rPr lang="en-GB" sz="900" kern="100" dirty="0">
                  <a:solidFill>
                    <a:schemeClr val="tx1">
                      <a:lumMod val="65000"/>
                      <a:lumOff val="35000"/>
                    </a:schemeClr>
                  </a:solidFill>
                  <a:effectLst/>
                  <a:latin typeface="Aptos" panose="020B0004020202020204" pitchFamily="34" charset="0"/>
                  <a:ea typeface="Aptos" panose="020B0004020202020204" pitchFamily="34" charset="0"/>
                  <a:cs typeface="Times New Roman" panose="02020603050405020304" pitchFamily="18" charset="0"/>
                </a:rPr>
                <a:t>No</a:t>
              </a:r>
            </a:p>
            <a:p>
              <a:pPr algn="ctr">
                <a:buNone/>
              </a:pPr>
              <a:r>
                <a:rPr lang="en-GB" sz="900" kern="100" dirty="0">
                  <a:solidFill>
                    <a:schemeClr val="tx1">
                      <a:lumMod val="65000"/>
                      <a:lumOff val="35000"/>
                    </a:schemeClr>
                  </a:solidFill>
                  <a:latin typeface="Aptos" panose="020B0004020202020204" pitchFamily="34" charset="0"/>
                  <a:ea typeface="Aptos" panose="020B0004020202020204" pitchFamily="34" charset="0"/>
                  <a:cs typeface="Times New Roman" panose="02020603050405020304" pitchFamily="18" charset="0"/>
                </a:rPr>
                <a:t>Effect</a:t>
              </a:r>
              <a:endParaRPr lang="en-GB" sz="900" kern="100" dirty="0">
                <a:solidFill>
                  <a:schemeClr val="tx1">
                    <a:lumMod val="65000"/>
                    <a:lumOff val="35000"/>
                  </a:schemeClr>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22" name="Arrow: Right 21">
              <a:extLst>
                <a:ext uri="{FF2B5EF4-FFF2-40B4-BE49-F238E27FC236}">
                  <a16:creationId xmlns:a16="http://schemas.microsoft.com/office/drawing/2014/main" id="{2BD7B9E3-9B21-6067-EAE7-262F5AC8F09E}"/>
                </a:ext>
              </a:extLst>
            </p:cNvPr>
            <p:cNvSpPr/>
            <p:nvPr/>
          </p:nvSpPr>
          <p:spPr>
            <a:xfrm>
              <a:off x="5307516" y="3511426"/>
              <a:ext cx="463924" cy="170733"/>
            </a:xfrm>
            <a:prstGeom prst="rightArrow">
              <a:avLst/>
            </a:prstGeom>
            <a:solidFill>
              <a:schemeClr val="accent6">
                <a:lumMod val="40000"/>
                <a:lumOff val="60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10394614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4E58A-8A9D-4CA9-F8D5-AA874E3FB70A}"/>
            </a:ext>
          </a:extLst>
        </p:cNvPr>
        <p:cNvGrpSpPr/>
        <p:nvPr/>
      </p:nvGrpSpPr>
      <p:grpSpPr>
        <a:xfrm>
          <a:off x="0" y="0"/>
          <a:ext cx="0" cy="0"/>
          <a:chOff x="0" y="0"/>
          <a:chExt cx="0" cy="0"/>
        </a:xfrm>
      </p:grpSpPr>
      <p:pic>
        <p:nvPicPr>
          <p:cNvPr id="10" name="Picture 9" descr="A graph with a dotted line&#10;&#10;AI-generated content may be incorrect.">
            <a:extLst>
              <a:ext uri="{FF2B5EF4-FFF2-40B4-BE49-F238E27FC236}">
                <a16:creationId xmlns:a16="http://schemas.microsoft.com/office/drawing/2014/main" id="{CEB817B8-0CCC-537B-8F92-2F977D179A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18462" y="3652997"/>
            <a:ext cx="3524696" cy="2517640"/>
          </a:xfrm>
          <a:prstGeom prst="rect">
            <a:avLst/>
          </a:prstGeom>
        </p:spPr>
      </p:pic>
      <p:sp>
        <p:nvSpPr>
          <p:cNvPr id="29" name="TextBox 28">
            <a:extLst>
              <a:ext uri="{FF2B5EF4-FFF2-40B4-BE49-F238E27FC236}">
                <a16:creationId xmlns:a16="http://schemas.microsoft.com/office/drawing/2014/main" id="{E608649A-840E-535F-D33E-A72022FEFFE6}"/>
              </a:ext>
            </a:extLst>
          </p:cNvPr>
          <p:cNvSpPr txBox="1"/>
          <p:nvPr/>
        </p:nvSpPr>
        <p:spPr>
          <a:xfrm>
            <a:off x="8399786" y="5843754"/>
            <a:ext cx="3180679" cy="261610"/>
          </a:xfrm>
          <a:prstGeom prst="rect">
            <a:avLst/>
          </a:prstGeom>
          <a:noFill/>
        </p:spPr>
        <p:txBody>
          <a:bodyPr wrap="none" rtlCol="0">
            <a:spAutoFit/>
          </a:bodyPr>
          <a:lstStyle/>
          <a:p>
            <a:r>
              <a:rPr lang="en-GB" sz="1100" dirty="0">
                <a:solidFill>
                  <a:schemeClr val="tx1">
                    <a:lumMod val="65000"/>
                    <a:lumOff val="35000"/>
                  </a:schemeClr>
                </a:solidFill>
                <a:latin typeface="Times New Roman" panose="02020603050405020304" pitchFamily="18" charset="0"/>
                <a:cs typeface="Times New Roman" panose="02020603050405020304" pitchFamily="18" charset="0"/>
              </a:rPr>
              <a:t>Pre-bronchodilator FEV1 change from baseline (mL)</a:t>
            </a:r>
          </a:p>
        </p:txBody>
      </p:sp>
      <p:grpSp>
        <p:nvGrpSpPr>
          <p:cNvPr id="3" name="Group 2">
            <a:extLst>
              <a:ext uri="{FF2B5EF4-FFF2-40B4-BE49-F238E27FC236}">
                <a16:creationId xmlns:a16="http://schemas.microsoft.com/office/drawing/2014/main" id="{2C2D6979-BA61-C442-47C0-09D0236C91F5}"/>
              </a:ext>
            </a:extLst>
          </p:cNvPr>
          <p:cNvGrpSpPr/>
          <p:nvPr/>
        </p:nvGrpSpPr>
        <p:grpSpPr>
          <a:xfrm>
            <a:off x="8564742" y="4083983"/>
            <a:ext cx="3176572" cy="1519956"/>
            <a:chOff x="8564742" y="4083983"/>
            <a:chExt cx="3176572" cy="1519956"/>
          </a:xfrm>
        </p:grpSpPr>
        <p:sp>
          <p:nvSpPr>
            <p:cNvPr id="40" name="Rectangle 39">
              <a:extLst>
                <a:ext uri="{FF2B5EF4-FFF2-40B4-BE49-F238E27FC236}">
                  <a16:creationId xmlns:a16="http://schemas.microsoft.com/office/drawing/2014/main" id="{E832DD2F-8687-0D2D-13A4-A98C09B3CC40}"/>
                </a:ext>
              </a:extLst>
            </p:cNvPr>
            <p:cNvSpPr/>
            <p:nvPr/>
          </p:nvSpPr>
          <p:spPr>
            <a:xfrm>
              <a:off x="8564742" y="4083984"/>
              <a:ext cx="1010792" cy="1519955"/>
            </a:xfrm>
            <a:prstGeom prst="rect">
              <a:avLst/>
            </a:prstGeom>
            <a:solidFill>
              <a:schemeClr val="accent6">
                <a:lumMod val="75000"/>
                <a:alpha val="20000"/>
              </a:schemeClr>
            </a:solid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1" name="Rectangle 40">
              <a:extLst>
                <a:ext uri="{FF2B5EF4-FFF2-40B4-BE49-F238E27FC236}">
                  <a16:creationId xmlns:a16="http://schemas.microsoft.com/office/drawing/2014/main" id="{C8060E7A-D0EB-25B5-422B-A4A69E9B5D9D}"/>
                </a:ext>
              </a:extLst>
            </p:cNvPr>
            <p:cNvSpPr/>
            <p:nvPr/>
          </p:nvSpPr>
          <p:spPr>
            <a:xfrm>
              <a:off x="9580346" y="4083983"/>
              <a:ext cx="1010792" cy="1519955"/>
            </a:xfrm>
            <a:prstGeom prst="rect">
              <a:avLst/>
            </a:prstGeom>
            <a:solidFill>
              <a:schemeClr val="accent6">
                <a:lumMod val="75000"/>
                <a:alpha val="40000"/>
              </a:schemeClr>
            </a:solid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3" name="Rectangle 42">
              <a:extLst>
                <a:ext uri="{FF2B5EF4-FFF2-40B4-BE49-F238E27FC236}">
                  <a16:creationId xmlns:a16="http://schemas.microsoft.com/office/drawing/2014/main" id="{FB60F47A-E61C-46A8-609D-8F4175A332EE}"/>
                </a:ext>
              </a:extLst>
            </p:cNvPr>
            <p:cNvSpPr/>
            <p:nvPr/>
          </p:nvSpPr>
          <p:spPr>
            <a:xfrm>
              <a:off x="10591138" y="4083983"/>
              <a:ext cx="1010792" cy="1519955"/>
            </a:xfrm>
            <a:prstGeom prst="rect">
              <a:avLst/>
            </a:prstGeom>
            <a:solidFill>
              <a:schemeClr val="accent6">
                <a:lumMod val="75000"/>
                <a:alpha val="60000"/>
              </a:schemeClr>
            </a:solid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4" name="TextBox 43">
              <a:extLst>
                <a:ext uri="{FF2B5EF4-FFF2-40B4-BE49-F238E27FC236}">
                  <a16:creationId xmlns:a16="http://schemas.microsoft.com/office/drawing/2014/main" id="{DE604D88-DB90-D228-6058-EEAF3916F4B2}"/>
                </a:ext>
              </a:extLst>
            </p:cNvPr>
            <p:cNvSpPr txBox="1"/>
            <p:nvPr/>
          </p:nvSpPr>
          <p:spPr>
            <a:xfrm>
              <a:off x="8631556" y="4083983"/>
              <a:ext cx="877163" cy="261610"/>
            </a:xfrm>
            <a:prstGeom prst="rect">
              <a:avLst/>
            </a:prstGeom>
            <a:noFill/>
          </p:spPr>
          <p:txBody>
            <a:bodyPr wrap="none" rtlCol="0">
              <a:spAutoFit/>
            </a:bodyPr>
            <a:lstStyle/>
            <a:p>
              <a:r>
                <a:rPr lang="en-GB" sz="11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Weak effect</a:t>
              </a:r>
            </a:p>
          </p:txBody>
        </p:sp>
        <p:sp>
          <p:nvSpPr>
            <p:cNvPr id="45" name="TextBox 44">
              <a:extLst>
                <a:ext uri="{FF2B5EF4-FFF2-40B4-BE49-F238E27FC236}">
                  <a16:creationId xmlns:a16="http://schemas.microsoft.com/office/drawing/2014/main" id="{CCE0EC08-2030-9F84-1E2E-DC9121C138D4}"/>
                </a:ext>
              </a:extLst>
            </p:cNvPr>
            <p:cNvSpPr txBox="1"/>
            <p:nvPr/>
          </p:nvSpPr>
          <p:spPr>
            <a:xfrm>
              <a:off x="9433223" y="4085040"/>
              <a:ext cx="1321714" cy="456631"/>
            </a:xfrm>
            <a:prstGeom prst="rect">
              <a:avLst/>
            </a:prstGeom>
            <a:noFill/>
          </p:spPr>
          <p:txBody>
            <a:bodyPr wrap="square" rtlCol="0">
              <a:noAutofit/>
            </a:bodyPr>
            <a:lstStyle/>
            <a:p>
              <a:pPr algn="ctr"/>
              <a:r>
                <a:rPr lang="en-GB" sz="105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Moderate</a:t>
              </a:r>
            </a:p>
            <a:p>
              <a:pPr algn="ctr"/>
              <a:r>
                <a:rPr lang="en-GB" sz="105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effect</a:t>
              </a:r>
            </a:p>
          </p:txBody>
        </p:sp>
        <p:sp>
          <p:nvSpPr>
            <p:cNvPr id="46" name="TextBox 45">
              <a:extLst>
                <a:ext uri="{FF2B5EF4-FFF2-40B4-BE49-F238E27FC236}">
                  <a16:creationId xmlns:a16="http://schemas.microsoft.com/office/drawing/2014/main" id="{C2094999-AD0E-F337-0D74-6BD4AD875101}"/>
                </a:ext>
              </a:extLst>
            </p:cNvPr>
            <p:cNvSpPr txBox="1"/>
            <p:nvPr/>
          </p:nvSpPr>
          <p:spPr>
            <a:xfrm>
              <a:off x="10419600" y="4084334"/>
              <a:ext cx="1321714" cy="456631"/>
            </a:xfrm>
            <a:prstGeom prst="rect">
              <a:avLst/>
            </a:prstGeom>
            <a:noFill/>
          </p:spPr>
          <p:txBody>
            <a:bodyPr wrap="square" rtlCol="0">
              <a:noAutofit/>
            </a:bodyPr>
            <a:lstStyle/>
            <a:p>
              <a:pPr algn="ctr"/>
              <a:r>
                <a:rPr lang="en-GB" sz="11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Strong effect</a:t>
              </a:r>
            </a:p>
          </p:txBody>
        </p:sp>
      </p:grpSp>
      <p:pic>
        <p:nvPicPr>
          <p:cNvPr id="7" name="Picture 6">
            <a:extLst>
              <a:ext uri="{FF2B5EF4-FFF2-40B4-BE49-F238E27FC236}">
                <a16:creationId xmlns:a16="http://schemas.microsoft.com/office/drawing/2014/main" id="{A33B95A3-A71E-08B5-8F8E-2E417AEDB612}"/>
              </a:ext>
            </a:extLst>
          </p:cNvPr>
          <p:cNvPicPr>
            <a:picLocks noChangeAspect="1"/>
          </p:cNvPicPr>
          <p:nvPr/>
        </p:nvPicPr>
        <p:blipFill>
          <a:blip r:embed="rId3"/>
          <a:stretch>
            <a:fillRect/>
          </a:stretch>
        </p:blipFill>
        <p:spPr>
          <a:xfrm>
            <a:off x="8998899" y="563696"/>
            <a:ext cx="2190362" cy="3062029"/>
          </a:xfrm>
          <a:prstGeom prst="rect">
            <a:avLst/>
          </a:prstGeom>
          <a:ln w="3175">
            <a:solidFill>
              <a:schemeClr val="tx1"/>
            </a:solidFill>
          </a:ln>
        </p:spPr>
      </p:pic>
      <p:sp>
        <p:nvSpPr>
          <p:cNvPr id="13" name="Title 1">
            <a:extLst>
              <a:ext uri="{FF2B5EF4-FFF2-40B4-BE49-F238E27FC236}">
                <a16:creationId xmlns:a16="http://schemas.microsoft.com/office/drawing/2014/main" id="{8FB9AC1E-00E4-6265-90F1-2A6305A14913}"/>
              </a:ext>
            </a:extLst>
          </p:cNvPr>
          <p:cNvSpPr txBox="1">
            <a:spLocks/>
          </p:cNvSpPr>
          <p:nvPr/>
        </p:nvSpPr>
        <p:spPr>
          <a:xfrm>
            <a:off x="838200" y="365126"/>
            <a:ext cx="10515600" cy="602284"/>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accent6">
                    <a:lumMod val="75000"/>
                  </a:schemeClr>
                </a:solidFill>
              </a:rPr>
              <a:t>Sampling and Inference</a:t>
            </a:r>
          </a:p>
        </p:txBody>
      </p:sp>
      <p:sp>
        <p:nvSpPr>
          <p:cNvPr id="2" name="TextBox 1">
            <a:extLst>
              <a:ext uri="{FF2B5EF4-FFF2-40B4-BE49-F238E27FC236}">
                <a16:creationId xmlns:a16="http://schemas.microsoft.com/office/drawing/2014/main" id="{0B1C66C5-81CE-F8CC-257B-A337015573DC}"/>
              </a:ext>
            </a:extLst>
          </p:cNvPr>
          <p:cNvSpPr txBox="1"/>
          <p:nvPr/>
        </p:nvSpPr>
        <p:spPr>
          <a:xfrm>
            <a:off x="836085" y="1078674"/>
            <a:ext cx="6648583" cy="738664"/>
          </a:xfrm>
          <a:prstGeom prst="rect">
            <a:avLst/>
          </a:prstGeom>
          <a:noFill/>
        </p:spPr>
        <p:txBody>
          <a:bodyPr wrap="square">
            <a:spAutoFit/>
          </a:bodyPr>
          <a:lstStyle/>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Back to our case study, we are interested in interpreting the results from a single trial.</a:t>
            </a:r>
          </a:p>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Remember, the true treatment effect (   ) is unknown.</a:t>
            </a:r>
          </a:p>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The study results provide the estimate (   ) and 95% confidence interval (CI).</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0232098-30B8-333F-F497-9361BCB69E4F}"/>
                  </a:ext>
                </a:extLst>
              </p:cNvPr>
              <p:cNvSpPr txBox="1"/>
              <p:nvPr/>
            </p:nvSpPr>
            <p:spPr>
              <a:xfrm>
                <a:off x="3599465" y="1359681"/>
                <a:ext cx="344668"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1400" i="1" smtClean="0">
                          <a:solidFill>
                            <a:schemeClr val="accent2">
                              <a:lumMod val="75000"/>
                            </a:schemeClr>
                          </a:solidFill>
                          <a:latin typeface="Cambria Math" panose="02040503050406030204" pitchFamily="18" charset="0"/>
                          <a:ea typeface="Cambria Math" panose="02040503050406030204" pitchFamily="18" charset="0"/>
                        </a:rPr>
                        <m:t>𝜃</m:t>
                      </m:r>
                    </m:oMath>
                  </m:oMathPara>
                </a14:m>
                <a:endParaRPr lang="en-GB" sz="1400" dirty="0">
                  <a:solidFill>
                    <a:schemeClr val="accent2">
                      <a:lumMod val="75000"/>
                    </a:schemeClr>
                  </a:solidFill>
                </a:endParaRPr>
              </a:p>
            </p:txBody>
          </p:sp>
        </mc:Choice>
        <mc:Fallback xmlns="">
          <p:sp>
            <p:nvSpPr>
              <p:cNvPr id="4" name="TextBox 3">
                <a:extLst>
                  <a:ext uri="{FF2B5EF4-FFF2-40B4-BE49-F238E27FC236}">
                    <a16:creationId xmlns:a16="http://schemas.microsoft.com/office/drawing/2014/main" id="{40232098-30B8-333F-F497-9361BCB69E4F}"/>
                  </a:ext>
                </a:extLst>
              </p:cNvPr>
              <p:cNvSpPr txBox="1">
                <a:spLocks noRot="1" noChangeAspect="1" noMove="1" noResize="1" noEditPoints="1" noAdjustHandles="1" noChangeArrowheads="1" noChangeShapeType="1" noTextEdit="1"/>
              </p:cNvSpPr>
              <p:nvPr/>
            </p:nvSpPr>
            <p:spPr>
              <a:xfrm>
                <a:off x="3599465" y="1359681"/>
                <a:ext cx="344668" cy="215444"/>
              </a:xfrm>
              <a:prstGeom prst="rect">
                <a:avLst/>
              </a:prstGeom>
              <a:blipFill>
                <a:blip r:embed="rId4"/>
                <a:stretch>
                  <a:fillRect b="-1142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D7AF40DD-2395-8097-9C70-DFD474D0928E}"/>
                  </a:ext>
                </a:extLst>
              </p:cNvPr>
              <p:cNvSpPr txBox="1"/>
              <p:nvPr/>
            </p:nvSpPr>
            <p:spPr>
              <a:xfrm>
                <a:off x="3700542" y="1560280"/>
                <a:ext cx="301592" cy="22454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sz="1400" i="1" smtClean="0">
                              <a:solidFill>
                                <a:schemeClr val="accent2">
                                  <a:lumMod val="75000"/>
                                </a:schemeClr>
                              </a:solidFill>
                              <a:latin typeface="Cambria Math" panose="02040503050406030204" pitchFamily="18" charset="0"/>
                              <a:ea typeface="Cambria Math" panose="02040503050406030204" pitchFamily="18" charset="0"/>
                            </a:rPr>
                          </m:ctrlPr>
                        </m:accPr>
                        <m:e>
                          <m:r>
                            <a:rPr lang="en-GB" sz="1400" i="1" smtClean="0">
                              <a:solidFill>
                                <a:schemeClr val="accent2">
                                  <a:lumMod val="75000"/>
                                </a:schemeClr>
                              </a:solidFill>
                              <a:latin typeface="Cambria Math" panose="02040503050406030204" pitchFamily="18" charset="0"/>
                              <a:ea typeface="Cambria Math" panose="02040503050406030204" pitchFamily="18" charset="0"/>
                            </a:rPr>
                            <m:t>𝜃</m:t>
                          </m:r>
                        </m:e>
                      </m:acc>
                    </m:oMath>
                  </m:oMathPara>
                </a14:m>
                <a:endParaRPr lang="en-GB" sz="1400" dirty="0">
                  <a:solidFill>
                    <a:schemeClr val="accent2">
                      <a:lumMod val="75000"/>
                    </a:schemeClr>
                  </a:solidFill>
                </a:endParaRPr>
              </a:p>
            </p:txBody>
          </p:sp>
        </mc:Choice>
        <mc:Fallback xmlns="">
          <p:sp>
            <p:nvSpPr>
              <p:cNvPr id="18" name="TextBox 17">
                <a:extLst>
                  <a:ext uri="{FF2B5EF4-FFF2-40B4-BE49-F238E27FC236}">
                    <a16:creationId xmlns:a16="http://schemas.microsoft.com/office/drawing/2014/main" id="{D7AF40DD-2395-8097-9C70-DFD474D0928E}"/>
                  </a:ext>
                </a:extLst>
              </p:cNvPr>
              <p:cNvSpPr txBox="1">
                <a:spLocks noRot="1" noChangeAspect="1" noMove="1" noResize="1" noEditPoints="1" noAdjustHandles="1" noChangeArrowheads="1" noChangeShapeType="1" noTextEdit="1"/>
              </p:cNvSpPr>
              <p:nvPr/>
            </p:nvSpPr>
            <p:spPr>
              <a:xfrm>
                <a:off x="3700542" y="1560280"/>
                <a:ext cx="301592" cy="224549"/>
              </a:xfrm>
              <a:prstGeom prst="rect">
                <a:avLst/>
              </a:prstGeom>
              <a:blipFill>
                <a:blip r:embed="rId5"/>
                <a:stretch>
                  <a:fillRect t="-24324" r="-58000" b="-8108"/>
                </a:stretch>
              </a:blipFill>
            </p:spPr>
            <p:txBody>
              <a:bodyPr/>
              <a:lstStyle/>
              <a:p>
                <a:r>
                  <a:rPr lang="en-GB">
                    <a:noFill/>
                  </a:rPr>
                  <a:t> </a:t>
                </a:r>
              </a:p>
            </p:txBody>
          </p:sp>
        </mc:Fallback>
      </mc:AlternateContent>
      <p:sp>
        <p:nvSpPr>
          <p:cNvPr id="31" name="TextBox 30">
            <a:extLst>
              <a:ext uri="{FF2B5EF4-FFF2-40B4-BE49-F238E27FC236}">
                <a16:creationId xmlns:a16="http://schemas.microsoft.com/office/drawing/2014/main" id="{BCAF15F6-8E39-2632-1FD6-3A54C37C40B9}"/>
              </a:ext>
            </a:extLst>
          </p:cNvPr>
          <p:cNvSpPr txBox="1"/>
          <p:nvPr/>
        </p:nvSpPr>
        <p:spPr>
          <a:xfrm>
            <a:off x="892521" y="3429000"/>
            <a:ext cx="7216177" cy="307777"/>
          </a:xfrm>
          <a:prstGeom prst="rect">
            <a:avLst/>
          </a:prstGeom>
          <a:noFill/>
        </p:spPr>
        <p:txBody>
          <a:bodyPr wrap="square">
            <a:spAutoFit/>
          </a:bodyPr>
          <a:lstStyle/>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Because of the properties of the 95% CI, we can make the following statements:</a:t>
            </a:r>
          </a:p>
        </p:txBody>
      </p:sp>
      <p:sp>
        <p:nvSpPr>
          <p:cNvPr id="39" name="TextBox 38">
            <a:extLst>
              <a:ext uri="{FF2B5EF4-FFF2-40B4-BE49-F238E27FC236}">
                <a16:creationId xmlns:a16="http://schemas.microsoft.com/office/drawing/2014/main" id="{36ED32EE-8BD6-DA7B-C49C-EE5254D66651}"/>
              </a:ext>
            </a:extLst>
          </p:cNvPr>
          <p:cNvSpPr txBox="1"/>
          <p:nvPr/>
        </p:nvSpPr>
        <p:spPr>
          <a:xfrm>
            <a:off x="1177859" y="3754511"/>
            <a:ext cx="6967256" cy="954107"/>
          </a:xfrm>
          <a:prstGeom prst="rect">
            <a:avLst/>
          </a:prstGeom>
          <a:noFill/>
        </p:spPr>
        <p:txBody>
          <a:bodyPr wrap="square">
            <a:spAutoFit/>
          </a:bodyPr>
          <a:lstStyle/>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a:t>
            </a:r>
            <a:r>
              <a:rPr lang="en-GB" sz="14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Plausible values </a:t>
            </a:r>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for the true treatment effect are between 40 and 124 </a:t>
            </a:r>
            <a:r>
              <a:rPr lang="en-GB" sz="1400" dirty="0" err="1">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mL.</a:t>
            </a:r>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a:t>
            </a:r>
          </a:p>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“A range of treatment effects between 40 and 124 mL is </a:t>
            </a:r>
            <a:r>
              <a:rPr lang="en-GB" sz="14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compatible </a:t>
            </a:r>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with the trial data.”</a:t>
            </a:r>
          </a:p>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“The CI includes values that may be too small to be </a:t>
            </a:r>
            <a:r>
              <a:rPr lang="en-GB" sz="14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clinically meaningful</a:t>
            </a:r>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a:t>
            </a:r>
          </a:p>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“Because the 95% CI excludes zero, the results are </a:t>
            </a:r>
            <a:r>
              <a:rPr lang="en-GB" sz="14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statistically significant</a:t>
            </a:r>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a:t>
            </a:r>
            <a:endParaRPr lang="en-GB" sz="1400" dirty="0"/>
          </a:p>
        </p:txBody>
      </p:sp>
      <p:sp>
        <p:nvSpPr>
          <p:cNvPr id="49" name="TextBox 48">
            <a:extLst>
              <a:ext uri="{FF2B5EF4-FFF2-40B4-BE49-F238E27FC236}">
                <a16:creationId xmlns:a16="http://schemas.microsoft.com/office/drawing/2014/main" id="{F0C94D6D-80C7-6512-839F-7D95846A08A1}"/>
              </a:ext>
            </a:extLst>
          </p:cNvPr>
          <p:cNvSpPr txBox="1"/>
          <p:nvPr/>
        </p:nvSpPr>
        <p:spPr>
          <a:xfrm>
            <a:off x="1117366" y="5105090"/>
            <a:ext cx="5769535" cy="738664"/>
          </a:xfrm>
          <a:prstGeom prst="rect">
            <a:avLst/>
          </a:prstGeom>
          <a:noFill/>
        </p:spPr>
        <p:txBody>
          <a:bodyPr wrap="square">
            <a:spAutoFit/>
          </a:bodyPr>
          <a:lstStyle/>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“The true effect lies in the interval with 95% probability.”</a:t>
            </a:r>
          </a:p>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“The treatment works for 95% of patients”.</a:t>
            </a:r>
          </a:p>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“The CI captures 95% of individual patient outcomes”.</a:t>
            </a:r>
          </a:p>
        </p:txBody>
      </p:sp>
      <p:sp>
        <p:nvSpPr>
          <p:cNvPr id="50" name="TextBox 49">
            <a:extLst>
              <a:ext uri="{FF2B5EF4-FFF2-40B4-BE49-F238E27FC236}">
                <a16:creationId xmlns:a16="http://schemas.microsoft.com/office/drawing/2014/main" id="{F24BF87F-939F-E2EF-D60F-8012CBA308B8}"/>
              </a:ext>
            </a:extLst>
          </p:cNvPr>
          <p:cNvSpPr txBox="1"/>
          <p:nvPr/>
        </p:nvSpPr>
        <p:spPr>
          <a:xfrm>
            <a:off x="890072" y="4735679"/>
            <a:ext cx="7216177" cy="307777"/>
          </a:xfrm>
          <a:prstGeom prst="rect">
            <a:avLst/>
          </a:prstGeom>
          <a:noFill/>
        </p:spPr>
        <p:txBody>
          <a:bodyPr wrap="square">
            <a:spAutoFit/>
          </a:bodyPr>
          <a:lstStyle/>
          <a:p>
            <a:r>
              <a:rPr lang="en-GB"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Don’t say:</a:t>
            </a:r>
          </a:p>
        </p:txBody>
      </p:sp>
      <p:graphicFrame>
        <p:nvGraphicFramePr>
          <p:cNvPr id="55" name="Table 54">
            <a:extLst>
              <a:ext uri="{FF2B5EF4-FFF2-40B4-BE49-F238E27FC236}">
                <a16:creationId xmlns:a16="http://schemas.microsoft.com/office/drawing/2014/main" id="{D0D5DC4E-52C4-1782-25BA-1802CCE20F52}"/>
              </a:ext>
            </a:extLst>
          </p:cNvPr>
          <p:cNvGraphicFramePr>
            <a:graphicFrameLocks noGrp="1"/>
          </p:cNvGraphicFramePr>
          <p:nvPr>
            <p:extLst>
              <p:ext uri="{D42A27DB-BD31-4B8C-83A1-F6EECF244321}">
                <p14:modId xmlns:p14="http://schemas.microsoft.com/office/powerpoint/2010/main" val="4017931921"/>
              </p:ext>
            </p:extLst>
          </p:nvPr>
        </p:nvGraphicFramePr>
        <p:xfrm>
          <a:off x="922524" y="1912060"/>
          <a:ext cx="5708788" cy="1345967"/>
        </p:xfrm>
        <a:graphic>
          <a:graphicData uri="http://schemas.openxmlformats.org/drawingml/2006/table">
            <a:tbl>
              <a:tblPr firstRow="1" bandRow="1">
                <a:tableStyleId>{5C22544A-7EE6-4342-B048-85BDC9FD1C3A}</a:tableStyleId>
              </a:tblPr>
              <a:tblGrid>
                <a:gridCol w="3554136">
                  <a:extLst>
                    <a:ext uri="{9D8B030D-6E8A-4147-A177-3AD203B41FA5}">
                      <a16:colId xmlns:a16="http://schemas.microsoft.com/office/drawing/2014/main" val="3566946925"/>
                    </a:ext>
                  </a:extLst>
                </a:gridCol>
                <a:gridCol w="1077326">
                  <a:extLst>
                    <a:ext uri="{9D8B030D-6E8A-4147-A177-3AD203B41FA5}">
                      <a16:colId xmlns:a16="http://schemas.microsoft.com/office/drawing/2014/main" val="1759458805"/>
                    </a:ext>
                  </a:extLst>
                </a:gridCol>
                <a:gridCol w="1077326">
                  <a:extLst>
                    <a:ext uri="{9D8B030D-6E8A-4147-A177-3AD203B41FA5}">
                      <a16:colId xmlns:a16="http://schemas.microsoft.com/office/drawing/2014/main" val="1740209567"/>
                    </a:ext>
                  </a:extLst>
                </a:gridCol>
              </a:tblGrid>
              <a:tr h="419335">
                <a:tc>
                  <a:txBody>
                    <a:bodyPr/>
                    <a:lstStyle/>
                    <a:p>
                      <a:pPr algn="l"/>
                      <a:r>
                        <a:rPr lang="en-GB" sz="1200" dirty="0">
                          <a:latin typeface="Arial Narrow" panose="020B0606020202030204" pitchFamily="34" charset="0"/>
                        </a:rPr>
                        <a:t>Endpoint</a:t>
                      </a:r>
                    </a:p>
                  </a:txBody>
                  <a:tcPr/>
                </a:tc>
                <a:tc>
                  <a:txBody>
                    <a:bodyPr/>
                    <a:lstStyle/>
                    <a:p>
                      <a:pPr algn="ctr"/>
                      <a:r>
                        <a:rPr lang="en-GB" sz="1200" dirty="0">
                          <a:latin typeface="Arial Narrow" panose="020B0606020202030204" pitchFamily="34" charset="0"/>
                        </a:rPr>
                        <a:t>Placebo</a:t>
                      </a:r>
                    </a:p>
                    <a:p>
                      <a:pPr algn="ctr"/>
                      <a:r>
                        <a:rPr lang="en-GB" sz="1200" dirty="0">
                          <a:latin typeface="Arial Narrow" panose="020B0606020202030204" pitchFamily="34" charset="0"/>
                        </a:rPr>
                        <a:t>(N=465)</a:t>
                      </a:r>
                    </a:p>
                  </a:txBody>
                  <a:tcPr/>
                </a:tc>
                <a:tc>
                  <a:txBody>
                    <a:bodyPr/>
                    <a:lstStyle/>
                    <a:p>
                      <a:pPr algn="ctr"/>
                      <a:r>
                        <a:rPr lang="en-GB" sz="1200" dirty="0">
                          <a:latin typeface="Arial Narrow" panose="020B0606020202030204" pitchFamily="34" charset="0"/>
                        </a:rPr>
                        <a:t>Dupilumab </a:t>
                      </a:r>
                    </a:p>
                    <a:p>
                      <a:pPr algn="ctr"/>
                      <a:r>
                        <a:rPr lang="en-GB" sz="1200" dirty="0">
                          <a:latin typeface="Arial Narrow" panose="020B0606020202030204" pitchFamily="34" charset="0"/>
                        </a:rPr>
                        <a:t>(N=470)</a:t>
                      </a:r>
                    </a:p>
                  </a:txBody>
                  <a:tcPr/>
                </a:tc>
                <a:extLst>
                  <a:ext uri="{0D108BD9-81ED-4DB2-BD59-A6C34878D82A}">
                    <a16:rowId xmlns:a16="http://schemas.microsoft.com/office/drawing/2014/main" val="3449688297"/>
                  </a:ext>
                </a:extLst>
              </a:tr>
              <a:tr h="251601">
                <a:tc>
                  <a:txBody>
                    <a:bodyPr/>
                    <a:lstStyle/>
                    <a:p>
                      <a:r>
                        <a:rPr lang="en-GB" sz="1200" baseline="0" dirty="0">
                          <a:solidFill>
                            <a:schemeClr val="tx1">
                              <a:lumMod val="65000"/>
                              <a:lumOff val="35000"/>
                            </a:schemeClr>
                          </a:solidFill>
                          <a:latin typeface="Arial Narrow" panose="020B0606020202030204" pitchFamily="34" charset="0"/>
                        </a:rPr>
                        <a:t>Change in pre-</a:t>
                      </a:r>
                      <a:r>
                        <a:rPr lang="en-GB" sz="1200" baseline="0" dirty="0" err="1">
                          <a:solidFill>
                            <a:schemeClr val="tx1">
                              <a:lumMod val="65000"/>
                              <a:lumOff val="35000"/>
                            </a:schemeClr>
                          </a:solidFill>
                          <a:latin typeface="Arial Narrow" panose="020B0606020202030204" pitchFamily="34" charset="0"/>
                        </a:rPr>
                        <a:t>brochodilator</a:t>
                      </a:r>
                      <a:r>
                        <a:rPr lang="en-GB" sz="1200" baseline="0" dirty="0">
                          <a:solidFill>
                            <a:schemeClr val="tx1">
                              <a:lumMod val="65000"/>
                              <a:lumOff val="35000"/>
                            </a:schemeClr>
                          </a:solidFill>
                          <a:latin typeface="Arial Narrow" panose="020B0606020202030204" pitchFamily="34" charset="0"/>
                        </a:rPr>
                        <a:t> FEV1 from baseline to </a:t>
                      </a:r>
                      <a:r>
                        <a:rPr lang="en-GB" sz="1200" baseline="0" dirty="0" err="1">
                          <a:solidFill>
                            <a:schemeClr val="tx1">
                              <a:lumMod val="65000"/>
                              <a:lumOff val="35000"/>
                            </a:schemeClr>
                          </a:solidFill>
                          <a:latin typeface="Arial Narrow" panose="020B0606020202030204" pitchFamily="34" charset="0"/>
                        </a:rPr>
                        <a:t>wk</a:t>
                      </a:r>
                      <a:r>
                        <a:rPr lang="en-GB" sz="1200" baseline="0" dirty="0">
                          <a:solidFill>
                            <a:schemeClr val="tx1">
                              <a:lumMod val="65000"/>
                              <a:lumOff val="35000"/>
                            </a:schemeClr>
                          </a:solidFill>
                          <a:latin typeface="Arial Narrow" panose="020B0606020202030204" pitchFamily="34" charset="0"/>
                        </a:rPr>
                        <a:t> 12</a:t>
                      </a:r>
                    </a:p>
                  </a:txBody>
                  <a:tcPr/>
                </a:tc>
                <a:tc>
                  <a:txBody>
                    <a:bodyPr/>
                    <a:lstStyle/>
                    <a:p>
                      <a:pPr algn="ctr"/>
                      <a:endParaRPr lang="en-GB" sz="1200" baseline="0" dirty="0">
                        <a:solidFill>
                          <a:schemeClr val="tx1">
                            <a:lumMod val="65000"/>
                            <a:lumOff val="35000"/>
                          </a:schemeClr>
                        </a:solidFill>
                        <a:latin typeface="Arial Narrow" panose="020B0606020202030204" pitchFamily="34" charset="0"/>
                      </a:endParaRPr>
                    </a:p>
                  </a:txBody>
                  <a:tcPr/>
                </a:tc>
                <a:tc>
                  <a:txBody>
                    <a:bodyPr/>
                    <a:lstStyle/>
                    <a:p>
                      <a:pPr algn="ctr"/>
                      <a:endParaRPr lang="en-GB" sz="1200" baseline="0" dirty="0">
                        <a:solidFill>
                          <a:schemeClr val="tx1">
                            <a:lumMod val="65000"/>
                            <a:lumOff val="35000"/>
                          </a:schemeClr>
                        </a:solidFill>
                        <a:latin typeface="Arial Narrow" panose="020B0606020202030204" pitchFamily="34" charset="0"/>
                      </a:endParaRPr>
                    </a:p>
                  </a:txBody>
                  <a:tcPr/>
                </a:tc>
                <a:extLst>
                  <a:ext uri="{0D108BD9-81ED-4DB2-BD59-A6C34878D82A}">
                    <a16:rowId xmlns:a16="http://schemas.microsoft.com/office/drawing/2014/main" val="629653641"/>
                  </a:ext>
                </a:extLst>
              </a:tr>
              <a:tr h="268606">
                <a:tc>
                  <a:txBody>
                    <a:bodyPr/>
                    <a:lstStyle/>
                    <a:p>
                      <a:r>
                        <a:rPr lang="en-GB" sz="1200" baseline="0" dirty="0">
                          <a:solidFill>
                            <a:schemeClr val="tx1">
                              <a:lumMod val="65000"/>
                              <a:lumOff val="35000"/>
                            </a:schemeClr>
                          </a:solidFill>
                          <a:latin typeface="Arial Narrow" panose="020B0606020202030204" pitchFamily="34" charset="0"/>
                        </a:rPr>
                        <a:t>     Least-squares mean change (mL)</a:t>
                      </a:r>
                    </a:p>
                  </a:txBody>
                  <a:tcPr/>
                </a:tc>
                <a:tc>
                  <a:txBody>
                    <a:bodyPr/>
                    <a:lstStyle/>
                    <a:p>
                      <a:pPr algn="ctr"/>
                      <a:r>
                        <a:rPr lang="en-GB" sz="1200" baseline="0" dirty="0">
                          <a:solidFill>
                            <a:schemeClr val="tx1">
                              <a:lumMod val="65000"/>
                              <a:lumOff val="35000"/>
                            </a:schemeClr>
                          </a:solidFill>
                          <a:latin typeface="Arial Narrow" panose="020B0606020202030204" pitchFamily="34" charset="0"/>
                        </a:rPr>
                        <a:t>57</a:t>
                      </a:r>
                    </a:p>
                  </a:txBody>
                  <a:tcPr/>
                </a:tc>
                <a:tc>
                  <a:txBody>
                    <a:bodyPr/>
                    <a:lstStyle/>
                    <a:p>
                      <a:pPr algn="ctr"/>
                      <a:r>
                        <a:rPr lang="en-GB" sz="1200" baseline="0" dirty="0">
                          <a:solidFill>
                            <a:schemeClr val="tx1">
                              <a:lumMod val="65000"/>
                              <a:lumOff val="35000"/>
                            </a:schemeClr>
                          </a:solidFill>
                          <a:latin typeface="Arial Narrow" panose="020B0606020202030204" pitchFamily="34" charset="0"/>
                        </a:rPr>
                        <a:t>139</a:t>
                      </a:r>
                    </a:p>
                  </a:txBody>
                  <a:tcPr/>
                </a:tc>
                <a:extLst>
                  <a:ext uri="{0D108BD9-81ED-4DB2-BD59-A6C34878D82A}">
                    <a16:rowId xmlns:a16="http://schemas.microsoft.com/office/drawing/2014/main" val="4285571955"/>
                  </a:ext>
                </a:extLst>
              </a:tr>
              <a:tr h="340127">
                <a:tc>
                  <a:txBody>
                    <a:bodyPr/>
                    <a:lstStyle/>
                    <a:p>
                      <a:r>
                        <a:rPr lang="en-GB" sz="1200" baseline="0" dirty="0">
                          <a:solidFill>
                            <a:schemeClr val="tx1">
                              <a:lumMod val="65000"/>
                              <a:lumOff val="35000"/>
                            </a:schemeClr>
                          </a:solidFill>
                          <a:latin typeface="Arial Narrow" panose="020B0606020202030204" pitchFamily="34" charset="0"/>
                        </a:rPr>
                        <a:t>    Least-squares mean difference vs, placebo (95% CI) (mL)</a:t>
                      </a:r>
                    </a:p>
                  </a:txBody>
                  <a:tcPr/>
                </a:tc>
                <a:tc>
                  <a:txBody>
                    <a:bodyPr/>
                    <a:lstStyle/>
                    <a:p>
                      <a:pPr algn="ctr"/>
                      <a:endParaRPr lang="en-GB" sz="1200" baseline="0" dirty="0">
                        <a:solidFill>
                          <a:schemeClr val="tx1">
                            <a:lumMod val="65000"/>
                            <a:lumOff val="35000"/>
                          </a:schemeClr>
                        </a:solidFill>
                        <a:latin typeface="Arial Narrow" panose="020B0606020202030204" pitchFamily="34" charset="0"/>
                      </a:endParaRPr>
                    </a:p>
                  </a:txBody>
                  <a:tcPr/>
                </a:tc>
                <a:tc>
                  <a:txBody>
                    <a:bodyPr/>
                    <a:lstStyle/>
                    <a:p>
                      <a:pPr algn="ctr"/>
                      <a:r>
                        <a:rPr lang="en-GB" sz="1200" baseline="0" dirty="0">
                          <a:solidFill>
                            <a:schemeClr val="tx1">
                              <a:lumMod val="65000"/>
                              <a:lumOff val="35000"/>
                            </a:schemeClr>
                          </a:solidFill>
                          <a:latin typeface="Arial Narrow" panose="020B0606020202030204" pitchFamily="34" charset="0"/>
                        </a:rPr>
                        <a:t>82.0 (40 to 124)</a:t>
                      </a:r>
                    </a:p>
                  </a:txBody>
                  <a:tcPr/>
                </a:tc>
                <a:extLst>
                  <a:ext uri="{0D108BD9-81ED-4DB2-BD59-A6C34878D82A}">
                    <a16:rowId xmlns:a16="http://schemas.microsoft.com/office/drawing/2014/main" val="4027897724"/>
                  </a:ext>
                </a:extLst>
              </a:tr>
            </a:tbl>
          </a:graphicData>
        </a:graphic>
      </p:graphicFrame>
    </p:spTree>
    <p:extLst>
      <p:ext uri="{BB962C8B-B14F-4D97-AF65-F5344CB8AC3E}">
        <p14:creationId xmlns:p14="http://schemas.microsoft.com/office/powerpoint/2010/main" val="11954766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2CDC37C0-B60A-48BB-C462-33AD46BA9D76}"/>
              </a:ext>
            </a:extLst>
          </p:cNvPr>
          <p:cNvGrpSpPr/>
          <p:nvPr/>
        </p:nvGrpSpPr>
        <p:grpSpPr>
          <a:xfrm>
            <a:off x="7608767" y="1129912"/>
            <a:ext cx="3973204" cy="2570363"/>
            <a:chOff x="5880480" y="1100884"/>
            <a:chExt cx="3973204" cy="2570363"/>
          </a:xfrm>
        </p:grpSpPr>
        <p:pic>
          <p:nvPicPr>
            <p:cNvPr id="7" name="Picture 6" descr="A graph with a dotted line&#10;&#10;AI-generated content may be incorrect.">
              <a:extLst>
                <a:ext uri="{FF2B5EF4-FFF2-40B4-BE49-F238E27FC236}">
                  <a16:creationId xmlns:a16="http://schemas.microsoft.com/office/drawing/2014/main" id="{8F01FC8E-9750-BDD8-746A-0E09B5FE49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80480" y="1100884"/>
              <a:ext cx="3569937" cy="2570363"/>
            </a:xfrm>
            <a:prstGeom prst="rect">
              <a:avLst/>
            </a:prstGeom>
          </p:spPr>
        </p:pic>
        <p:sp>
          <p:nvSpPr>
            <p:cNvPr id="8" name="Rectangle 7">
              <a:extLst>
                <a:ext uri="{FF2B5EF4-FFF2-40B4-BE49-F238E27FC236}">
                  <a16:creationId xmlns:a16="http://schemas.microsoft.com/office/drawing/2014/main" id="{6CE94411-8EDA-BB9E-87D7-C7B8FF887623}"/>
                </a:ext>
              </a:extLst>
            </p:cNvPr>
            <p:cNvSpPr/>
            <p:nvPr/>
          </p:nvSpPr>
          <p:spPr>
            <a:xfrm>
              <a:off x="6636339" y="1540896"/>
              <a:ext cx="1023766" cy="1551785"/>
            </a:xfrm>
            <a:prstGeom prst="rect">
              <a:avLst/>
            </a:prstGeom>
            <a:solidFill>
              <a:schemeClr val="accent6">
                <a:lumMod val="75000"/>
                <a:alpha val="20000"/>
              </a:schemeClr>
            </a:solid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Rectangle 9">
              <a:extLst>
                <a:ext uri="{FF2B5EF4-FFF2-40B4-BE49-F238E27FC236}">
                  <a16:creationId xmlns:a16="http://schemas.microsoft.com/office/drawing/2014/main" id="{AF713459-ECE8-B975-7DC6-914929FE6B14}"/>
                </a:ext>
              </a:extLst>
            </p:cNvPr>
            <p:cNvSpPr/>
            <p:nvPr/>
          </p:nvSpPr>
          <p:spPr>
            <a:xfrm>
              <a:off x="7664979" y="1540895"/>
              <a:ext cx="1023766" cy="1551785"/>
            </a:xfrm>
            <a:prstGeom prst="rect">
              <a:avLst/>
            </a:prstGeom>
            <a:solidFill>
              <a:schemeClr val="accent6">
                <a:lumMod val="75000"/>
                <a:alpha val="40000"/>
              </a:schemeClr>
            </a:solid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B8D82E6B-BFA2-33E3-7E31-5FCEE32C3EBC}"/>
                </a:ext>
              </a:extLst>
            </p:cNvPr>
            <p:cNvSpPr/>
            <p:nvPr/>
          </p:nvSpPr>
          <p:spPr>
            <a:xfrm>
              <a:off x="8688745" y="1540895"/>
              <a:ext cx="1023766" cy="1551785"/>
            </a:xfrm>
            <a:prstGeom prst="rect">
              <a:avLst/>
            </a:prstGeom>
            <a:solidFill>
              <a:schemeClr val="accent6">
                <a:lumMod val="75000"/>
                <a:alpha val="60000"/>
              </a:schemeClr>
            </a:solid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TextBox 11">
              <a:extLst>
                <a:ext uri="{FF2B5EF4-FFF2-40B4-BE49-F238E27FC236}">
                  <a16:creationId xmlns:a16="http://schemas.microsoft.com/office/drawing/2014/main" id="{BA6CE5BD-319B-A585-7BC5-D4B151AF4CED}"/>
                </a:ext>
              </a:extLst>
            </p:cNvPr>
            <p:cNvSpPr txBox="1"/>
            <p:nvPr/>
          </p:nvSpPr>
          <p:spPr>
            <a:xfrm>
              <a:off x="6704011" y="1540895"/>
              <a:ext cx="888422" cy="267088"/>
            </a:xfrm>
            <a:prstGeom prst="rect">
              <a:avLst/>
            </a:prstGeom>
            <a:noFill/>
          </p:spPr>
          <p:txBody>
            <a:bodyPr wrap="none" rtlCol="0">
              <a:spAutoFit/>
            </a:bodyPr>
            <a:lstStyle/>
            <a:p>
              <a:r>
                <a:rPr lang="en-GB" sz="11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Weak effect</a:t>
              </a:r>
            </a:p>
          </p:txBody>
        </p:sp>
        <p:sp>
          <p:nvSpPr>
            <p:cNvPr id="13" name="TextBox 12">
              <a:extLst>
                <a:ext uri="{FF2B5EF4-FFF2-40B4-BE49-F238E27FC236}">
                  <a16:creationId xmlns:a16="http://schemas.microsoft.com/office/drawing/2014/main" id="{033FDC22-4B66-4FEA-3C3A-6AC76819984A}"/>
                </a:ext>
              </a:extLst>
            </p:cNvPr>
            <p:cNvSpPr txBox="1"/>
            <p:nvPr/>
          </p:nvSpPr>
          <p:spPr>
            <a:xfrm>
              <a:off x="7515967" y="1541975"/>
              <a:ext cx="1338679" cy="466194"/>
            </a:xfrm>
            <a:prstGeom prst="rect">
              <a:avLst/>
            </a:prstGeom>
            <a:noFill/>
          </p:spPr>
          <p:txBody>
            <a:bodyPr wrap="square" rtlCol="0">
              <a:noAutofit/>
            </a:bodyPr>
            <a:lstStyle/>
            <a:p>
              <a:pPr algn="ctr"/>
              <a:r>
                <a:rPr lang="en-GB" sz="105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Moderate</a:t>
              </a:r>
            </a:p>
            <a:p>
              <a:pPr algn="ctr"/>
              <a:r>
                <a:rPr lang="en-GB" sz="105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effect</a:t>
              </a:r>
            </a:p>
          </p:txBody>
        </p:sp>
        <p:sp>
          <p:nvSpPr>
            <p:cNvPr id="14" name="TextBox 13">
              <a:extLst>
                <a:ext uri="{FF2B5EF4-FFF2-40B4-BE49-F238E27FC236}">
                  <a16:creationId xmlns:a16="http://schemas.microsoft.com/office/drawing/2014/main" id="{B893EB88-D471-A604-382E-5E1F3D0D6DFF}"/>
                </a:ext>
              </a:extLst>
            </p:cNvPr>
            <p:cNvSpPr txBox="1"/>
            <p:nvPr/>
          </p:nvSpPr>
          <p:spPr>
            <a:xfrm>
              <a:off x="8515005" y="1541254"/>
              <a:ext cx="1338679" cy="466194"/>
            </a:xfrm>
            <a:prstGeom prst="rect">
              <a:avLst/>
            </a:prstGeom>
            <a:noFill/>
          </p:spPr>
          <p:txBody>
            <a:bodyPr wrap="square" rtlCol="0">
              <a:noAutofit/>
            </a:bodyPr>
            <a:lstStyle/>
            <a:p>
              <a:pPr algn="ctr"/>
              <a:r>
                <a:rPr lang="en-GB" sz="11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Strong effect</a:t>
              </a:r>
            </a:p>
          </p:txBody>
        </p:sp>
      </p:grpSp>
      <p:grpSp>
        <p:nvGrpSpPr>
          <p:cNvPr id="27" name="Group 26">
            <a:extLst>
              <a:ext uri="{FF2B5EF4-FFF2-40B4-BE49-F238E27FC236}">
                <a16:creationId xmlns:a16="http://schemas.microsoft.com/office/drawing/2014/main" id="{01BD85D4-91EE-505B-95A4-8BE0BD27F75D}"/>
              </a:ext>
            </a:extLst>
          </p:cNvPr>
          <p:cNvGrpSpPr/>
          <p:nvPr/>
        </p:nvGrpSpPr>
        <p:grpSpPr>
          <a:xfrm>
            <a:off x="7602953" y="3557567"/>
            <a:ext cx="3912356" cy="2576832"/>
            <a:chOff x="5880480" y="3618525"/>
            <a:chExt cx="3912356" cy="2576832"/>
          </a:xfrm>
        </p:grpSpPr>
        <p:pic>
          <p:nvPicPr>
            <p:cNvPr id="5" name="Picture 4">
              <a:extLst>
                <a:ext uri="{FF2B5EF4-FFF2-40B4-BE49-F238E27FC236}">
                  <a16:creationId xmlns:a16="http://schemas.microsoft.com/office/drawing/2014/main" id="{94DDEFE4-A9A7-B87D-174E-E509772C3D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0480" y="3618525"/>
              <a:ext cx="3607565" cy="2576832"/>
            </a:xfrm>
            <a:prstGeom prst="rect">
              <a:avLst/>
            </a:prstGeom>
          </p:spPr>
        </p:pic>
        <p:sp>
          <p:nvSpPr>
            <p:cNvPr id="15" name="Rectangle 14">
              <a:extLst>
                <a:ext uri="{FF2B5EF4-FFF2-40B4-BE49-F238E27FC236}">
                  <a16:creationId xmlns:a16="http://schemas.microsoft.com/office/drawing/2014/main" id="{9C8EBDF9-9722-590F-56EC-B94A5811DFA2}"/>
                </a:ext>
              </a:extLst>
            </p:cNvPr>
            <p:cNvSpPr/>
            <p:nvPr/>
          </p:nvSpPr>
          <p:spPr>
            <a:xfrm>
              <a:off x="6643163" y="4071914"/>
              <a:ext cx="1023766" cy="1551785"/>
            </a:xfrm>
            <a:prstGeom prst="rect">
              <a:avLst/>
            </a:prstGeom>
            <a:solidFill>
              <a:schemeClr val="accent6">
                <a:lumMod val="75000"/>
                <a:alpha val="20000"/>
              </a:schemeClr>
            </a:solid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Rectangle 15">
              <a:extLst>
                <a:ext uri="{FF2B5EF4-FFF2-40B4-BE49-F238E27FC236}">
                  <a16:creationId xmlns:a16="http://schemas.microsoft.com/office/drawing/2014/main" id="{07E77339-7635-545F-2136-6CB1D20B38F0}"/>
                </a:ext>
              </a:extLst>
            </p:cNvPr>
            <p:cNvSpPr/>
            <p:nvPr/>
          </p:nvSpPr>
          <p:spPr>
            <a:xfrm>
              <a:off x="7671803" y="4071913"/>
              <a:ext cx="1023766" cy="1551785"/>
            </a:xfrm>
            <a:prstGeom prst="rect">
              <a:avLst/>
            </a:prstGeom>
            <a:solidFill>
              <a:schemeClr val="accent6">
                <a:lumMod val="75000"/>
                <a:alpha val="40000"/>
              </a:schemeClr>
            </a:solid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Rectangle 16">
              <a:extLst>
                <a:ext uri="{FF2B5EF4-FFF2-40B4-BE49-F238E27FC236}">
                  <a16:creationId xmlns:a16="http://schemas.microsoft.com/office/drawing/2014/main" id="{2C18D31A-4287-FC39-3EFB-6BE7F556ED33}"/>
                </a:ext>
              </a:extLst>
            </p:cNvPr>
            <p:cNvSpPr/>
            <p:nvPr/>
          </p:nvSpPr>
          <p:spPr>
            <a:xfrm>
              <a:off x="8695569" y="4071913"/>
              <a:ext cx="1023766" cy="1551785"/>
            </a:xfrm>
            <a:prstGeom prst="rect">
              <a:avLst/>
            </a:prstGeom>
            <a:solidFill>
              <a:schemeClr val="accent6">
                <a:lumMod val="75000"/>
                <a:alpha val="60000"/>
              </a:schemeClr>
            </a:solid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TextBox 17">
              <a:extLst>
                <a:ext uri="{FF2B5EF4-FFF2-40B4-BE49-F238E27FC236}">
                  <a16:creationId xmlns:a16="http://schemas.microsoft.com/office/drawing/2014/main" id="{DA9A042F-A66C-0522-4CF7-B77D526E0947}"/>
                </a:ext>
              </a:extLst>
            </p:cNvPr>
            <p:cNvSpPr txBox="1"/>
            <p:nvPr/>
          </p:nvSpPr>
          <p:spPr>
            <a:xfrm>
              <a:off x="6643163" y="4116566"/>
              <a:ext cx="888422" cy="267088"/>
            </a:xfrm>
            <a:prstGeom prst="rect">
              <a:avLst/>
            </a:prstGeom>
            <a:noFill/>
          </p:spPr>
          <p:txBody>
            <a:bodyPr wrap="none" rtlCol="0">
              <a:spAutoFit/>
            </a:bodyPr>
            <a:lstStyle/>
            <a:p>
              <a:r>
                <a:rPr lang="en-GB" sz="11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Weak effect</a:t>
              </a:r>
            </a:p>
          </p:txBody>
        </p:sp>
        <p:sp>
          <p:nvSpPr>
            <p:cNvPr id="19" name="TextBox 18">
              <a:extLst>
                <a:ext uri="{FF2B5EF4-FFF2-40B4-BE49-F238E27FC236}">
                  <a16:creationId xmlns:a16="http://schemas.microsoft.com/office/drawing/2014/main" id="{C3266BD5-2D4C-186B-6A49-D6315524B188}"/>
                </a:ext>
              </a:extLst>
            </p:cNvPr>
            <p:cNvSpPr txBox="1"/>
            <p:nvPr/>
          </p:nvSpPr>
          <p:spPr>
            <a:xfrm>
              <a:off x="7455119" y="4117646"/>
              <a:ext cx="1338679" cy="466194"/>
            </a:xfrm>
            <a:prstGeom prst="rect">
              <a:avLst/>
            </a:prstGeom>
            <a:noFill/>
          </p:spPr>
          <p:txBody>
            <a:bodyPr wrap="square" rtlCol="0">
              <a:noAutofit/>
            </a:bodyPr>
            <a:lstStyle/>
            <a:p>
              <a:pPr algn="ctr"/>
              <a:r>
                <a:rPr lang="en-GB" sz="105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Moderate</a:t>
              </a:r>
            </a:p>
            <a:p>
              <a:pPr algn="ctr"/>
              <a:r>
                <a:rPr lang="en-GB" sz="105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effect</a:t>
              </a:r>
            </a:p>
          </p:txBody>
        </p:sp>
        <p:sp>
          <p:nvSpPr>
            <p:cNvPr id="20" name="TextBox 19">
              <a:extLst>
                <a:ext uri="{FF2B5EF4-FFF2-40B4-BE49-F238E27FC236}">
                  <a16:creationId xmlns:a16="http://schemas.microsoft.com/office/drawing/2014/main" id="{899090A6-9DA6-999D-D2E0-0A9523F08106}"/>
                </a:ext>
              </a:extLst>
            </p:cNvPr>
            <p:cNvSpPr txBox="1"/>
            <p:nvPr/>
          </p:nvSpPr>
          <p:spPr>
            <a:xfrm>
              <a:off x="8454157" y="4116925"/>
              <a:ext cx="1338679" cy="466194"/>
            </a:xfrm>
            <a:prstGeom prst="rect">
              <a:avLst/>
            </a:prstGeom>
            <a:noFill/>
          </p:spPr>
          <p:txBody>
            <a:bodyPr wrap="square" rtlCol="0">
              <a:noAutofit/>
            </a:bodyPr>
            <a:lstStyle/>
            <a:p>
              <a:pPr algn="ctr"/>
              <a:r>
                <a:rPr lang="en-GB" sz="11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Strong effect</a:t>
              </a:r>
            </a:p>
          </p:txBody>
        </p:sp>
      </p:grpSp>
      <p:sp>
        <p:nvSpPr>
          <p:cNvPr id="21" name="TextBox 20">
            <a:extLst>
              <a:ext uri="{FF2B5EF4-FFF2-40B4-BE49-F238E27FC236}">
                <a16:creationId xmlns:a16="http://schemas.microsoft.com/office/drawing/2014/main" id="{53E5D1AD-5326-C66A-9028-DADA9BCD1432}"/>
              </a:ext>
            </a:extLst>
          </p:cNvPr>
          <p:cNvSpPr txBox="1"/>
          <p:nvPr/>
        </p:nvSpPr>
        <p:spPr>
          <a:xfrm>
            <a:off x="8294396" y="5843066"/>
            <a:ext cx="3221505" cy="267088"/>
          </a:xfrm>
          <a:prstGeom prst="rect">
            <a:avLst/>
          </a:prstGeom>
          <a:noFill/>
        </p:spPr>
        <p:txBody>
          <a:bodyPr wrap="none" rtlCol="0">
            <a:spAutoFit/>
          </a:bodyPr>
          <a:lstStyle/>
          <a:p>
            <a:r>
              <a:rPr lang="en-GB" sz="1100" dirty="0">
                <a:solidFill>
                  <a:schemeClr val="tx1">
                    <a:lumMod val="65000"/>
                    <a:lumOff val="35000"/>
                  </a:schemeClr>
                </a:solidFill>
                <a:latin typeface="Times New Roman" panose="02020603050405020304" pitchFamily="18" charset="0"/>
                <a:cs typeface="Times New Roman" panose="02020603050405020304" pitchFamily="18" charset="0"/>
              </a:rPr>
              <a:t>Pre-bronchodilator FEV1 change from baseline (mL)</a:t>
            </a:r>
          </a:p>
        </p:txBody>
      </p:sp>
      <p:sp>
        <p:nvSpPr>
          <p:cNvPr id="23" name="Title 1">
            <a:extLst>
              <a:ext uri="{FF2B5EF4-FFF2-40B4-BE49-F238E27FC236}">
                <a16:creationId xmlns:a16="http://schemas.microsoft.com/office/drawing/2014/main" id="{B912E1DA-059C-8490-CD1C-8FB01A789080}"/>
              </a:ext>
            </a:extLst>
          </p:cNvPr>
          <p:cNvSpPr txBox="1">
            <a:spLocks/>
          </p:cNvSpPr>
          <p:nvPr/>
        </p:nvSpPr>
        <p:spPr>
          <a:xfrm>
            <a:off x="838200" y="365126"/>
            <a:ext cx="10515600" cy="602284"/>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accent6">
                    <a:lumMod val="75000"/>
                  </a:schemeClr>
                </a:solidFill>
              </a:rPr>
              <a:t>Sampling and Inference</a:t>
            </a:r>
          </a:p>
        </p:txBody>
      </p:sp>
      <p:sp>
        <p:nvSpPr>
          <p:cNvPr id="24" name="TextBox 23">
            <a:extLst>
              <a:ext uri="{FF2B5EF4-FFF2-40B4-BE49-F238E27FC236}">
                <a16:creationId xmlns:a16="http://schemas.microsoft.com/office/drawing/2014/main" id="{E7477FB2-A118-840E-1AB6-C865A0A21B0C}"/>
              </a:ext>
            </a:extLst>
          </p:cNvPr>
          <p:cNvSpPr txBox="1"/>
          <p:nvPr/>
        </p:nvSpPr>
        <p:spPr>
          <a:xfrm>
            <a:off x="836086" y="1078674"/>
            <a:ext cx="2609974" cy="369332"/>
          </a:xfrm>
          <a:prstGeom prst="rect">
            <a:avLst/>
          </a:prstGeom>
          <a:noFill/>
        </p:spPr>
        <p:txBody>
          <a:bodyPr wrap="square">
            <a:spAutoFit/>
          </a:bodyPr>
          <a:lstStyle/>
          <a:p>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What about p-values?</a:t>
            </a:r>
          </a:p>
        </p:txBody>
      </p:sp>
      <p:sp>
        <p:nvSpPr>
          <p:cNvPr id="26" name="TextBox 25">
            <a:extLst>
              <a:ext uri="{FF2B5EF4-FFF2-40B4-BE49-F238E27FC236}">
                <a16:creationId xmlns:a16="http://schemas.microsoft.com/office/drawing/2014/main" id="{252D6A11-E481-F173-86C2-A4DAA094836E}"/>
              </a:ext>
            </a:extLst>
          </p:cNvPr>
          <p:cNvSpPr txBox="1"/>
          <p:nvPr/>
        </p:nvSpPr>
        <p:spPr>
          <a:xfrm>
            <a:off x="848764" y="1456346"/>
            <a:ext cx="6754189" cy="2062103"/>
          </a:xfrm>
          <a:prstGeom prst="rect">
            <a:avLst/>
          </a:prstGeom>
          <a:noFill/>
        </p:spPr>
        <p:txBody>
          <a:bodyPr wrap="square">
            <a:spAutoFit/>
          </a:bodyPr>
          <a:lstStyle/>
          <a:p>
            <a:pPr>
              <a:buNone/>
            </a:pPr>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A </a:t>
            </a:r>
            <a:r>
              <a:rPr lang="en-GB" sz="16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p-value</a:t>
            </a:r>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 is a measure of how surprising your study results would be </a:t>
            </a:r>
            <a:r>
              <a:rPr lang="en-GB" sz="16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if the treatment truly had no effect.</a:t>
            </a:r>
          </a:p>
          <a:p>
            <a:pPr>
              <a:buNone/>
            </a:pPr>
            <a:endPar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a:p>
            <a:pPr>
              <a:buNone/>
            </a:pPr>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A small p-value means the results would be unlikely to occur just by chance, and therefore provide evidence </a:t>
            </a:r>
            <a:r>
              <a:rPr lang="en-GB" sz="16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against</a:t>
            </a:r>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 the “no effect” assumption.</a:t>
            </a:r>
          </a:p>
          <a:p>
            <a:pPr>
              <a:buNone/>
            </a:pPr>
            <a:endPar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a:p>
            <a:pPr>
              <a:buNone/>
            </a:pPr>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It does </a:t>
            </a:r>
            <a:r>
              <a:rPr lang="en-GB" sz="1600" i="1"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not</a:t>
            </a:r>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 tell you the size or importance of the effect, nor the probability that the treatment works.</a:t>
            </a:r>
          </a:p>
        </p:txBody>
      </p:sp>
      <p:sp>
        <p:nvSpPr>
          <p:cNvPr id="28" name="TextBox 27">
            <a:extLst>
              <a:ext uri="{FF2B5EF4-FFF2-40B4-BE49-F238E27FC236}">
                <a16:creationId xmlns:a16="http://schemas.microsoft.com/office/drawing/2014/main" id="{FC30BF7E-E655-414A-DBDE-EE0047ECF089}"/>
              </a:ext>
            </a:extLst>
          </p:cNvPr>
          <p:cNvSpPr txBox="1"/>
          <p:nvPr/>
        </p:nvSpPr>
        <p:spPr>
          <a:xfrm>
            <a:off x="848764" y="3604377"/>
            <a:ext cx="6691810" cy="1569660"/>
          </a:xfrm>
          <a:prstGeom prst="rect">
            <a:avLst/>
          </a:prstGeom>
          <a:noFill/>
          <a:ln w="6350">
            <a:solidFill>
              <a:schemeClr val="tx1">
                <a:lumMod val="65000"/>
                <a:lumOff val="35000"/>
              </a:schemeClr>
            </a:solidFill>
          </a:ln>
        </p:spPr>
        <p:txBody>
          <a:bodyPr wrap="square">
            <a:spAutoFit/>
          </a:bodyPr>
          <a:lstStyle/>
          <a:p>
            <a:pPr>
              <a:buNone/>
            </a:pPr>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p-values should be treated with caution, as they encourage </a:t>
            </a:r>
            <a:r>
              <a:rPr lang="en-GB" sz="16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dichotomous thinking</a:t>
            </a:r>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 (“the drug works” vs. the “drug doesn’t work”). They should always be interpreted in conjunction with the CI.</a:t>
            </a:r>
          </a:p>
          <a:p>
            <a:pPr>
              <a:buNone/>
            </a:pPr>
            <a:endPar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a:p>
            <a:pPr>
              <a:buNone/>
            </a:pPr>
            <a:r>
              <a:rPr lang="en-GB" sz="16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In the upper example, the CI includes values that may be too small to be clinically meaningful, although the results are “statistically significant”.</a:t>
            </a:r>
          </a:p>
        </p:txBody>
      </p:sp>
      <p:sp>
        <p:nvSpPr>
          <p:cNvPr id="29" name="TextBox 28">
            <a:extLst>
              <a:ext uri="{FF2B5EF4-FFF2-40B4-BE49-F238E27FC236}">
                <a16:creationId xmlns:a16="http://schemas.microsoft.com/office/drawing/2014/main" id="{05FE4982-0E70-4BAA-FB02-54913325F578}"/>
              </a:ext>
            </a:extLst>
          </p:cNvPr>
          <p:cNvSpPr txBox="1"/>
          <p:nvPr/>
        </p:nvSpPr>
        <p:spPr>
          <a:xfrm>
            <a:off x="8515817" y="2476300"/>
            <a:ext cx="731132" cy="276999"/>
          </a:xfrm>
          <a:prstGeom prst="rect">
            <a:avLst/>
          </a:prstGeom>
          <a:noFill/>
        </p:spPr>
        <p:txBody>
          <a:bodyPr wrap="square">
            <a:spAutoFit/>
          </a:bodyPr>
          <a:lstStyle/>
          <a:p>
            <a:r>
              <a:rPr lang="en-GB" sz="12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p &lt; 0.05</a:t>
            </a:r>
          </a:p>
        </p:txBody>
      </p:sp>
      <p:sp>
        <p:nvSpPr>
          <p:cNvPr id="30" name="TextBox 29">
            <a:extLst>
              <a:ext uri="{FF2B5EF4-FFF2-40B4-BE49-F238E27FC236}">
                <a16:creationId xmlns:a16="http://schemas.microsoft.com/office/drawing/2014/main" id="{25BA6439-3B3C-2B5C-5EB9-32F8A820322F}"/>
              </a:ext>
            </a:extLst>
          </p:cNvPr>
          <p:cNvSpPr txBox="1"/>
          <p:nvPr/>
        </p:nvSpPr>
        <p:spPr>
          <a:xfrm>
            <a:off x="8564915" y="4904311"/>
            <a:ext cx="731132" cy="276999"/>
          </a:xfrm>
          <a:prstGeom prst="rect">
            <a:avLst/>
          </a:prstGeom>
          <a:noFill/>
        </p:spPr>
        <p:txBody>
          <a:bodyPr wrap="square">
            <a:spAutoFit/>
          </a:bodyPr>
          <a:lstStyle/>
          <a:p>
            <a:r>
              <a:rPr lang="en-GB" sz="1200"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p &gt; 0.05</a:t>
            </a:r>
          </a:p>
        </p:txBody>
      </p:sp>
    </p:spTree>
    <p:extLst>
      <p:ext uri="{BB962C8B-B14F-4D97-AF65-F5344CB8AC3E}">
        <p14:creationId xmlns:p14="http://schemas.microsoft.com/office/powerpoint/2010/main" val="20216990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2C14FCD-CE55-96BA-1852-9E29E2F422BB}"/>
              </a:ext>
            </a:extLst>
          </p:cNvPr>
          <p:cNvPicPr>
            <a:picLocks noChangeAspect="1"/>
          </p:cNvPicPr>
          <p:nvPr/>
        </p:nvPicPr>
        <p:blipFill>
          <a:blip r:embed="rId2"/>
          <a:stretch>
            <a:fillRect/>
          </a:stretch>
        </p:blipFill>
        <p:spPr>
          <a:xfrm>
            <a:off x="315038" y="1087788"/>
            <a:ext cx="3922592" cy="5483610"/>
          </a:xfrm>
          <a:prstGeom prst="rect">
            <a:avLst/>
          </a:prstGeom>
          <a:ln w="3175">
            <a:solidFill>
              <a:schemeClr val="tx1"/>
            </a:solidFill>
          </a:ln>
        </p:spPr>
      </p:pic>
      <p:sp>
        <p:nvSpPr>
          <p:cNvPr id="13" name="Title 1">
            <a:extLst>
              <a:ext uri="{FF2B5EF4-FFF2-40B4-BE49-F238E27FC236}">
                <a16:creationId xmlns:a16="http://schemas.microsoft.com/office/drawing/2014/main" id="{9C798C78-04E9-11CD-7D6C-182B6EDF6A73}"/>
              </a:ext>
            </a:extLst>
          </p:cNvPr>
          <p:cNvSpPr txBox="1">
            <a:spLocks/>
          </p:cNvSpPr>
          <p:nvPr/>
        </p:nvSpPr>
        <p:spPr>
          <a:xfrm>
            <a:off x="838200" y="365126"/>
            <a:ext cx="10515600" cy="602284"/>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accent6">
                    <a:lumMod val="75000"/>
                  </a:schemeClr>
                </a:solidFill>
              </a:rPr>
              <a:t>Sampling and Inference</a:t>
            </a:r>
          </a:p>
        </p:txBody>
      </p:sp>
      <p:pic>
        <p:nvPicPr>
          <p:cNvPr id="3" name="Picture 2">
            <a:extLst>
              <a:ext uri="{FF2B5EF4-FFF2-40B4-BE49-F238E27FC236}">
                <a16:creationId xmlns:a16="http://schemas.microsoft.com/office/drawing/2014/main" id="{E0F90981-8310-CC6F-E6C6-D1347D3525D5}"/>
              </a:ext>
            </a:extLst>
          </p:cNvPr>
          <p:cNvPicPr>
            <a:picLocks noChangeAspect="1"/>
          </p:cNvPicPr>
          <p:nvPr/>
        </p:nvPicPr>
        <p:blipFill>
          <a:blip r:embed="rId3"/>
          <a:stretch>
            <a:fillRect/>
          </a:stretch>
        </p:blipFill>
        <p:spPr>
          <a:xfrm>
            <a:off x="4569847" y="4169438"/>
            <a:ext cx="5371173" cy="2401960"/>
          </a:xfrm>
          <a:prstGeom prst="rect">
            <a:avLst/>
          </a:prstGeom>
          <a:ln w="3175">
            <a:solidFill>
              <a:schemeClr val="tx1">
                <a:lumMod val="65000"/>
                <a:lumOff val="35000"/>
              </a:schemeClr>
            </a:solidFill>
          </a:ln>
        </p:spPr>
      </p:pic>
      <p:pic>
        <p:nvPicPr>
          <p:cNvPr id="8" name="Picture 7">
            <a:extLst>
              <a:ext uri="{FF2B5EF4-FFF2-40B4-BE49-F238E27FC236}">
                <a16:creationId xmlns:a16="http://schemas.microsoft.com/office/drawing/2014/main" id="{C54EF227-167A-A9B3-1642-2AF0254AC57D}"/>
              </a:ext>
            </a:extLst>
          </p:cNvPr>
          <p:cNvPicPr>
            <a:picLocks noChangeAspect="1"/>
          </p:cNvPicPr>
          <p:nvPr/>
        </p:nvPicPr>
        <p:blipFill>
          <a:blip r:embed="rId4"/>
          <a:stretch>
            <a:fillRect/>
          </a:stretch>
        </p:blipFill>
        <p:spPr>
          <a:xfrm>
            <a:off x="4585855" y="1918563"/>
            <a:ext cx="5902851" cy="1982763"/>
          </a:xfrm>
          <a:prstGeom prst="rect">
            <a:avLst/>
          </a:prstGeom>
          <a:noFill/>
          <a:ln w="3175">
            <a:noFill/>
          </a:ln>
        </p:spPr>
      </p:pic>
      <p:sp>
        <p:nvSpPr>
          <p:cNvPr id="9" name="TextBox 8">
            <a:extLst>
              <a:ext uri="{FF2B5EF4-FFF2-40B4-BE49-F238E27FC236}">
                <a16:creationId xmlns:a16="http://schemas.microsoft.com/office/drawing/2014/main" id="{D605D3F4-9687-6EB0-9C59-6F37F22BE9AB}"/>
              </a:ext>
            </a:extLst>
          </p:cNvPr>
          <p:cNvSpPr txBox="1"/>
          <p:nvPr/>
        </p:nvSpPr>
        <p:spPr>
          <a:xfrm>
            <a:off x="4569847" y="1093379"/>
            <a:ext cx="5918859" cy="646331"/>
          </a:xfrm>
          <a:prstGeom prst="rect">
            <a:avLst/>
          </a:prstGeom>
          <a:noFill/>
        </p:spPr>
        <p:txBody>
          <a:bodyPr wrap="square">
            <a:spAutoFit/>
          </a:bodyPr>
          <a:lstStyle/>
          <a:p>
            <a:r>
              <a:rPr lang="en-GB"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Case Study: </a:t>
            </a:r>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Effect of dupilumab versus placebo on mean change from baseline in prebronchodilator FEV</a:t>
            </a:r>
            <a:r>
              <a:rPr lang="en-GB" baseline="-250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1</a:t>
            </a:r>
            <a:r>
              <a:rPr lang="en-GB"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 at week 12</a:t>
            </a:r>
            <a:endParaRPr lang="en-GB" dirty="0"/>
          </a:p>
        </p:txBody>
      </p:sp>
      <p:sp>
        <p:nvSpPr>
          <p:cNvPr id="10" name="Rectangle 9">
            <a:extLst>
              <a:ext uri="{FF2B5EF4-FFF2-40B4-BE49-F238E27FC236}">
                <a16:creationId xmlns:a16="http://schemas.microsoft.com/office/drawing/2014/main" id="{F8A991EC-E103-C104-53EF-7DC80A081C51}"/>
              </a:ext>
            </a:extLst>
          </p:cNvPr>
          <p:cNvSpPr/>
          <p:nvPr/>
        </p:nvSpPr>
        <p:spPr>
          <a:xfrm>
            <a:off x="4772167" y="3780430"/>
            <a:ext cx="5618329" cy="120896"/>
          </a:xfrm>
          <a:prstGeom prst="rect">
            <a:avLst/>
          </a:prstGeom>
          <a:solidFill>
            <a:srgbClr val="FF0000">
              <a:alpha val="10000"/>
            </a:srgbClr>
          </a:solidFill>
          <a:ln w="31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E81BFD64-08CE-C767-FBE5-1CA6E084431A}"/>
              </a:ext>
            </a:extLst>
          </p:cNvPr>
          <p:cNvSpPr/>
          <p:nvPr/>
        </p:nvSpPr>
        <p:spPr>
          <a:xfrm>
            <a:off x="4585855" y="1918563"/>
            <a:ext cx="5902851" cy="2034738"/>
          </a:xfrm>
          <a:prstGeom prst="rect">
            <a:avLst/>
          </a:prstGeom>
          <a:noFill/>
          <a:ln w="31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36274025"/>
      </p:ext>
    </p:extLst>
  </p:cSld>
  <p:clrMapOvr>
    <a:masterClrMapping/>
  </p:clrMapOvr>
</p:sld>
</file>

<file path=ppt/theme/theme1.xml><?xml version="1.0" encoding="utf-8"?>
<a:theme xmlns:a="http://schemas.openxmlformats.org/drawingml/2006/main" name="Office Theme">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Garamond-Trebuchet MS">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FB8BAB08-8DC6-4F3E-99C5-91AB5A800078}" vid="{96E1BFF0-080F-43B6-8154-0DDAE3D4E8F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3574</TotalTime>
  <Words>3040</Words>
  <Application>Microsoft Office PowerPoint</Application>
  <PresentationFormat>Widescreen</PresentationFormat>
  <Paragraphs>336</Paragraphs>
  <Slides>20</Slides>
  <Notes>10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Aptos</vt:lpstr>
      <vt:lpstr>Aptos Narrow</vt:lpstr>
      <vt:lpstr>Arial</vt:lpstr>
      <vt:lpstr>Arial Narrow</vt:lpstr>
      <vt:lpstr>Calibri</vt:lpstr>
      <vt:lpstr>Cambria Math</vt:lpstr>
      <vt:lpstr>Garamond</vt:lpstr>
      <vt:lpstr>Times New Roman</vt:lpstr>
      <vt:lpstr>Trebuchet MS</vt:lpstr>
      <vt:lpstr>Office Theme</vt:lpstr>
      <vt:lpstr>Sampling and Inference</vt:lpstr>
      <vt:lpstr>PowerPoint Presentation</vt:lpstr>
      <vt:lpstr>Estimands, Estimators and Estimates</vt:lpstr>
      <vt:lpstr>Estimands, Estimators and Estimates</vt:lpstr>
      <vt:lpstr>Estimands, Estimators and Estimates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Steve Mallett</dc:creator>
  <cp:lastModifiedBy>Steve Mallett</cp:lastModifiedBy>
  <cp:revision>26</cp:revision>
  <dcterms:created xsi:type="dcterms:W3CDTF">2025-11-28T09:42:27Z</dcterms:created>
  <dcterms:modified xsi:type="dcterms:W3CDTF">2026-01-11T14:45:07Z</dcterms:modified>
</cp:coreProperties>
</file>