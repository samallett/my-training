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263" r:id="rId3"/>
    <p:sldId id="269" r:id="rId4"/>
    <p:sldId id="261" r:id="rId5"/>
    <p:sldId id="262" r:id="rId6"/>
    <p:sldId id="266" r:id="rId7"/>
    <p:sldId id="267" r:id="rId8"/>
    <p:sldId id="268" r:id="rId9"/>
    <p:sldId id="271" r:id="rId10"/>
    <p:sldId id="270" r:id="rId11"/>
    <p:sldId id="273" r:id="rId12"/>
    <p:sldId id="278" r:id="rId13"/>
    <p:sldId id="283" r:id="rId14"/>
    <p:sldId id="279" r:id="rId15"/>
    <p:sldId id="282" r:id="rId16"/>
    <p:sldId id="286" r:id="rId17"/>
    <p:sldId id="287" r:id="rId18"/>
    <p:sldId id="288" r:id="rId19"/>
    <p:sldId id="284"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D36B"/>
    <a:srgbClr val="FCF7E4"/>
    <a:srgbClr val="FFF5E9"/>
    <a:srgbClr val="FF0000"/>
    <a:srgbClr val="ABBA74"/>
    <a:srgbClr val="A1B262"/>
    <a:srgbClr val="CFD8B0"/>
    <a:srgbClr val="FCF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690A62-0227-4EC4-8B71-22279558FF1E}" v="448" dt="2025-12-19T15:26:13.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7" d="100"/>
          <a:sy n="147" d="100"/>
        </p:scale>
        <p:origin x="66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Mallett" userId="b425f3ce11035ade" providerId="LiveId" clId="{44F0D983-BCF1-421B-AB65-D04D21F55327}"/>
    <pc:docChg chg="undo redo custSel addSld delSld modSld sldOrd addMainMaster delMainMaster modMainMaster">
      <pc:chgData name="Steve Mallett" userId="b425f3ce11035ade" providerId="LiveId" clId="{44F0D983-BCF1-421B-AB65-D04D21F55327}" dt="2025-12-19T15:26:29.436" v="20092" actId="20577"/>
      <pc:docMkLst>
        <pc:docMk/>
      </pc:docMkLst>
      <pc:sldChg chg="modSp mod setBg">
        <pc:chgData name="Steve Mallett" userId="b425f3ce11035ade" providerId="LiveId" clId="{44F0D983-BCF1-421B-AB65-D04D21F55327}" dt="2025-12-19T10:57:07.485" v="18478" actId="20577"/>
        <pc:sldMkLst>
          <pc:docMk/>
          <pc:sldMk cId="3180485899" sldId="260"/>
        </pc:sldMkLst>
        <pc:spChg chg="mod">
          <ac:chgData name="Steve Mallett" userId="b425f3ce11035ade" providerId="LiveId" clId="{44F0D983-BCF1-421B-AB65-D04D21F55327}" dt="2025-12-08T14:29:15.842" v="5438" actId="947"/>
          <ac:spMkLst>
            <pc:docMk/>
            <pc:sldMk cId="3180485899" sldId="260"/>
            <ac:spMk id="2" creationId="{4D8B1438-FCB6-EB43-5EC4-06DAD2FF1054}"/>
          </ac:spMkLst>
        </pc:spChg>
        <pc:spChg chg="mod">
          <ac:chgData name="Steve Mallett" userId="b425f3ce11035ade" providerId="LiveId" clId="{44F0D983-BCF1-421B-AB65-D04D21F55327}" dt="2025-12-19T10:57:07.485" v="18478" actId="20577"/>
          <ac:spMkLst>
            <pc:docMk/>
            <pc:sldMk cId="3180485899" sldId="260"/>
            <ac:spMk id="3" creationId="{1F431469-EEDD-F494-7C38-EEA344BA6AD2}"/>
          </ac:spMkLst>
        </pc:spChg>
      </pc:sldChg>
      <pc:sldChg chg="addSp delSp modSp add mod">
        <pc:chgData name="Steve Mallett" userId="b425f3ce11035ade" providerId="LiveId" clId="{44F0D983-BCF1-421B-AB65-D04D21F55327}" dt="2025-12-01T13:02:25.651" v="2824" actId="20577"/>
        <pc:sldMkLst>
          <pc:docMk/>
          <pc:sldMk cId="1202728397" sldId="261"/>
        </pc:sldMkLst>
        <pc:spChg chg="mod">
          <ac:chgData name="Steve Mallett" userId="b425f3ce11035ade" providerId="LiveId" clId="{44F0D983-BCF1-421B-AB65-D04D21F55327}" dt="2025-12-01T12:10:01.935" v="1471" actId="27636"/>
          <ac:spMkLst>
            <pc:docMk/>
            <pc:sldMk cId="1202728397" sldId="261"/>
            <ac:spMk id="2" creationId="{BFBE6CA3-6B1A-8684-4162-3DD99F1889F5}"/>
          </ac:spMkLst>
        </pc:spChg>
        <pc:spChg chg="mod">
          <ac:chgData name="Steve Mallett" userId="b425f3ce11035ade" providerId="LiveId" clId="{44F0D983-BCF1-421B-AB65-D04D21F55327}" dt="2025-11-28T17:04:56.003" v="522" actId="6549"/>
          <ac:spMkLst>
            <pc:docMk/>
            <pc:sldMk cId="1202728397" sldId="261"/>
            <ac:spMk id="3" creationId="{779958BD-3559-40B4-93E0-B944438D80C2}"/>
          </ac:spMkLst>
        </pc:spChg>
        <pc:spChg chg="add mod topLvl">
          <ac:chgData name="Steve Mallett" userId="b425f3ce11035ade" providerId="LiveId" clId="{44F0D983-BCF1-421B-AB65-D04D21F55327}" dt="2025-11-28T17:06:38.162" v="567" actId="165"/>
          <ac:spMkLst>
            <pc:docMk/>
            <pc:sldMk cId="1202728397" sldId="261"/>
            <ac:spMk id="4" creationId="{F0B0DAD5-984E-99BC-37E6-964D2EDA53FE}"/>
          </ac:spMkLst>
        </pc:spChg>
        <pc:spChg chg="add mod topLvl">
          <ac:chgData name="Steve Mallett" userId="b425f3ce11035ade" providerId="LiveId" clId="{44F0D983-BCF1-421B-AB65-D04D21F55327}" dt="2025-11-28T17:06:38.162" v="567" actId="165"/>
          <ac:spMkLst>
            <pc:docMk/>
            <pc:sldMk cId="1202728397" sldId="261"/>
            <ac:spMk id="6" creationId="{B370B8CE-1435-7D33-CE4C-0D12E2C335B6}"/>
          </ac:spMkLst>
        </pc:spChg>
        <pc:spChg chg="add mod topLvl">
          <ac:chgData name="Steve Mallett" userId="b425f3ce11035ade" providerId="LiveId" clId="{44F0D983-BCF1-421B-AB65-D04D21F55327}" dt="2025-12-01T12:31:04.080" v="1581" actId="6549"/>
          <ac:spMkLst>
            <pc:docMk/>
            <pc:sldMk cId="1202728397" sldId="261"/>
            <ac:spMk id="7" creationId="{AFB5A97A-0FC6-D2AE-7E48-DE5FABD98C58}"/>
          </ac:spMkLst>
        </pc:spChg>
        <pc:spChg chg="add mod topLvl">
          <ac:chgData name="Steve Mallett" userId="b425f3ce11035ade" providerId="LiveId" clId="{44F0D983-BCF1-421B-AB65-D04D21F55327}" dt="2025-11-28T17:06:38.162" v="567" actId="165"/>
          <ac:spMkLst>
            <pc:docMk/>
            <pc:sldMk cId="1202728397" sldId="261"/>
            <ac:spMk id="10" creationId="{5A1EC803-5046-4870-B6EF-8C4F7EF253D2}"/>
          </ac:spMkLst>
        </pc:spChg>
        <pc:spChg chg="add mod">
          <ac:chgData name="Steve Mallett" userId="b425f3ce11035ade" providerId="LiveId" clId="{44F0D983-BCF1-421B-AB65-D04D21F55327}" dt="2025-11-28T17:06:38.162" v="567" actId="165"/>
          <ac:spMkLst>
            <pc:docMk/>
            <pc:sldMk cId="1202728397" sldId="261"/>
            <ac:spMk id="12" creationId="{E3D8DFE8-EB67-9366-6B7B-39B794413B24}"/>
          </ac:spMkLst>
        </pc:spChg>
        <pc:spChg chg="add mod">
          <ac:chgData name="Steve Mallett" userId="b425f3ce11035ade" providerId="LiveId" clId="{44F0D983-BCF1-421B-AB65-D04D21F55327}" dt="2025-11-28T17:06:38.162" v="567" actId="165"/>
          <ac:spMkLst>
            <pc:docMk/>
            <pc:sldMk cId="1202728397" sldId="261"/>
            <ac:spMk id="13" creationId="{AE417A4D-4AAA-4C7B-9375-946AEE559C39}"/>
          </ac:spMkLst>
        </pc:spChg>
        <pc:spChg chg="add mod">
          <ac:chgData name="Steve Mallett" userId="b425f3ce11035ade" providerId="LiveId" clId="{44F0D983-BCF1-421B-AB65-D04D21F55327}" dt="2025-11-28T17:06:38.162" v="567" actId="165"/>
          <ac:spMkLst>
            <pc:docMk/>
            <pc:sldMk cId="1202728397" sldId="261"/>
            <ac:spMk id="15" creationId="{A895E5B5-5F85-DAC7-BF37-3D0153CFAC49}"/>
          </ac:spMkLst>
        </pc:spChg>
        <pc:spChg chg="add mod">
          <ac:chgData name="Steve Mallett" userId="b425f3ce11035ade" providerId="LiveId" clId="{44F0D983-BCF1-421B-AB65-D04D21F55327}" dt="2025-11-28T17:06:38.162" v="567" actId="165"/>
          <ac:spMkLst>
            <pc:docMk/>
            <pc:sldMk cId="1202728397" sldId="261"/>
            <ac:spMk id="17" creationId="{324E21E1-7A30-24B7-4F2C-75E1E2C81218}"/>
          </ac:spMkLst>
        </pc:spChg>
        <pc:spChg chg="add mod">
          <ac:chgData name="Steve Mallett" userId="b425f3ce11035ade" providerId="LiveId" clId="{44F0D983-BCF1-421B-AB65-D04D21F55327}" dt="2025-11-28T17:06:38.162" v="567" actId="165"/>
          <ac:spMkLst>
            <pc:docMk/>
            <pc:sldMk cId="1202728397" sldId="261"/>
            <ac:spMk id="18" creationId="{6ABC1CAF-004C-C236-899E-C479B9304628}"/>
          </ac:spMkLst>
        </pc:spChg>
        <pc:spChg chg="add mod">
          <ac:chgData name="Steve Mallett" userId="b425f3ce11035ade" providerId="LiveId" clId="{44F0D983-BCF1-421B-AB65-D04D21F55327}" dt="2025-11-28T17:06:38.162" v="567" actId="165"/>
          <ac:spMkLst>
            <pc:docMk/>
            <pc:sldMk cId="1202728397" sldId="261"/>
            <ac:spMk id="23" creationId="{B3343EAE-BC2F-7FB4-7891-1565A5F7452A}"/>
          </ac:spMkLst>
        </pc:spChg>
        <pc:spChg chg="add mod">
          <ac:chgData name="Steve Mallett" userId="b425f3ce11035ade" providerId="LiveId" clId="{44F0D983-BCF1-421B-AB65-D04D21F55327}" dt="2025-12-01T13:02:25.651" v="2824" actId="20577"/>
          <ac:spMkLst>
            <pc:docMk/>
            <pc:sldMk cId="1202728397" sldId="261"/>
            <ac:spMk id="42" creationId="{C32E6FDF-5C3B-797C-AAD2-DB649FAF2F52}"/>
          </ac:spMkLst>
        </pc:spChg>
        <pc:grpChg chg="mod">
          <ac:chgData name="Steve Mallett" userId="b425f3ce11035ade" providerId="LiveId" clId="{44F0D983-BCF1-421B-AB65-D04D21F55327}" dt="2025-11-28T16:54:13.531" v="108" actId="164"/>
          <ac:grpSpMkLst>
            <pc:docMk/>
            <pc:sldMk cId="1202728397" sldId="261"/>
            <ac:grpSpMk id="5" creationId="{8CEC6E29-0D16-5209-C49F-D25E6F422FC1}"/>
          </ac:grpSpMkLst>
        </pc:grpChg>
        <pc:grpChg chg="mod">
          <ac:chgData name="Steve Mallett" userId="b425f3ce11035ade" providerId="LiveId" clId="{44F0D983-BCF1-421B-AB65-D04D21F55327}" dt="2025-11-28T16:54:13.531" v="108" actId="164"/>
          <ac:grpSpMkLst>
            <pc:docMk/>
            <pc:sldMk cId="1202728397" sldId="261"/>
            <ac:grpSpMk id="8" creationId="{6B78E7DA-E47B-C339-1A12-666A59B39B13}"/>
          </ac:grpSpMkLst>
        </pc:grpChg>
        <pc:grpChg chg="mod">
          <ac:chgData name="Steve Mallett" userId="b425f3ce11035ade" providerId="LiveId" clId="{44F0D983-BCF1-421B-AB65-D04D21F55327}" dt="2025-11-28T16:54:13.531" v="108" actId="164"/>
          <ac:grpSpMkLst>
            <pc:docMk/>
            <pc:sldMk cId="1202728397" sldId="261"/>
            <ac:grpSpMk id="9" creationId="{B9CEB2E4-AA44-D595-7431-F71FB0460217}"/>
          </ac:grpSpMkLst>
        </pc:grpChg>
        <pc:picChg chg="mod">
          <ac:chgData name="Steve Mallett" userId="b425f3ce11035ade" providerId="LiveId" clId="{44F0D983-BCF1-421B-AB65-D04D21F55327}" dt="2025-11-28T16:54:13.531" v="108" actId="164"/>
          <ac:picMkLst>
            <pc:docMk/>
            <pc:sldMk cId="1202728397" sldId="261"/>
            <ac:picMk id="11" creationId="{5BCECC0D-5707-4FB9-8841-98F32B20FF7B}"/>
          </ac:picMkLst>
        </pc:picChg>
      </pc:sldChg>
      <pc:sldChg chg="addSp delSp modSp new mod">
        <pc:chgData name="Steve Mallett" userId="b425f3ce11035ade" providerId="LiveId" clId="{44F0D983-BCF1-421B-AB65-D04D21F55327}" dt="2025-12-01T13:04:39.225" v="2850" actId="14100"/>
        <pc:sldMkLst>
          <pc:docMk/>
          <pc:sldMk cId="207497229" sldId="262"/>
        </pc:sldMkLst>
        <pc:spChg chg="add mod">
          <ac:chgData name="Steve Mallett" userId="b425f3ce11035ade" providerId="LiveId" clId="{44F0D983-BCF1-421B-AB65-D04D21F55327}" dt="2025-12-01T12:10:01.935" v="1472" actId="27636"/>
          <ac:spMkLst>
            <pc:docMk/>
            <pc:sldMk cId="207497229" sldId="262"/>
            <ac:spMk id="4" creationId="{F02C0E0E-0AE4-548D-325D-D022436FACF3}"/>
          </ac:spMkLst>
        </pc:spChg>
        <pc:spChg chg="add mod">
          <ac:chgData name="Steve Mallett" userId="b425f3ce11035ade" providerId="LiveId" clId="{44F0D983-BCF1-421B-AB65-D04D21F55327}" dt="2025-12-01T13:03:01.961" v="2839" actId="1076"/>
          <ac:spMkLst>
            <pc:docMk/>
            <pc:sldMk cId="207497229" sldId="262"/>
            <ac:spMk id="159" creationId="{B17A7464-0851-30BE-CE37-934AC2BB171E}"/>
          </ac:spMkLst>
        </pc:spChg>
        <pc:spChg chg="add mod">
          <ac:chgData name="Steve Mallett" userId="b425f3ce11035ade" providerId="LiveId" clId="{44F0D983-BCF1-421B-AB65-D04D21F55327}" dt="2025-12-01T13:04:39.225" v="2850" actId="14100"/>
          <ac:spMkLst>
            <pc:docMk/>
            <pc:sldMk cId="207497229" sldId="262"/>
            <ac:spMk id="177" creationId="{E0B52A9D-78CA-CC90-EDC7-63F080DE855E}"/>
          </ac:spMkLst>
        </pc:spChg>
        <pc:grpChg chg="add mod">
          <ac:chgData name="Steve Mallett" userId="b425f3ce11035ade" providerId="LiveId" clId="{44F0D983-BCF1-421B-AB65-D04D21F55327}" dt="2025-12-01T12:35:12.808" v="1814" actId="164"/>
          <ac:grpSpMkLst>
            <pc:docMk/>
            <pc:sldMk cId="207497229" sldId="262"/>
            <ac:grpSpMk id="2" creationId="{CFFB4299-5641-A59F-70D4-AFCA34572A94}"/>
          </ac:grpSpMkLst>
        </pc:grpChg>
        <pc:grpChg chg="mod">
          <ac:chgData name="Steve Mallett" userId="b425f3ce11035ade" providerId="LiveId" clId="{44F0D983-BCF1-421B-AB65-D04D21F55327}" dt="2025-12-01T12:35:12.808" v="1814" actId="164"/>
          <ac:grpSpMkLst>
            <pc:docMk/>
            <pc:sldMk cId="207497229" sldId="262"/>
            <ac:grpSpMk id="5" creationId="{771C7C06-B5A5-43FA-397D-1881D7AC2932}"/>
          </ac:grpSpMkLst>
        </pc:grpChg>
        <pc:grpChg chg="mod">
          <ac:chgData name="Steve Mallett" userId="b425f3ce11035ade" providerId="LiveId" clId="{44F0D983-BCF1-421B-AB65-D04D21F55327}" dt="2025-12-01T12:35:12.808" v="1814" actId="164"/>
          <ac:grpSpMkLst>
            <pc:docMk/>
            <pc:sldMk cId="207497229" sldId="262"/>
            <ac:grpSpMk id="22" creationId="{880D8C70-9BF1-7FD2-84C0-DE43E777E5DE}"/>
          </ac:grpSpMkLst>
        </pc:grpChg>
        <pc:grpChg chg="mod">
          <ac:chgData name="Steve Mallett" userId="b425f3ce11035ade" providerId="LiveId" clId="{44F0D983-BCF1-421B-AB65-D04D21F55327}" dt="2025-12-01T12:35:12.808" v="1814" actId="164"/>
          <ac:grpSpMkLst>
            <pc:docMk/>
            <pc:sldMk cId="207497229" sldId="262"/>
            <ac:grpSpMk id="39" creationId="{F9B642CD-0A1E-581A-1A38-D99D940A949E}"/>
          </ac:grpSpMkLst>
        </pc:grpChg>
        <pc:grpChg chg="mod">
          <ac:chgData name="Steve Mallett" userId="b425f3ce11035ade" providerId="LiveId" clId="{44F0D983-BCF1-421B-AB65-D04D21F55327}" dt="2025-12-01T12:35:12.808" v="1814" actId="164"/>
          <ac:grpSpMkLst>
            <pc:docMk/>
            <pc:sldMk cId="207497229" sldId="262"/>
            <ac:grpSpMk id="56" creationId="{47AA8B5F-F610-729A-7AB2-81F94228C351}"/>
          </ac:grpSpMkLst>
        </pc:grpChg>
        <pc:grpChg chg="mod">
          <ac:chgData name="Steve Mallett" userId="b425f3ce11035ade" providerId="LiveId" clId="{44F0D983-BCF1-421B-AB65-D04D21F55327}" dt="2025-12-01T12:35:12.808" v="1814" actId="164"/>
          <ac:grpSpMkLst>
            <pc:docMk/>
            <pc:sldMk cId="207497229" sldId="262"/>
            <ac:grpSpMk id="73" creationId="{5FBAE647-5160-912D-9523-483B69CF88EB}"/>
          </ac:grpSpMkLst>
        </pc:grpChg>
        <pc:grpChg chg="mod">
          <ac:chgData name="Steve Mallett" userId="b425f3ce11035ade" providerId="LiveId" clId="{44F0D983-BCF1-421B-AB65-D04D21F55327}" dt="2025-12-01T12:35:12.808" v="1814" actId="164"/>
          <ac:grpSpMkLst>
            <pc:docMk/>
            <pc:sldMk cId="207497229" sldId="262"/>
            <ac:grpSpMk id="90" creationId="{B6D32F7F-F8A0-2002-541E-F24A4297DC2F}"/>
          </ac:grpSpMkLst>
        </pc:grpChg>
        <pc:grpChg chg="mod">
          <ac:chgData name="Steve Mallett" userId="b425f3ce11035ade" providerId="LiveId" clId="{44F0D983-BCF1-421B-AB65-D04D21F55327}" dt="2025-12-01T12:35:12.808" v="1814" actId="164"/>
          <ac:grpSpMkLst>
            <pc:docMk/>
            <pc:sldMk cId="207497229" sldId="262"/>
            <ac:grpSpMk id="107" creationId="{E0C666DB-7D75-3AD4-F044-BF34E5BDFC65}"/>
          </ac:grpSpMkLst>
        </pc:grpChg>
        <pc:grpChg chg="mod">
          <ac:chgData name="Steve Mallett" userId="b425f3ce11035ade" providerId="LiveId" clId="{44F0D983-BCF1-421B-AB65-D04D21F55327}" dt="2025-12-01T12:35:12.808" v="1814" actId="164"/>
          <ac:grpSpMkLst>
            <pc:docMk/>
            <pc:sldMk cId="207497229" sldId="262"/>
            <ac:grpSpMk id="124" creationId="{1BFA9D49-48D3-62BC-638C-8BD05EBED680}"/>
          </ac:grpSpMkLst>
        </pc:grpChg>
        <pc:grpChg chg="mod">
          <ac:chgData name="Steve Mallett" userId="b425f3ce11035ade" providerId="LiveId" clId="{44F0D983-BCF1-421B-AB65-D04D21F55327}" dt="2025-12-01T12:35:12.808" v="1814" actId="164"/>
          <ac:grpSpMkLst>
            <pc:docMk/>
            <pc:sldMk cId="207497229" sldId="262"/>
            <ac:grpSpMk id="141" creationId="{CBF13F46-A385-E6F4-E9E3-8F27CBC657FA}"/>
          </ac:grpSpMkLst>
        </pc:grpChg>
        <pc:picChg chg="mod">
          <ac:chgData name="Steve Mallett" userId="b425f3ce11035ade" providerId="LiveId" clId="{44F0D983-BCF1-421B-AB65-D04D21F55327}" dt="2025-11-28T17:06:44.816" v="569" actId="1076"/>
          <ac:picMkLst>
            <pc:docMk/>
            <pc:sldMk cId="207497229" sldId="262"/>
            <ac:picMk id="6" creationId="{D372B52D-D467-403C-46E7-10EFF5899867}"/>
          </ac:picMkLst>
        </pc:picChg>
        <pc:picChg chg="mod">
          <ac:chgData name="Steve Mallett" userId="b425f3ce11035ade" providerId="LiveId" clId="{44F0D983-BCF1-421B-AB65-D04D21F55327}" dt="2025-11-28T17:06:44.816" v="569" actId="1076"/>
          <ac:picMkLst>
            <pc:docMk/>
            <pc:sldMk cId="207497229" sldId="262"/>
            <ac:picMk id="7" creationId="{BBFDBC1B-A5F5-A9BC-6F92-9BAB3F6145A8}"/>
          </ac:picMkLst>
        </pc:picChg>
        <pc:picChg chg="mod">
          <ac:chgData name="Steve Mallett" userId="b425f3ce11035ade" providerId="LiveId" clId="{44F0D983-BCF1-421B-AB65-D04D21F55327}" dt="2025-12-01T12:35:39.916" v="1819" actId="1076"/>
          <ac:picMkLst>
            <pc:docMk/>
            <pc:sldMk cId="207497229" sldId="262"/>
            <ac:picMk id="8" creationId="{629A53DA-F8D8-86D5-984A-F82AA7B6448B}"/>
          </ac:picMkLst>
        </pc:picChg>
        <pc:picChg chg="mod">
          <ac:chgData name="Steve Mallett" userId="b425f3ce11035ade" providerId="LiveId" clId="{44F0D983-BCF1-421B-AB65-D04D21F55327}" dt="2025-11-28T17:06:44.816" v="569" actId="1076"/>
          <ac:picMkLst>
            <pc:docMk/>
            <pc:sldMk cId="207497229" sldId="262"/>
            <ac:picMk id="9" creationId="{A77B7CA2-C6A2-271B-5829-622924F8036D}"/>
          </ac:picMkLst>
        </pc:picChg>
        <pc:picChg chg="mod">
          <ac:chgData name="Steve Mallett" userId="b425f3ce11035ade" providerId="LiveId" clId="{44F0D983-BCF1-421B-AB65-D04D21F55327}" dt="2025-11-28T17:06:44.816" v="569" actId="1076"/>
          <ac:picMkLst>
            <pc:docMk/>
            <pc:sldMk cId="207497229" sldId="262"/>
            <ac:picMk id="13" creationId="{02A8E007-D414-7A94-78EC-D4625A8085E4}"/>
          </ac:picMkLst>
        </pc:picChg>
        <pc:picChg chg="mod">
          <ac:chgData name="Steve Mallett" userId="b425f3ce11035ade" providerId="LiveId" clId="{44F0D983-BCF1-421B-AB65-D04D21F55327}" dt="2025-11-28T17:06:44.816" v="569" actId="1076"/>
          <ac:picMkLst>
            <pc:docMk/>
            <pc:sldMk cId="207497229" sldId="262"/>
            <ac:picMk id="14" creationId="{04E50FA1-67B4-D56E-937A-99DBDE648A96}"/>
          </ac:picMkLst>
        </pc:picChg>
        <pc:picChg chg="mod">
          <ac:chgData name="Steve Mallett" userId="b425f3ce11035ade" providerId="LiveId" clId="{44F0D983-BCF1-421B-AB65-D04D21F55327}" dt="2025-11-28T17:06:44.816" v="569" actId="1076"/>
          <ac:picMkLst>
            <pc:docMk/>
            <pc:sldMk cId="207497229" sldId="262"/>
            <ac:picMk id="15" creationId="{3715E953-45DC-30BB-9761-072CE0D1ED8C}"/>
          </ac:picMkLst>
        </pc:picChg>
        <pc:picChg chg="mod">
          <ac:chgData name="Steve Mallett" userId="b425f3ce11035ade" providerId="LiveId" clId="{44F0D983-BCF1-421B-AB65-D04D21F55327}" dt="2025-11-28T17:06:44.816" v="569" actId="1076"/>
          <ac:picMkLst>
            <pc:docMk/>
            <pc:sldMk cId="207497229" sldId="262"/>
            <ac:picMk id="17" creationId="{99E93AA1-E9D1-545A-EDBE-42E0914BEB60}"/>
          </ac:picMkLst>
        </pc:picChg>
        <pc:picChg chg="mod">
          <ac:chgData name="Steve Mallett" userId="b425f3ce11035ade" providerId="LiveId" clId="{44F0D983-BCF1-421B-AB65-D04D21F55327}" dt="2025-11-28T17:06:44.816" v="569" actId="1076"/>
          <ac:picMkLst>
            <pc:docMk/>
            <pc:sldMk cId="207497229" sldId="262"/>
            <ac:picMk id="19" creationId="{690C43A1-4945-70E9-D5D0-23ADDD7360E5}"/>
          </ac:picMkLst>
        </pc:picChg>
        <pc:picChg chg="mod">
          <ac:chgData name="Steve Mallett" userId="b425f3ce11035ade" providerId="LiveId" clId="{44F0D983-BCF1-421B-AB65-D04D21F55327}" dt="2025-11-28T17:06:44.816" v="569" actId="1076"/>
          <ac:picMkLst>
            <pc:docMk/>
            <pc:sldMk cId="207497229" sldId="262"/>
            <ac:picMk id="20" creationId="{15889C9C-88B8-B384-8907-E8A22095C7D0}"/>
          </ac:picMkLst>
        </pc:picChg>
        <pc:picChg chg="mod">
          <ac:chgData name="Steve Mallett" userId="b425f3ce11035ade" providerId="LiveId" clId="{44F0D983-BCF1-421B-AB65-D04D21F55327}" dt="2025-11-28T17:06:44.816" v="569" actId="1076"/>
          <ac:picMkLst>
            <pc:docMk/>
            <pc:sldMk cId="207497229" sldId="262"/>
            <ac:picMk id="21" creationId="{AE8502F2-44E2-AF51-5F76-C9B319B0A89F}"/>
          </ac:picMkLst>
        </pc:picChg>
        <pc:picChg chg="mod">
          <ac:chgData name="Steve Mallett" userId="b425f3ce11035ade" providerId="LiveId" clId="{44F0D983-BCF1-421B-AB65-D04D21F55327}" dt="2025-11-28T17:06:53.365" v="572" actId="1076"/>
          <ac:picMkLst>
            <pc:docMk/>
            <pc:sldMk cId="207497229" sldId="262"/>
            <ac:picMk id="23" creationId="{BC3ADDF9-6BE9-EF25-4F11-C97E894435DA}"/>
          </ac:picMkLst>
        </pc:picChg>
        <pc:picChg chg="mod">
          <ac:chgData name="Steve Mallett" userId="b425f3ce11035ade" providerId="LiveId" clId="{44F0D983-BCF1-421B-AB65-D04D21F55327}" dt="2025-11-28T17:06:53.365" v="572" actId="1076"/>
          <ac:picMkLst>
            <pc:docMk/>
            <pc:sldMk cId="207497229" sldId="262"/>
            <ac:picMk id="24" creationId="{A39B3732-2F5A-9F1F-F609-B656F3F09EC7}"/>
          </ac:picMkLst>
        </pc:picChg>
        <pc:picChg chg="mod">
          <ac:chgData name="Steve Mallett" userId="b425f3ce11035ade" providerId="LiveId" clId="{44F0D983-BCF1-421B-AB65-D04D21F55327}" dt="2025-11-28T17:06:53.365" v="572" actId="1076"/>
          <ac:picMkLst>
            <pc:docMk/>
            <pc:sldMk cId="207497229" sldId="262"/>
            <ac:picMk id="25" creationId="{D826998D-B0C0-7B0F-CFA6-D9AC29987A6A}"/>
          </ac:picMkLst>
        </pc:picChg>
        <pc:picChg chg="mod">
          <ac:chgData name="Steve Mallett" userId="b425f3ce11035ade" providerId="LiveId" clId="{44F0D983-BCF1-421B-AB65-D04D21F55327}" dt="2025-11-28T17:06:53.365" v="572" actId="1076"/>
          <ac:picMkLst>
            <pc:docMk/>
            <pc:sldMk cId="207497229" sldId="262"/>
            <ac:picMk id="26" creationId="{EFBAFDFD-806B-7D9C-5BFE-EA46265533CD}"/>
          </ac:picMkLst>
        </pc:picChg>
        <pc:picChg chg="mod">
          <ac:chgData name="Steve Mallett" userId="b425f3ce11035ade" providerId="LiveId" clId="{44F0D983-BCF1-421B-AB65-D04D21F55327}" dt="2025-11-28T17:06:53.365" v="572" actId="1076"/>
          <ac:picMkLst>
            <pc:docMk/>
            <pc:sldMk cId="207497229" sldId="262"/>
            <ac:picMk id="27" creationId="{5A30C97C-7195-5297-56CD-32E5A0A0B819}"/>
          </ac:picMkLst>
        </pc:picChg>
        <pc:picChg chg="mod">
          <ac:chgData name="Steve Mallett" userId="b425f3ce11035ade" providerId="LiveId" clId="{44F0D983-BCF1-421B-AB65-D04D21F55327}" dt="2025-11-28T17:06:53.365" v="572" actId="1076"/>
          <ac:picMkLst>
            <pc:docMk/>
            <pc:sldMk cId="207497229" sldId="262"/>
            <ac:picMk id="28" creationId="{DF64E265-09B3-A556-C6C4-EAFB5CBC5426}"/>
          </ac:picMkLst>
        </pc:picChg>
        <pc:picChg chg="mod">
          <ac:chgData name="Steve Mallett" userId="b425f3ce11035ade" providerId="LiveId" clId="{44F0D983-BCF1-421B-AB65-D04D21F55327}" dt="2025-12-01T12:35:39.916" v="1819" actId="1076"/>
          <ac:picMkLst>
            <pc:docMk/>
            <pc:sldMk cId="207497229" sldId="262"/>
            <ac:picMk id="31" creationId="{9DC2D757-3F61-A688-F5B4-A113978D08CD}"/>
          </ac:picMkLst>
        </pc:picChg>
        <pc:picChg chg="mod">
          <ac:chgData name="Steve Mallett" userId="b425f3ce11035ade" providerId="LiveId" clId="{44F0D983-BCF1-421B-AB65-D04D21F55327}" dt="2025-11-28T17:06:53.365" v="572" actId="1076"/>
          <ac:picMkLst>
            <pc:docMk/>
            <pc:sldMk cId="207497229" sldId="262"/>
            <ac:picMk id="33" creationId="{B2EE6BEC-050F-79D1-D99A-ABEDEEE15374}"/>
          </ac:picMkLst>
        </pc:picChg>
        <pc:picChg chg="mod">
          <ac:chgData name="Steve Mallett" userId="b425f3ce11035ade" providerId="LiveId" clId="{44F0D983-BCF1-421B-AB65-D04D21F55327}" dt="2025-12-01T12:35:39.916" v="1819" actId="1076"/>
          <ac:picMkLst>
            <pc:docMk/>
            <pc:sldMk cId="207497229" sldId="262"/>
            <ac:picMk id="34" creationId="{D5B8BC65-9A6D-F550-FA2A-83CF5CBA02AB}"/>
          </ac:picMkLst>
        </pc:picChg>
        <pc:picChg chg="mod">
          <ac:chgData name="Steve Mallett" userId="b425f3ce11035ade" providerId="LiveId" clId="{44F0D983-BCF1-421B-AB65-D04D21F55327}" dt="2025-11-28T17:06:53.365" v="572" actId="1076"/>
          <ac:picMkLst>
            <pc:docMk/>
            <pc:sldMk cId="207497229" sldId="262"/>
            <ac:picMk id="37" creationId="{6E37AA63-5704-CDBB-BFE6-03BEF891F73D}"/>
          </ac:picMkLst>
        </pc:picChg>
        <pc:picChg chg="mod">
          <ac:chgData name="Steve Mallett" userId="b425f3ce11035ade" providerId="LiveId" clId="{44F0D983-BCF1-421B-AB65-D04D21F55327}" dt="2025-11-28T17:06:53.365" v="572" actId="1076"/>
          <ac:picMkLst>
            <pc:docMk/>
            <pc:sldMk cId="207497229" sldId="262"/>
            <ac:picMk id="38" creationId="{F996BC58-EA5E-03FC-ABFC-74028E15532C}"/>
          </ac:picMkLst>
        </pc:picChg>
        <pc:picChg chg="mod">
          <ac:chgData name="Steve Mallett" userId="b425f3ce11035ade" providerId="LiveId" clId="{44F0D983-BCF1-421B-AB65-D04D21F55327}" dt="2025-11-28T17:07:06.982" v="574" actId="1076"/>
          <ac:picMkLst>
            <pc:docMk/>
            <pc:sldMk cId="207497229" sldId="262"/>
            <ac:picMk id="40" creationId="{71508E15-3D1D-4A15-8B91-2A37BF7A8778}"/>
          </ac:picMkLst>
        </pc:picChg>
        <pc:picChg chg="mod">
          <ac:chgData name="Steve Mallett" userId="b425f3ce11035ade" providerId="LiveId" clId="{44F0D983-BCF1-421B-AB65-D04D21F55327}" dt="2025-11-28T17:07:06.982" v="574" actId="1076"/>
          <ac:picMkLst>
            <pc:docMk/>
            <pc:sldMk cId="207497229" sldId="262"/>
            <ac:picMk id="49" creationId="{E621CA27-3FE9-9505-F145-82E61441C919}"/>
          </ac:picMkLst>
        </pc:picChg>
        <pc:picChg chg="mod">
          <ac:chgData name="Steve Mallett" userId="b425f3ce11035ade" providerId="LiveId" clId="{44F0D983-BCF1-421B-AB65-D04D21F55327}" dt="2025-11-28T17:07:06.982" v="574" actId="1076"/>
          <ac:picMkLst>
            <pc:docMk/>
            <pc:sldMk cId="207497229" sldId="262"/>
            <ac:picMk id="50" creationId="{62752A71-0686-CC27-1F61-67D29392D5CC}"/>
          </ac:picMkLst>
        </pc:picChg>
        <pc:picChg chg="mod">
          <ac:chgData name="Steve Mallett" userId="b425f3ce11035ade" providerId="LiveId" clId="{44F0D983-BCF1-421B-AB65-D04D21F55327}" dt="2025-11-28T17:07:06.982" v="574" actId="1076"/>
          <ac:picMkLst>
            <pc:docMk/>
            <pc:sldMk cId="207497229" sldId="262"/>
            <ac:picMk id="52" creationId="{282E76CA-F5D5-5517-9A62-2E6C5E2BD0B2}"/>
          </ac:picMkLst>
        </pc:picChg>
        <pc:picChg chg="mod">
          <ac:chgData name="Steve Mallett" userId="b425f3ce11035ade" providerId="LiveId" clId="{44F0D983-BCF1-421B-AB65-D04D21F55327}" dt="2025-12-01T12:35:39.916" v="1819" actId="1076"/>
          <ac:picMkLst>
            <pc:docMk/>
            <pc:sldMk cId="207497229" sldId="262"/>
            <ac:picMk id="55" creationId="{1087DB06-E812-08CA-FC15-F29E45B7951F}"/>
          </ac:picMkLst>
        </pc:picChg>
        <pc:picChg chg="mod">
          <ac:chgData name="Steve Mallett" userId="b425f3ce11035ade" providerId="LiveId" clId="{44F0D983-BCF1-421B-AB65-D04D21F55327}" dt="2025-12-01T12:35:39.916" v="1819" actId="1076"/>
          <ac:picMkLst>
            <pc:docMk/>
            <pc:sldMk cId="207497229" sldId="262"/>
            <ac:picMk id="57" creationId="{3F97263C-13FE-5C5D-4E0F-596F06B54F32}"/>
          </ac:picMkLst>
        </pc:picChg>
        <pc:picChg chg="mod">
          <ac:chgData name="Steve Mallett" userId="b425f3ce11035ade" providerId="LiveId" clId="{44F0D983-BCF1-421B-AB65-D04D21F55327}" dt="2025-11-28T17:07:06.982" v="574" actId="1076"/>
          <ac:picMkLst>
            <pc:docMk/>
            <pc:sldMk cId="207497229" sldId="262"/>
            <ac:picMk id="58" creationId="{D6CA3B7C-70E4-7EB5-02B8-80D0290DD893}"/>
          </ac:picMkLst>
        </pc:picChg>
        <pc:picChg chg="mod">
          <ac:chgData name="Steve Mallett" userId="b425f3ce11035ade" providerId="LiveId" clId="{44F0D983-BCF1-421B-AB65-D04D21F55327}" dt="2025-11-28T17:07:06.982" v="574" actId="1076"/>
          <ac:picMkLst>
            <pc:docMk/>
            <pc:sldMk cId="207497229" sldId="262"/>
            <ac:picMk id="59" creationId="{73F78581-0DAE-D365-2726-DECF244BF0A7}"/>
          </ac:picMkLst>
        </pc:picChg>
        <pc:picChg chg="mod">
          <ac:chgData name="Steve Mallett" userId="b425f3ce11035ade" providerId="LiveId" clId="{44F0D983-BCF1-421B-AB65-D04D21F55327}" dt="2025-11-28T17:07:06.982" v="574" actId="1076"/>
          <ac:picMkLst>
            <pc:docMk/>
            <pc:sldMk cId="207497229" sldId="262"/>
            <ac:picMk id="60" creationId="{8AEFA177-D842-797D-016A-9625C9B56280}"/>
          </ac:picMkLst>
        </pc:picChg>
        <pc:picChg chg="mod">
          <ac:chgData name="Steve Mallett" userId="b425f3ce11035ade" providerId="LiveId" clId="{44F0D983-BCF1-421B-AB65-D04D21F55327}" dt="2025-11-28T17:07:06.982" v="574" actId="1076"/>
          <ac:picMkLst>
            <pc:docMk/>
            <pc:sldMk cId="207497229" sldId="262"/>
            <ac:picMk id="64" creationId="{A09C5796-2D99-2656-5686-92346A0EE004}"/>
          </ac:picMkLst>
        </pc:picChg>
        <pc:picChg chg="mod">
          <ac:chgData name="Steve Mallett" userId="b425f3ce11035ade" providerId="LiveId" clId="{44F0D983-BCF1-421B-AB65-D04D21F55327}" dt="2025-11-28T17:07:06.982" v="574" actId="1076"/>
          <ac:picMkLst>
            <pc:docMk/>
            <pc:sldMk cId="207497229" sldId="262"/>
            <ac:picMk id="70" creationId="{F66C54A7-D519-426F-6D3B-4A55A256210B}"/>
          </ac:picMkLst>
        </pc:picChg>
        <pc:picChg chg="mod">
          <ac:chgData name="Steve Mallett" userId="b425f3ce11035ade" providerId="LiveId" clId="{44F0D983-BCF1-421B-AB65-D04D21F55327}" dt="2025-11-28T17:07:16.869" v="576" actId="1076"/>
          <ac:picMkLst>
            <pc:docMk/>
            <pc:sldMk cId="207497229" sldId="262"/>
            <ac:picMk id="74" creationId="{4779E857-7295-20B0-0AC0-C582BE378CBE}"/>
          </ac:picMkLst>
        </pc:picChg>
        <pc:picChg chg="mod">
          <ac:chgData name="Steve Mallett" userId="b425f3ce11035ade" providerId="LiveId" clId="{44F0D983-BCF1-421B-AB65-D04D21F55327}" dt="2025-11-28T17:07:16.869" v="576" actId="1076"/>
          <ac:picMkLst>
            <pc:docMk/>
            <pc:sldMk cId="207497229" sldId="262"/>
            <ac:picMk id="77" creationId="{A510E57F-6059-43E9-5840-07AAD30CD502}"/>
          </ac:picMkLst>
        </pc:picChg>
        <pc:picChg chg="mod">
          <ac:chgData name="Steve Mallett" userId="b425f3ce11035ade" providerId="LiveId" clId="{44F0D983-BCF1-421B-AB65-D04D21F55327}" dt="2025-11-28T17:07:16.869" v="576" actId="1076"/>
          <ac:picMkLst>
            <pc:docMk/>
            <pc:sldMk cId="207497229" sldId="262"/>
            <ac:picMk id="82" creationId="{0C6B8E0D-7920-66CE-3B8E-36E77CBFDD28}"/>
          </ac:picMkLst>
        </pc:picChg>
        <pc:picChg chg="mod">
          <ac:chgData name="Steve Mallett" userId="b425f3ce11035ade" providerId="LiveId" clId="{44F0D983-BCF1-421B-AB65-D04D21F55327}" dt="2025-11-28T17:07:16.869" v="576" actId="1076"/>
          <ac:picMkLst>
            <pc:docMk/>
            <pc:sldMk cId="207497229" sldId="262"/>
            <ac:picMk id="83" creationId="{4197535D-F513-835E-646A-0DCB4202A8D4}"/>
          </ac:picMkLst>
        </pc:picChg>
        <pc:picChg chg="mod">
          <ac:chgData name="Steve Mallett" userId="b425f3ce11035ade" providerId="LiveId" clId="{44F0D983-BCF1-421B-AB65-D04D21F55327}" dt="2025-11-28T17:07:16.869" v="576" actId="1076"/>
          <ac:picMkLst>
            <pc:docMk/>
            <pc:sldMk cId="207497229" sldId="262"/>
            <ac:picMk id="85" creationId="{8D05F3C3-F358-119F-12BA-837AB51961A6}"/>
          </ac:picMkLst>
        </pc:picChg>
        <pc:picChg chg="mod">
          <ac:chgData name="Steve Mallett" userId="b425f3ce11035ade" providerId="LiveId" clId="{44F0D983-BCF1-421B-AB65-D04D21F55327}" dt="2025-11-28T17:07:16.869" v="576" actId="1076"/>
          <ac:picMkLst>
            <pc:docMk/>
            <pc:sldMk cId="207497229" sldId="262"/>
            <ac:picMk id="87" creationId="{FCA06AAC-57DF-05F6-0A5B-7C22681A99A8}"/>
          </ac:picMkLst>
        </pc:picChg>
        <pc:picChg chg="mod">
          <ac:chgData name="Steve Mallett" userId="b425f3ce11035ade" providerId="LiveId" clId="{44F0D983-BCF1-421B-AB65-D04D21F55327}" dt="2025-11-28T17:07:16.869" v="576" actId="1076"/>
          <ac:picMkLst>
            <pc:docMk/>
            <pc:sldMk cId="207497229" sldId="262"/>
            <ac:picMk id="92" creationId="{E6A9627C-824F-8A25-A5BD-6B598799608F}"/>
          </ac:picMkLst>
        </pc:picChg>
        <pc:picChg chg="mod">
          <ac:chgData name="Steve Mallett" userId="b425f3ce11035ade" providerId="LiveId" clId="{44F0D983-BCF1-421B-AB65-D04D21F55327}" dt="2025-11-28T17:07:16.869" v="576" actId="1076"/>
          <ac:picMkLst>
            <pc:docMk/>
            <pc:sldMk cId="207497229" sldId="262"/>
            <ac:picMk id="94" creationId="{8B5AE965-1018-7A84-19EE-EF8E3755DC07}"/>
          </ac:picMkLst>
        </pc:picChg>
        <pc:picChg chg="mod">
          <ac:chgData name="Steve Mallett" userId="b425f3ce11035ade" providerId="LiveId" clId="{44F0D983-BCF1-421B-AB65-D04D21F55327}" dt="2025-11-28T17:07:16.869" v="576" actId="1076"/>
          <ac:picMkLst>
            <pc:docMk/>
            <pc:sldMk cId="207497229" sldId="262"/>
            <ac:picMk id="95" creationId="{1EF74B8C-6CB7-B444-4AAE-F74AEB3F1847}"/>
          </ac:picMkLst>
        </pc:picChg>
        <pc:picChg chg="mod">
          <ac:chgData name="Steve Mallett" userId="b425f3ce11035ade" providerId="LiveId" clId="{44F0D983-BCF1-421B-AB65-D04D21F55327}" dt="2025-11-28T17:07:16.869" v="576" actId="1076"/>
          <ac:picMkLst>
            <pc:docMk/>
            <pc:sldMk cId="207497229" sldId="262"/>
            <ac:picMk id="99" creationId="{B71721EE-F9BB-E525-7C6E-97C7D51E3DB1}"/>
          </ac:picMkLst>
        </pc:picChg>
        <pc:picChg chg="mod">
          <ac:chgData name="Steve Mallett" userId="b425f3ce11035ade" providerId="LiveId" clId="{44F0D983-BCF1-421B-AB65-D04D21F55327}" dt="2025-12-01T12:35:39.916" v="1819" actId="1076"/>
          <ac:picMkLst>
            <pc:docMk/>
            <pc:sldMk cId="207497229" sldId="262"/>
            <ac:picMk id="103" creationId="{5AD77473-9F12-FD6E-32A4-BB8F1D636DDB}"/>
          </ac:picMkLst>
        </pc:picChg>
        <pc:picChg chg="mod">
          <ac:chgData name="Steve Mallett" userId="b425f3ce11035ade" providerId="LiveId" clId="{44F0D983-BCF1-421B-AB65-D04D21F55327}" dt="2025-11-28T17:07:28.767" v="578" actId="1076"/>
          <ac:picMkLst>
            <pc:docMk/>
            <pc:sldMk cId="207497229" sldId="262"/>
            <ac:picMk id="111" creationId="{55CF0FAC-E8B4-D39D-D479-693948210325}"/>
          </ac:picMkLst>
        </pc:picChg>
        <pc:picChg chg="mod">
          <ac:chgData name="Steve Mallett" userId="b425f3ce11035ade" providerId="LiveId" clId="{44F0D983-BCF1-421B-AB65-D04D21F55327}" dt="2025-12-01T12:35:39.916" v="1819" actId="1076"/>
          <ac:picMkLst>
            <pc:docMk/>
            <pc:sldMk cId="207497229" sldId="262"/>
            <ac:picMk id="112" creationId="{85F83B30-5163-D763-0E2D-00A194B40AA4}"/>
          </ac:picMkLst>
        </pc:picChg>
        <pc:picChg chg="mod">
          <ac:chgData name="Steve Mallett" userId="b425f3ce11035ade" providerId="LiveId" clId="{44F0D983-BCF1-421B-AB65-D04D21F55327}" dt="2025-11-28T17:07:28.767" v="578" actId="1076"/>
          <ac:picMkLst>
            <pc:docMk/>
            <pc:sldMk cId="207497229" sldId="262"/>
            <ac:picMk id="115" creationId="{F669DB4A-CA30-6400-516D-F3A36F64158D}"/>
          </ac:picMkLst>
        </pc:picChg>
        <pc:picChg chg="mod">
          <ac:chgData name="Steve Mallett" userId="b425f3ce11035ade" providerId="LiveId" clId="{44F0D983-BCF1-421B-AB65-D04D21F55327}" dt="2025-11-28T17:07:28.767" v="578" actId="1076"/>
          <ac:picMkLst>
            <pc:docMk/>
            <pc:sldMk cId="207497229" sldId="262"/>
            <ac:picMk id="116" creationId="{48AAAA5B-D676-CA84-3DB6-466F24D39F0A}"/>
          </ac:picMkLst>
        </pc:picChg>
        <pc:picChg chg="mod">
          <ac:chgData name="Steve Mallett" userId="b425f3ce11035ade" providerId="LiveId" clId="{44F0D983-BCF1-421B-AB65-D04D21F55327}" dt="2025-12-01T12:35:39.916" v="1819" actId="1076"/>
          <ac:picMkLst>
            <pc:docMk/>
            <pc:sldMk cId="207497229" sldId="262"/>
            <ac:picMk id="119" creationId="{D6E4FEF9-F093-E02B-28D4-76BD38387781}"/>
          </ac:picMkLst>
        </pc:picChg>
        <pc:picChg chg="mod">
          <ac:chgData name="Steve Mallett" userId="b425f3ce11035ade" providerId="LiveId" clId="{44F0D983-BCF1-421B-AB65-D04D21F55327}" dt="2025-11-28T17:07:28.767" v="578" actId="1076"/>
          <ac:picMkLst>
            <pc:docMk/>
            <pc:sldMk cId="207497229" sldId="262"/>
            <ac:picMk id="121" creationId="{0CD2A94D-46E3-445C-8688-BF11A9B78E5A}"/>
          </ac:picMkLst>
        </pc:picChg>
        <pc:picChg chg="mod">
          <ac:chgData name="Steve Mallett" userId="b425f3ce11035ade" providerId="LiveId" clId="{44F0D983-BCF1-421B-AB65-D04D21F55327}" dt="2025-11-28T17:07:28.767" v="578" actId="1076"/>
          <ac:picMkLst>
            <pc:docMk/>
            <pc:sldMk cId="207497229" sldId="262"/>
            <ac:picMk id="122" creationId="{E4333713-B951-5CD9-9267-06B99844F991}"/>
          </ac:picMkLst>
        </pc:picChg>
        <pc:picChg chg="mod">
          <ac:chgData name="Steve Mallett" userId="b425f3ce11035ade" providerId="LiveId" clId="{44F0D983-BCF1-421B-AB65-D04D21F55327}" dt="2025-11-28T17:07:28.767" v="578" actId="1076"/>
          <ac:picMkLst>
            <pc:docMk/>
            <pc:sldMk cId="207497229" sldId="262"/>
            <ac:picMk id="123" creationId="{FC6F14E9-018B-2C18-865A-F5DB06D78C09}"/>
          </ac:picMkLst>
        </pc:picChg>
        <pc:picChg chg="mod">
          <ac:chgData name="Steve Mallett" userId="b425f3ce11035ade" providerId="LiveId" clId="{44F0D983-BCF1-421B-AB65-D04D21F55327}" dt="2025-12-01T12:35:39.916" v="1819" actId="1076"/>
          <ac:picMkLst>
            <pc:docMk/>
            <pc:sldMk cId="207497229" sldId="262"/>
            <ac:picMk id="125" creationId="{743DE146-BD6E-2B3A-D62D-1F2907E43036}"/>
          </ac:picMkLst>
        </pc:picChg>
        <pc:picChg chg="mod">
          <ac:chgData name="Steve Mallett" userId="b425f3ce11035ade" providerId="LiveId" clId="{44F0D983-BCF1-421B-AB65-D04D21F55327}" dt="2025-11-28T17:07:28.767" v="578" actId="1076"/>
          <ac:picMkLst>
            <pc:docMk/>
            <pc:sldMk cId="207497229" sldId="262"/>
            <ac:picMk id="134" creationId="{ACCCBBAB-2C99-2395-B70E-BC884F7ECA37}"/>
          </ac:picMkLst>
        </pc:picChg>
        <pc:picChg chg="mod">
          <ac:chgData name="Steve Mallett" userId="b425f3ce11035ade" providerId="LiveId" clId="{44F0D983-BCF1-421B-AB65-D04D21F55327}" dt="2025-11-28T17:07:28.767" v="578" actId="1076"/>
          <ac:picMkLst>
            <pc:docMk/>
            <pc:sldMk cId="207497229" sldId="262"/>
            <ac:picMk id="137" creationId="{51EC8044-1D8A-7EB0-9370-0B3EB8A1A5BB}"/>
          </ac:picMkLst>
        </pc:picChg>
        <pc:picChg chg="mod">
          <ac:chgData name="Steve Mallett" userId="b425f3ce11035ade" providerId="LiveId" clId="{44F0D983-BCF1-421B-AB65-D04D21F55327}" dt="2025-12-01T12:35:39.916" v="1819" actId="1076"/>
          <ac:picMkLst>
            <pc:docMk/>
            <pc:sldMk cId="207497229" sldId="262"/>
            <ac:picMk id="138" creationId="{1F4A6C67-FC72-08AA-A4B0-32DBDCFBA371}"/>
          </ac:picMkLst>
        </pc:picChg>
        <pc:picChg chg="mod">
          <ac:chgData name="Steve Mallett" userId="b425f3ce11035ade" providerId="LiveId" clId="{44F0D983-BCF1-421B-AB65-D04D21F55327}" dt="2025-11-28T17:07:28.767" v="578" actId="1076"/>
          <ac:picMkLst>
            <pc:docMk/>
            <pc:sldMk cId="207497229" sldId="262"/>
            <ac:picMk id="140" creationId="{25D5DDD9-EC65-78F9-26C7-DCF4BC3BA2A2}"/>
          </ac:picMkLst>
        </pc:picChg>
        <pc:picChg chg="mod">
          <ac:chgData name="Steve Mallett" userId="b425f3ce11035ade" providerId="LiveId" clId="{44F0D983-BCF1-421B-AB65-D04D21F55327}" dt="2025-11-28T17:07:40.797" v="580" actId="1076"/>
          <ac:picMkLst>
            <pc:docMk/>
            <pc:sldMk cId="207497229" sldId="262"/>
            <ac:picMk id="143" creationId="{D20FF92E-5C3B-48AC-DC12-7DC712CC69C4}"/>
          </ac:picMkLst>
        </pc:picChg>
        <pc:picChg chg="mod">
          <ac:chgData name="Steve Mallett" userId="b425f3ce11035ade" providerId="LiveId" clId="{44F0D983-BCF1-421B-AB65-D04D21F55327}" dt="2025-11-28T17:07:40.797" v="580" actId="1076"/>
          <ac:picMkLst>
            <pc:docMk/>
            <pc:sldMk cId="207497229" sldId="262"/>
            <ac:picMk id="144" creationId="{CFBAFFDF-68D7-B0C9-5B58-E47A3858701A}"/>
          </ac:picMkLst>
        </pc:picChg>
        <pc:picChg chg="mod">
          <ac:chgData name="Steve Mallett" userId="b425f3ce11035ade" providerId="LiveId" clId="{44F0D983-BCF1-421B-AB65-D04D21F55327}" dt="2025-11-28T17:07:40.797" v="580" actId="1076"/>
          <ac:picMkLst>
            <pc:docMk/>
            <pc:sldMk cId="207497229" sldId="262"/>
            <ac:picMk id="145" creationId="{31C6E0BA-F2AD-53C3-2060-5DA4DBF3CAC1}"/>
          </ac:picMkLst>
        </pc:picChg>
        <pc:picChg chg="mod">
          <ac:chgData name="Steve Mallett" userId="b425f3ce11035ade" providerId="LiveId" clId="{44F0D983-BCF1-421B-AB65-D04D21F55327}" dt="2025-11-28T17:07:40.797" v="580" actId="1076"/>
          <ac:picMkLst>
            <pc:docMk/>
            <pc:sldMk cId="207497229" sldId="262"/>
            <ac:picMk id="146" creationId="{92C680F3-A28E-FCB5-B9AA-FAE7326F2B11}"/>
          </ac:picMkLst>
        </pc:picChg>
        <pc:picChg chg="mod">
          <ac:chgData name="Steve Mallett" userId="b425f3ce11035ade" providerId="LiveId" clId="{44F0D983-BCF1-421B-AB65-D04D21F55327}" dt="2025-11-28T17:07:40.797" v="580" actId="1076"/>
          <ac:picMkLst>
            <pc:docMk/>
            <pc:sldMk cId="207497229" sldId="262"/>
            <ac:picMk id="147" creationId="{6F1817CF-68CA-7D7B-10FE-69274AD6BCF0}"/>
          </ac:picMkLst>
        </pc:picChg>
        <pc:picChg chg="mod">
          <ac:chgData name="Steve Mallett" userId="b425f3ce11035ade" providerId="LiveId" clId="{44F0D983-BCF1-421B-AB65-D04D21F55327}" dt="2025-11-28T17:07:40.797" v="580" actId="1076"/>
          <ac:picMkLst>
            <pc:docMk/>
            <pc:sldMk cId="207497229" sldId="262"/>
            <ac:picMk id="150" creationId="{570087FC-3122-7C59-5618-9ED48783EBA8}"/>
          </ac:picMkLst>
        </pc:picChg>
        <pc:picChg chg="mod">
          <ac:chgData name="Steve Mallett" userId="b425f3ce11035ade" providerId="LiveId" clId="{44F0D983-BCF1-421B-AB65-D04D21F55327}" dt="2025-11-28T17:07:40.797" v="580" actId="1076"/>
          <ac:picMkLst>
            <pc:docMk/>
            <pc:sldMk cId="207497229" sldId="262"/>
            <ac:picMk id="151" creationId="{B13BAF72-2A87-9FF8-8BCE-79D0697E9E96}"/>
          </ac:picMkLst>
        </pc:picChg>
        <pc:picChg chg="mod">
          <ac:chgData name="Steve Mallett" userId="b425f3ce11035ade" providerId="LiveId" clId="{44F0D983-BCF1-421B-AB65-D04D21F55327}" dt="2025-11-28T17:07:40.797" v="580" actId="1076"/>
          <ac:picMkLst>
            <pc:docMk/>
            <pc:sldMk cId="207497229" sldId="262"/>
            <ac:picMk id="153" creationId="{BEDDF6E9-D767-792D-237C-4F47934B2EA4}"/>
          </ac:picMkLst>
        </pc:picChg>
        <pc:picChg chg="mod">
          <ac:chgData name="Steve Mallett" userId="b425f3ce11035ade" providerId="LiveId" clId="{44F0D983-BCF1-421B-AB65-D04D21F55327}" dt="2025-11-28T17:07:40.797" v="580" actId="1076"/>
          <ac:picMkLst>
            <pc:docMk/>
            <pc:sldMk cId="207497229" sldId="262"/>
            <ac:picMk id="156" creationId="{7879B030-5E33-BC29-EBAE-8BB1CB2F6700}"/>
          </ac:picMkLst>
        </pc:picChg>
        <pc:picChg chg="mod">
          <ac:chgData name="Steve Mallett" userId="b425f3ce11035ade" providerId="LiveId" clId="{44F0D983-BCF1-421B-AB65-D04D21F55327}" dt="2025-11-28T17:07:40.797" v="580" actId="1076"/>
          <ac:picMkLst>
            <pc:docMk/>
            <pc:sldMk cId="207497229" sldId="262"/>
            <ac:picMk id="157" creationId="{B975023D-AF54-2448-07FA-F62D38A56CEF}"/>
          </ac:picMkLst>
        </pc:picChg>
        <pc:picChg chg="mod">
          <ac:chgData name="Steve Mallett" userId="b425f3ce11035ade" providerId="LiveId" clId="{44F0D983-BCF1-421B-AB65-D04D21F55327}" dt="2025-12-01T12:35:33.114" v="1818" actId="1076"/>
          <ac:picMkLst>
            <pc:docMk/>
            <pc:sldMk cId="207497229" sldId="262"/>
            <ac:picMk id="161" creationId="{7E7F4219-F15F-A0FC-2223-D1A8CD35F8C6}"/>
          </ac:picMkLst>
        </pc:picChg>
        <pc:picChg chg="mod">
          <ac:chgData name="Steve Mallett" userId="b425f3ce11035ade" providerId="LiveId" clId="{44F0D983-BCF1-421B-AB65-D04D21F55327}" dt="2025-11-28T17:16:22.321" v="1185" actId="1076"/>
          <ac:picMkLst>
            <pc:docMk/>
            <pc:sldMk cId="207497229" sldId="262"/>
            <ac:picMk id="162" creationId="{EB22E574-FE2E-D22B-AB3B-AD4F92F0312F}"/>
          </ac:picMkLst>
        </pc:picChg>
        <pc:picChg chg="mod">
          <ac:chgData name="Steve Mallett" userId="b425f3ce11035ade" providerId="LiveId" clId="{44F0D983-BCF1-421B-AB65-D04D21F55327}" dt="2025-12-01T12:35:33.114" v="1818" actId="1076"/>
          <ac:picMkLst>
            <pc:docMk/>
            <pc:sldMk cId="207497229" sldId="262"/>
            <ac:picMk id="164" creationId="{60287C31-276A-3C2A-ED8A-3FF14E2C9038}"/>
          </ac:picMkLst>
        </pc:picChg>
        <pc:picChg chg="mod">
          <ac:chgData name="Steve Mallett" userId="b425f3ce11035ade" providerId="LiveId" clId="{44F0D983-BCF1-421B-AB65-D04D21F55327}" dt="2025-12-01T12:35:33.114" v="1818" actId="1076"/>
          <ac:picMkLst>
            <pc:docMk/>
            <pc:sldMk cId="207497229" sldId="262"/>
            <ac:picMk id="165" creationId="{445AB6CE-ADEB-1C90-3D5E-E74B13B467DE}"/>
          </ac:picMkLst>
        </pc:picChg>
        <pc:picChg chg="mod">
          <ac:chgData name="Steve Mallett" userId="b425f3ce11035ade" providerId="LiveId" clId="{44F0D983-BCF1-421B-AB65-D04D21F55327}" dt="2025-11-28T17:16:22.321" v="1185" actId="1076"/>
          <ac:picMkLst>
            <pc:docMk/>
            <pc:sldMk cId="207497229" sldId="262"/>
            <ac:picMk id="166" creationId="{75D5557D-48D7-70C2-4805-0B93C683904D}"/>
          </ac:picMkLst>
        </pc:picChg>
        <pc:picChg chg="mod">
          <ac:chgData name="Steve Mallett" userId="b425f3ce11035ade" providerId="LiveId" clId="{44F0D983-BCF1-421B-AB65-D04D21F55327}" dt="2025-12-01T12:35:33.114" v="1818" actId="1076"/>
          <ac:picMkLst>
            <pc:docMk/>
            <pc:sldMk cId="207497229" sldId="262"/>
            <ac:picMk id="167" creationId="{DECF2AD8-0CDC-7099-F2EF-5289B382C3AD}"/>
          </ac:picMkLst>
        </pc:picChg>
        <pc:picChg chg="mod">
          <ac:chgData name="Steve Mallett" userId="b425f3ce11035ade" providerId="LiveId" clId="{44F0D983-BCF1-421B-AB65-D04D21F55327}" dt="2025-12-01T12:35:33.114" v="1818" actId="1076"/>
          <ac:picMkLst>
            <pc:docMk/>
            <pc:sldMk cId="207497229" sldId="262"/>
            <ac:picMk id="168" creationId="{1861921A-E969-9005-2ABA-859ED232F489}"/>
          </ac:picMkLst>
        </pc:picChg>
        <pc:picChg chg="mod">
          <ac:chgData name="Steve Mallett" userId="b425f3ce11035ade" providerId="LiveId" clId="{44F0D983-BCF1-421B-AB65-D04D21F55327}" dt="2025-11-28T17:16:22.321" v="1185" actId="1076"/>
          <ac:picMkLst>
            <pc:docMk/>
            <pc:sldMk cId="207497229" sldId="262"/>
            <ac:picMk id="169" creationId="{54BEE8AB-E944-F090-A658-3F1EDBEE88E5}"/>
          </ac:picMkLst>
        </pc:picChg>
        <pc:picChg chg="mod">
          <ac:chgData name="Steve Mallett" userId="b425f3ce11035ade" providerId="LiveId" clId="{44F0D983-BCF1-421B-AB65-D04D21F55327}" dt="2025-12-01T12:35:33.114" v="1818" actId="1076"/>
          <ac:picMkLst>
            <pc:docMk/>
            <pc:sldMk cId="207497229" sldId="262"/>
            <ac:picMk id="170" creationId="{BF8E40F9-03F4-F341-FCF8-23FF011883D0}"/>
          </ac:picMkLst>
        </pc:picChg>
        <pc:picChg chg="mod">
          <ac:chgData name="Steve Mallett" userId="b425f3ce11035ade" providerId="LiveId" clId="{44F0D983-BCF1-421B-AB65-D04D21F55327}" dt="2025-12-01T12:35:33.114" v="1818" actId="1076"/>
          <ac:picMkLst>
            <pc:docMk/>
            <pc:sldMk cId="207497229" sldId="262"/>
            <ac:picMk id="172" creationId="{68655EC5-5BFA-BBB7-B462-CF1089D55DDD}"/>
          </ac:picMkLst>
        </pc:picChg>
        <pc:picChg chg="mod">
          <ac:chgData name="Steve Mallett" userId="b425f3ce11035ade" providerId="LiveId" clId="{44F0D983-BCF1-421B-AB65-D04D21F55327}" dt="2025-12-01T12:35:33.114" v="1818" actId="1076"/>
          <ac:picMkLst>
            <pc:docMk/>
            <pc:sldMk cId="207497229" sldId="262"/>
            <ac:picMk id="173" creationId="{8E044836-778E-2267-EB23-A2B083D91836}"/>
          </ac:picMkLst>
        </pc:picChg>
        <pc:picChg chg="mod">
          <ac:chgData name="Steve Mallett" userId="b425f3ce11035ade" providerId="LiveId" clId="{44F0D983-BCF1-421B-AB65-D04D21F55327}" dt="2025-11-28T17:16:22.321" v="1185" actId="1076"/>
          <ac:picMkLst>
            <pc:docMk/>
            <pc:sldMk cId="207497229" sldId="262"/>
            <ac:picMk id="174" creationId="{CF612305-A11B-DB4A-A6DD-713A45B65850}"/>
          </ac:picMkLst>
        </pc:picChg>
        <pc:picChg chg="mod">
          <ac:chgData name="Steve Mallett" userId="b425f3ce11035ade" providerId="LiveId" clId="{44F0D983-BCF1-421B-AB65-D04D21F55327}" dt="2025-12-01T12:35:33.114" v="1818" actId="1076"/>
          <ac:picMkLst>
            <pc:docMk/>
            <pc:sldMk cId="207497229" sldId="262"/>
            <ac:picMk id="175" creationId="{3F756881-1B94-62D8-BBE4-0CF151352780}"/>
          </ac:picMkLst>
        </pc:picChg>
        <pc:picChg chg="mod">
          <ac:chgData name="Steve Mallett" userId="b425f3ce11035ade" providerId="LiveId" clId="{44F0D983-BCF1-421B-AB65-D04D21F55327}" dt="2025-12-01T12:35:33.114" v="1818" actId="1076"/>
          <ac:picMkLst>
            <pc:docMk/>
            <pc:sldMk cId="207497229" sldId="262"/>
            <ac:picMk id="176" creationId="{1B41C109-5FBF-2B21-749E-AEF4433EA2E7}"/>
          </ac:picMkLst>
        </pc:picChg>
      </pc:sldChg>
      <pc:sldChg chg="addSp modSp new mod">
        <pc:chgData name="Steve Mallett" userId="b425f3ce11035ade" providerId="LiveId" clId="{44F0D983-BCF1-421B-AB65-D04D21F55327}" dt="2025-12-01T12:09:03.920" v="1466" actId="1076"/>
        <pc:sldMkLst>
          <pc:docMk/>
          <pc:sldMk cId="2762662052" sldId="263"/>
        </pc:sldMkLst>
        <pc:picChg chg="add mod">
          <ac:chgData name="Steve Mallett" userId="b425f3ce11035ade" providerId="LiveId" clId="{44F0D983-BCF1-421B-AB65-D04D21F55327}" dt="2025-12-01T12:09:03.920" v="1466" actId="1076"/>
          <ac:picMkLst>
            <pc:docMk/>
            <pc:sldMk cId="2762662052" sldId="263"/>
            <ac:picMk id="2" creationId="{DBF117B3-7FD2-484A-AB16-B0C126D38EE0}"/>
          </ac:picMkLst>
        </pc:picChg>
      </pc:sldChg>
      <pc:sldChg chg="addSp delSp modSp add mod">
        <pc:chgData name="Steve Mallett" userId="b425f3ce11035ade" providerId="LiveId" clId="{44F0D983-BCF1-421B-AB65-D04D21F55327}" dt="2025-12-01T13:05:00.898" v="2851" actId="1076"/>
        <pc:sldMkLst>
          <pc:docMk/>
          <pc:sldMk cId="4206641841" sldId="266"/>
        </pc:sldMkLst>
        <pc:spChg chg="add mod topLvl">
          <ac:chgData name="Steve Mallett" userId="b425f3ce11035ade" providerId="LiveId" clId="{44F0D983-BCF1-421B-AB65-D04D21F55327}" dt="2025-12-01T12:49:24.426" v="2364" actId="165"/>
          <ac:spMkLst>
            <pc:docMk/>
            <pc:sldMk cId="4206641841" sldId="266"/>
            <ac:spMk id="3" creationId="{EC8F149A-C38C-616D-90BE-EAA38044A17E}"/>
          </ac:spMkLst>
        </pc:spChg>
        <pc:spChg chg="mod">
          <ac:chgData name="Steve Mallett" userId="b425f3ce11035ade" providerId="LiveId" clId="{44F0D983-BCF1-421B-AB65-D04D21F55327}" dt="2025-12-01T12:48:18.853" v="2332" actId="947"/>
          <ac:spMkLst>
            <pc:docMk/>
            <pc:sldMk cId="4206641841" sldId="266"/>
            <ac:spMk id="4" creationId="{D701F4F8-CC39-3A75-F7D4-17210D5BD8E5}"/>
          </ac:spMkLst>
        </pc:spChg>
        <pc:spChg chg="add mod topLvl">
          <ac:chgData name="Steve Mallett" userId="b425f3ce11035ade" providerId="LiveId" clId="{44F0D983-BCF1-421B-AB65-D04D21F55327}" dt="2025-12-01T12:50:07.688" v="2376" actId="165"/>
          <ac:spMkLst>
            <pc:docMk/>
            <pc:sldMk cId="4206641841" sldId="266"/>
            <ac:spMk id="158" creationId="{AF528BAC-B92B-B39B-DEF2-9113DE8DF0DE}"/>
          </ac:spMkLst>
        </pc:spChg>
        <pc:spChg chg="add mod topLvl">
          <ac:chgData name="Steve Mallett" userId="b425f3ce11035ade" providerId="LiveId" clId="{44F0D983-BCF1-421B-AB65-D04D21F55327}" dt="2025-12-01T12:49:24.426" v="2364" actId="165"/>
          <ac:spMkLst>
            <pc:docMk/>
            <pc:sldMk cId="4206641841" sldId="266"/>
            <ac:spMk id="179" creationId="{52D931C6-0037-25CE-3BE9-D809BD82B51B}"/>
          </ac:spMkLst>
        </pc:spChg>
        <pc:spChg chg="add mod topLvl">
          <ac:chgData name="Steve Mallett" userId="b425f3ce11035ade" providerId="LiveId" clId="{44F0D983-BCF1-421B-AB65-D04D21F55327}" dt="2025-12-01T12:50:07.688" v="2376" actId="165"/>
          <ac:spMkLst>
            <pc:docMk/>
            <pc:sldMk cId="4206641841" sldId="266"/>
            <ac:spMk id="180" creationId="{E05F6BCA-F460-71F1-6704-407D9EE26B49}"/>
          </ac:spMkLst>
        </pc:spChg>
        <pc:spChg chg="add mod ord">
          <ac:chgData name="Steve Mallett" userId="b425f3ce11035ade" providerId="LiveId" clId="{44F0D983-BCF1-421B-AB65-D04D21F55327}" dt="2025-12-01T12:53:50.112" v="2515" actId="20577"/>
          <ac:spMkLst>
            <pc:docMk/>
            <pc:sldMk cId="4206641841" sldId="266"/>
            <ac:spMk id="181" creationId="{10EF14BB-D30F-6B9A-9199-1139D1CD67D9}"/>
          </ac:spMkLst>
        </pc:spChg>
        <pc:spChg chg="add mod">
          <ac:chgData name="Steve Mallett" userId="b425f3ce11035ade" providerId="LiveId" clId="{44F0D983-BCF1-421B-AB65-D04D21F55327}" dt="2025-12-01T12:53:15.162" v="2489" actId="1076"/>
          <ac:spMkLst>
            <pc:docMk/>
            <pc:sldMk cId="4206641841" sldId="266"/>
            <ac:spMk id="183" creationId="{99ABE5DA-870D-E295-30D1-ABCFD1A320C4}"/>
          </ac:spMkLst>
        </pc:spChg>
        <pc:spChg chg="add mod">
          <ac:chgData name="Steve Mallett" userId="b425f3ce11035ade" providerId="LiveId" clId="{44F0D983-BCF1-421B-AB65-D04D21F55327}" dt="2025-12-01T12:52:59.200" v="2485" actId="1076"/>
          <ac:spMkLst>
            <pc:docMk/>
            <pc:sldMk cId="4206641841" sldId="266"/>
            <ac:spMk id="185" creationId="{7063D5B0-0996-D14F-04BE-11E70A141CC7}"/>
          </ac:spMkLst>
        </pc:spChg>
        <pc:spChg chg="add mod">
          <ac:chgData name="Steve Mallett" userId="b425f3ce11035ade" providerId="LiveId" clId="{44F0D983-BCF1-421B-AB65-D04D21F55327}" dt="2025-12-01T12:53:07.706" v="2486" actId="1076"/>
          <ac:spMkLst>
            <pc:docMk/>
            <pc:sldMk cId="4206641841" sldId="266"/>
            <ac:spMk id="187" creationId="{FAE557BC-EEA9-0620-95E6-A4897C6ECFB6}"/>
          </ac:spMkLst>
        </pc:spChg>
        <pc:spChg chg="add mod">
          <ac:chgData name="Steve Mallett" userId="b425f3ce11035ade" providerId="LiveId" clId="{44F0D983-BCF1-421B-AB65-D04D21F55327}" dt="2025-12-01T12:53:12.866" v="2487" actId="1076"/>
          <ac:spMkLst>
            <pc:docMk/>
            <pc:sldMk cId="4206641841" sldId="266"/>
            <ac:spMk id="191" creationId="{69592E84-CF4B-F539-1640-38D5E6605227}"/>
          </ac:spMkLst>
        </pc:spChg>
        <pc:picChg chg="mod">
          <ac:chgData name="Steve Mallett" userId="b425f3ce11035ade" providerId="LiveId" clId="{44F0D983-BCF1-421B-AB65-D04D21F55327}" dt="2025-12-01T13:05:00.898" v="2851" actId="1076"/>
          <ac:picMkLst>
            <pc:docMk/>
            <pc:sldMk cId="4206641841" sldId="266"/>
            <ac:picMk id="162" creationId="{7F5FF2A3-6CE2-DC2A-573B-4428D9066730}"/>
          </ac:picMkLst>
        </pc:picChg>
        <pc:picChg chg="mod">
          <ac:chgData name="Steve Mallett" userId="b425f3ce11035ade" providerId="LiveId" clId="{44F0D983-BCF1-421B-AB65-D04D21F55327}" dt="2025-12-01T13:05:00.898" v="2851" actId="1076"/>
          <ac:picMkLst>
            <pc:docMk/>
            <pc:sldMk cId="4206641841" sldId="266"/>
            <ac:picMk id="164" creationId="{05B4B998-1764-C2F6-6D4C-0C241FC6A857}"/>
          </ac:picMkLst>
        </pc:picChg>
        <pc:picChg chg="mod">
          <ac:chgData name="Steve Mallett" userId="b425f3ce11035ade" providerId="LiveId" clId="{44F0D983-BCF1-421B-AB65-D04D21F55327}" dt="2025-12-01T13:05:00.898" v="2851" actId="1076"/>
          <ac:picMkLst>
            <pc:docMk/>
            <pc:sldMk cId="4206641841" sldId="266"/>
            <ac:picMk id="167" creationId="{75DBF0FB-7E83-0EF0-DEF0-69FF797D28F8}"/>
          </ac:picMkLst>
        </pc:picChg>
        <pc:picChg chg="mod">
          <ac:chgData name="Steve Mallett" userId="b425f3ce11035ade" providerId="LiveId" clId="{44F0D983-BCF1-421B-AB65-D04D21F55327}" dt="2025-12-01T13:05:00.898" v="2851" actId="1076"/>
          <ac:picMkLst>
            <pc:docMk/>
            <pc:sldMk cId="4206641841" sldId="266"/>
            <ac:picMk id="168" creationId="{DE82D0B6-30E4-EDFF-2C82-982537E2B79D}"/>
          </ac:picMkLst>
        </pc:picChg>
        <pc:picChg chg="mod">
          <ac:chgData name="Steve Mallett" userId="b425f3ce11035ade" providerId="LiveId" clId="{44F0D983-BCF1-421B-AB65-D04D21F55327}" dt="2025-12-01T13:05:00.898" v="2851" actId="1076"/>
          <ac:picMkLst>
            <pc:docMk/>
            <pc:sldMk cId="4206641841" sldId="266"/>
            <ac:picMk id="170" creationId="{F1FCF0D3-6B9A-8834-573C-702DE89CCB23}"/>
          </ac:picMkLst>
        </pc:picChg>
        <pc:picChg chg="mod">
          <ac:chgData name="Steve Mallett" userId="b425f3ce11035ade" providerId="LiveId" clId="{44F0D983-BCF1-421B-AB65-D04D21F55327}" dt="2025-12-01T13:05:00.898" v="2851" actId="1076"/>
          <ac:picMkLst>
            <pc:docMk/>
            <pc:sldMk cId="4206641841" sldId="266"/>
            <ac:picMk id="171" creationId="{B6327748-71E4-426C-995E-E880D95B4B09}"/>
          </ac:picMkLst>
        </pc:picChg>
        <pc:picChg chg="mod">
          <ac:chgData name="Steve Mallett" userId="b425f3ce11035ade" providerId="LiveId" clId="{44F0D983-BCF1-421B-AB65-D04D21F55327}" dt="2025-12-01T13:05:00.898" v="2851" actId="1076"/>
          <ac:picMkLst>
            <pc:docMk/>
            <pc:sldMk cId="4206641841" sldId="266"/>
            <ac:picMk id="173" creationId="{35F7D7F2-FBFC-A734-FEC6-F9DE42D2B88C}"/>
          </ac:picMkLst>
        </pc:picChg>
        <pc:picChg chg="mod">
          <ac:chgData name="Steve Mallett" userId="b425f3ce11035ade" providerId="LiveId" clId="{44F0D983-BCF1-421B-AB65-D04D21F55327}" dt="2025-12-01T13:05:00.898" v="2851" actId="1076"/>
          <ac:picMkLst>
            <pc:docMk/>
            <pc:sldMk cId="4206641841" sldId="266"/>
            <ac:picMk id="174" creationId="{59B03BB8-F091-0277-550A-D71E2A8865C2}"/>
          </ac:picMkLst>
        </pc:picChg>
        <pc:picChg chg="mod">
          <ac:chgData name="Steve Mallett" userId="b425f3ce11035ade" providerId="LiveId" clId="{44F0D983-BCF1-421B-AB65-D04D21F55327}" dt="2025-12-01T13:05:00.898" v="2851" actId="1076"/>
          <ac:picMkLst>
            <pc:docMk/>
            <pc:sldMk cId="4206641841" sldId="266"/>
            <ac:picMk id="175" creationId="{FE287545-1809-8897-F6B4-C9B2DF746EB4}"/>
          </ac:picMkLst>
        </pc:picChg>
        <pc:picChg chg="mod">
          <ac:chgData name="Steve Mallett" userId="b425f3ce11035ade" providerId="LiveId" clId="{44F0D983-BCF1-421B-AB65-D04D21F55327}" dt="2025-12-01T13:05:00.898" v="2851" actId="1076"/>
          <ac:picMkLst>
            <pc:docMk/>
            <pc:sldMk cId="4206641841" sldId="266"/>
            <ac:picMk id="176" creationId="{093B8383-3E6C-8016-89DE-915E3744EE37}"/>
          </ac:picMkLst>
        </pc:picChg>
      </pc:sldChg>
      <pc:sldChg chg="addSp delSp modSp add mod">
        <pc:chgData name="Steve Mallett" userId="b425f3ce11035ade" providerId="LiveId" clId="{44F0D983-BCF1-421B-AB65-D04D21F55327}" dt="2025-12-01T19:07:53.895" v="4284" actId="1076"/>
        <pc:sldMkLst>
          <pc:docMk/>
          <pc:sldMk cId="979007133" sldId="267"/>
        </pc:sldMkLst>
        <pc:spChg chg="mod topLvl">
          <ac:chgData name="Steve Mallett" userId="b425f3ce11035ade" providerId="LiveId" clId="{44F0D983-BCF1-421B-AB65-D04D21F55327}" dt="2025-12-01T16:42:36.510" v="3231" actId="14100"/>
          <ac:spMkLst>
            <pc:docMk/>
            <pc:sldMk cId="979007133" sldId="267"/>
            <ac:spMk id="3" creationId="{6D08534E-588F-6175-779B-8C7BED09572A}"/>
          </ac:spMkLst>
        </pc:spChg>
        <pc:spChg chg="mod">
          <ac:chgData name="Steve Mallett" userId="b425f3ce11035ade" providerId="LiveId" clId="{44F0D983-BCF1-421B-AB65-D04D21F55327}" dt="2025-12-01T16:42:36.510" v="3231" actId="14100"/>
          <ac:spMkLst>
            <pc:docMk/>
            <pc:sldMk cId="979007133" sldId="267"/>
            <ac:spMk id="158" creationId="{C5FD0003-9254-8D8D-84FC-980AC0011ECB}"/>
          </ac:spMkLst>
        </pc:spChg>
        <pc:spChg chg="add mod">
          <ac:chgData name="Steve Mallett" userId="b425f3ce11035ade" providerId="LiveId" clId="{44F0D983-BCF1-421B-AB65-D04D21F55327}" dt="2025-12-01T16:47:19.868" v="3468" actId="20577"/>
          <ac:spMkLst>
            <pc:docMk/>
            <pc:sldMk cId="979007133" sldId="267"/>
            <ac:spMk id="159" creationId="{0A716DFD-EF1E-6B90-403D-053E609CADAA}"/>
          </ac:spMkLst>
        </pc:spChg>
        <pc:spChg chg="add mod">
          <ac:chgData name="Steve Mallett" userId="b425f3ce11035ade" providerId="LiveId" clId="{44F0D983-BCF1-421B-AB65-D04D21F55327}" dt="2025-12-01T16:49:50.861" v="3608" actId="20577"/>
          <ac:spMkLst>
            <pc:docMk/>
            <pc:sldMk cId="979007133" sldId="267"/>
            <ac:spMk id="177" creationId="{F0DD7E7D-BC86-8B04-EF7D-04EA3B4FBACA}"/>
          </ac:spMkLst>
        </pc:spChg>
        <pc:spChg chg="mod topLvl">
          <ac:chgData name="Steve Mallett" userId="b425f3ce11035ade" providerId="LiveId" clId="{44F0D983-BCF1-421B-AB65-D04D21F55327}" dt="2025-12-01T16:50:18.720" v="3626" actId="20577"/>
          <ac:spMkLst>
            <pc:docMk/>
            <pc:sldMk cId="979007133" sldId="267"/>
            <ac:spMk id="179" creationId="{A9BA778A-F25F-ADDD-9346-3EA47389692B}"/>
          </ac:spMkLst>
        </pc:spChg>
        <pc:spChg chg="add mod">
          <ac:chgData name="Steve Mallett" userId="b425f3ce11035ade" providerId="LiveId" clId="{44F0D983-BCF1-421B-AB65-D04D21F55327}" dt="2025-12-01T19:07:33.554" v="4281" actId="14100"/>
          <ac:spMkLst>
            <pc:docMk/>
            <pc:sldMk cId="979007133" sldId="267"/>
            <ac:spMk id="196" creationId="{8C8BBF8C-C5EF-D1DD-94B9-40C31007C310}"/>
          </ac:spMkLst>
        </pc:spChg>
        <pc:spChg chg="add del mod">
          <ac:chgData name="Steve Mallett" userId="b425f3ce11035ade" providerId="LiveId" clId="{44F0D983-BCF1-421B-AB65-D04D21F55327}" dt="2025-12-01T19:05:10.629" v="4269" actId="1076"/>
          <ac:spMkLst>
            <pc:docMk/>
            <pc:sldMk cId="979007133" sldId="267"/>
            <ac:spMk id="197" creationId="{FE2461E2-E545-8D37-600B-4047646A830F}"/>
          </ac:spMkLst>
        </pc:spChg>
        <pc:spChg chg="add mod">
          <ac:chgData name="Steve Mallett" userId="b425f3ce11035ade" providerId="LiveId" clId="{44F0D983-BCF1-421B-AB65-D04D21F55327}" dt="2025-12-01T19:05:00.680" v="4267" actId="1076"/>
          <ac:spMkLst>
            <pc:docMk/>
            <pc:sldMk cId="979007133" sldId="267"/>
            <ac:spMk id="198" creationId="{5A4D82D0-722C-F0BF-005A-1C3B75FBCC81}"/>
          </ac:spMkLst>
        </pc:spChg>
        <pc:spChg chg="add mod">
          <ac:chgData name="Steve Mallett" userId="b425f3ce11035ade" providerId="LiveId" clId="{44F0D983-BCF1-421B-AB65-D04D21F55327}" dt="2025-12-01T19:05:05.902" v="4268" actId="1076"/>
          <ac:spMkLst>
            <pc:docMk/>
            <pc:sldMk cId="979007133" sldId="267"/>
            <ac:spMk id="199" creationId="{026EA1DB-042E-343B-4A6F-58F81BA04398}"/>
          </ac:spMkLst>
        </pc:spChg>
        <pc:spChg chg="add mod">
          <ac:chgData name="Steve Mallett" userId="b425f3ce11035ade" providerId="LiveId" clId="{44F0D983-BCF1-421B-AB65-D04D21F55327}" dt="2025-12-01T19:07:53.895" v="4284" actId="1076"/>
          <ac:spMkLst>
            <pc:docMk/>
            <pc:sldMk cId="979007133" sldId="267"/>
            <ac:spMk id="201" creationId="{D15663EB-8AD3-78E1-98B7-EE0867008BB4}"/>
          </ac:spMkLst>
        </pc:spChg>
      </pc:sldChg>
      <pc:sldChg chg="addSp delSp modSp new mod">
        <pc:chgData name="Steve Mallett" userId="b425f3ce11035ade" providerId="LiveId" clId="{44F0D983-BCF1-421B-AB65-D04D21F55327}" dt="2025-12-12T07:17:48.360" v="12367"/>
        <pc:sldMkLst>
          <pc:docMk/>
          <pc:sldMk cId="2428188655" sldId="268"/>
        </pc:sldMkLst>
        <pc:spChg chg="add mod">
          <ac:chgData name="Steve Mallett" userId="b425f3ce11035ade" providerId="LiveId" clId="{44F0D983-BCF1-421B-AB65-D04D21F55327}" dt="2025-12-01T16:52:19.235" v="3751" actId="27636"/>
          <ac:spMkLst>
            <pc:docMk/>
            <pc:sldMk cId="2428188655" sldId="268"/>
            <ac:spMk id="2" creationId="{B7E52970-5964-FFCA-AF3A-3DD3CC87A4F8}"/>
          </ac:spMkLst>
        </pc:spChg>
        <pc:spChg chg="add mod">
          <ac:chgData name="Steve Mallett" userId="b425f3ce11035ade" providerId="LiveId" clId="{44F0D983-BCF1-421B-AB65-D04D21F55327}" dt="2025-12-01T19:07:09.338" v="4280" actId="255"/>
          <ac:spMkLst>
            <pc:docMk/>
            <pc:sldMk cId="2428188655" sldId="268"/>
            <ac:spMk id="31" creationId="{0AB6BCD0-96AA-1888-A58A-108E684417CA}"/>
          </ac:spMkLst>
        </pc:spChg>
      </pc:sldChg>
      <pc:sldChg chg="addSp delSp modSp new mod">
        <pc:chgData name="Steve Mallett" userId="b425f3ce11035ade" providerId="LiveId" clId="{44F0D983-BCF1-421B-AB65-D04D21F55327}" dt="2025-12-01T17:48:39.136" v="4199" actId="1076"/>
        <pc:sldMkLst>
          <pc:docMk/>
          <pc:sldMk cId="3736274025" sldId="269"/>
        </pc:sldMkLst>
        <pc:spChg chg="add mod">
          <ac:chgData name="Steve Mallett" userId="b425f3ce11035ade" providerId="LiveId" clId="{44F0D983-BCF1-421B-AB65-D04D21F55327}" dt="2025-12-01T17:30:06.419" v="3788" actId="27636"/>
          <ac:spMkLst>
            <pc:docMk/>
            <pc:sldMk cId="3736274025" sldId="269"/>
            <ac:spMk id="13" creationId="{9C798C78-04E9-11CD-7D6C-182B6EDF6A73}"/>
          </ac:spMkLst>
        </pc:spChg>
        <pc:picChg chg="add mod">
          <ac:chgData name="Steve Mallett" userId="b425f3ce11035ade" providerId="LiveId" clId="{44F0D983-BCF1-421B-AB65-D04D21F55327}" dt="2025-12-01T17:47:42.314" v="4191" actId="14100"/>
          <ac:picMkLst>
            <pc:docMk/>
            <pc:sldMk cId="3736274025" sldId="269"/>
            <ac:picMk id="7" creationId="{C2C14FCD-CE55-96BA-1852-9E29E2F422BB}"/>
          </ac:picMkLst>
        </pc:picChg>
      </pc:sldChg>
      <pc:sldChg chg="delSp modSp">
        <pc:chgData name="Steve Mallett" userId="b425f3ce11035ade" providerId="LiveId" clId="{44F0D983-BCF1-421B-AB65-D04D21F55327}" dt="2025-12-12T07:16:29.328" v="12366" actId="165"/>
        <pc:sldMkLst>
          <pc:docMk/>
          <pc:sldMk cId="1195476646" sldId="270"/>
        </pc:sldMkLst>
        <pc:spChg chg="mod topLvl">
          <ac:chgData name="Steve Mallett" userId="b425f3ce11035ade" providerId="LiveId" clId="{44F0D983-BCF1-421B-AB65-D04D21F55327}" dt="2025-12-12T07:16:29.328" v="12366" actId="165"/>
          <ac:spMkLst>
            <pc:docMk/>
            <pc:sldMk cId="1195476646" sldId="270"/>
            <ac:spMk id="29" creationId="{E608649A-840E-535F-D33E-A72022FEFFE6}"/>
          </ac:spMkLst>
        </pc:spChg>
        <pc:spChg chg="mod topLvl">
          <ac:chgData name="Steve Mallett" userId="b425f3ce11035ade" providerId="LiveId" clId="{44F0D983-BCF1-421B-AB65-D04D21F55327}" dt="2025-12-12T07:16:29.328" v="12366" actId="165"/>
          <ac:spMkLst>
            <pc:docMk/>
            <pc:sldMk cId="1195476646" sldId="270"/>
            <ac:spMk id="40" creationId="{E832DD2F-8687-0D2D-13A4-A98C09B3CC40}"/>
          </ac:spMkLst>
        </pc:spChg>
        <pc:spChg chg="mod topLvl">
          <ac:chgData name="Steve Mallett" userId="b425f3ce11035ade" providerId="LiveId" clId="{44F0D983-BCF1-421B-AB65-D04D21F55327}" dt="2025-12-12T07:16:29.328" v="12366" actId="165"/>
          <ac:spMkLst>
            <pc:docMk/>
            <pc:sldMk cId="1195476646" sldId="270"/>
            <ac:spMk id="41" creationId="{C8060E7A-D0EB-25B5-422B-A4A69E9B5D9D}"/>
          </ac:spMkLst>
        </pc:spChg>
        <pc:spChg chg="mod topLvl">
          <ac:chgData name="Steve Mallett" userId="b425f3ce11035ade" providerId="LiveId" clId="{44F0D983-BCF1-421B-AB65-D04D21F55327}" dt="2025-12-12T07:16:29.328" v="12366" actId="165"/>
          <ac:spMkLst>
            <pc:docMk/>
            <pc:sldMk cId="1195476646" sldId="270"/>
            <ac:spMk id="43" creationId="{FB60F47A-E61C-46A8-609D-8F4175A332EE}"/>
          </ac:spMkLst>
        </pc:spChg>
        <pc:spChg chg="mod topLvl">
          <ac:chgData name="Steve Mallett" userId="b425f3ce11035ade" providerId="LiveId" clId="{44F0D983-BCF1-421B-AB65-D04D21F55327}" dt="2025-12-12T07:16:29.328" v="12366" actId="165"/>
          <ac:spMkLst>
            <pc:docMk/>
            <pc:sldMk cId="1195476646" sldId="270"/>
            <ac:spMk id="44" creationId="{DE604D88-DB90-D228-6058-EEAF3916F4B2}"/>
          </ac:spMkLst>
        </pc:spChg>
        <pc:spChg chg="mod topLvl">
          <ac:chgData name="Steve Mallett" userId="b425f3ce11035ade" providerId="LiveId" clId="{44F0D983-BCF1-421B-AB65-D04D21F55327}" dt="2025-12-12T07:16:29.328" v="12366" actId="165"/>
          <ac:spMkLst>
            <pc:docMk/>
            <pc:sldMk cId="1195476646" sldId="270"/>
            <ac:spMk id="45" creationId="{CCE0EC08-2030-9F84-1E2E-DC9121C138D4}"/>
          </ac:spMkLst>
        </pc:spChg>
        <pc:spChg chg="mod topLvl">
          <ac:chgData name="Steve Mallett" userId="b425f3ce11035ade" providerId="LiveId" clId="{44F0D983-BCF1-421B-AB65-D04D21F55327}" dt="2025-12-12T07:16:29.328" v="12366" actId="165"/>
          <ac:spMkLst>
            <pc:docMk/>
            <pc:sldMk cId="1195476646" sldId="270"/>
            <ac:spMk id="46" creationId="{C2094999-AD0E-F337-0D74-6BD4AD875101}"/>
          </ac:spMkLst>
        </pc:spChg>
        <pc:picChg chg="mod topLvl">
          <ac:chgData name="Steve Mallett" userId="b425f3ce11035ade" providerId="LiveId" clId="{44F0D983-BCF1-421B-AB65-D04D21F55327}" dt="2025-12-12T07:16:29.328" v="12366" actId="165"/>
          <ac:picMkLst>
            <pc:docMk/>
            <pc:sldMk cId="1195476646" sldId="270"/>
            <ac:picMk id="10" creationId="{CEB817B8-0CCC-537B-8F92-2F977D179ADF}"/>
          </ac:picMkLst>
        </pc:picChg>
      </pc:sldChg>
      <pc:sldChg chg="addSp delSp modSp add mod">
        <pc:chgData name="Steve Mallett" userId="b425f3ce11035ade" providerId="LiveId" clId="{44F0D983-BCF1-421B-AB65-D04D21F55327}" dt="2025-12-10T15:25:51.852" v="9009" actId="20577"/>
        <pc:sldMkLst>
          <pc:docMk/>
          <pc:sldMk cId="3936428934" sldId="278"/>
        </pc:sldMkLst>
        <pc:spChg chg="mod">
          <ac:chgData name="Steve Mallett" userId="b425f3ce11035ade" providerId="LiveId" clId="{44F0D983-BCF1-421B-AB65-D04D21F55327}" dt="2025-12-10T15:24:41.548" v="8999"/>
          <ac:spMkLst>
            <pc:docMk/>
            <pc:sldMk cId="3936428934" sldId="278"/>
            <ac:spMk id="2" creationId="{0A94DF8B-DA9A-9241-42A5-4C827764F16B}"/>
          </ac:spMkLst>
        </pc:spChg>
        <pc:spChg chg="add mod">
          <ac:chgData name="Steve Mallett" userId="b425f3ce11035ade" providerId="LiveId" clId="{44F0D983-BCF1-421B-AB65-D04D21F55327}" dt="2025-12-08T17:51:01.570" v="6908" actId="164"/>
          <ac:spMkLst>
            <pc:docMk/>
            <pc:sldMk cId="3936428934" sldId="278"/>
            <ac:spMk id="6" creationId="{7A23B5F2-4972-7D50-43BE-AD415E7F73F6}"/>
          </ac:spMkLst>
        </pc:spChg>
        <pc:spChg chg="mod topLvl">
          <ac:chgData name="Steve Mallett" userId="b425f3ce11035ade" providerId="LiveId" clId="{44F0D983-BCF1-421B-AB65-D04D21F55327}" dt="2025-12-08T17:50:56.019" v="6907" actId="164"/>
          <ac:spMkLst>
            <pc:docMk/>
            <pc:sldMk cId="3936428934" sldId="278"/>
            <ac:spMk id="62" creationId="{B9A8152B-8A30-2122-7928-1FE8F61F270E}"/>
          </ac:spMkLst>
        </pc:spChg>
        <pc:grpChg chg="mod">
          <ac:chgData name="Steve Mallett" userId="b425f3ce11035ade" providerId="LiveId" clId="{44F0D983-BCF1-421B-AB65-D04D21F55327}" dt="2025-12-10T15:25:02.340" v="9000" actId="1076"/>
          <ac:grpSpMkLst>
            <pc:docMk/>
            <pc:sldMk cId="3936428934" sldId="278"/>
            <ac:grpSpMk id="4" creationId="{B864C9E6-1A36-F54A-CAF8-4BFD43CE86CC}"/>
          </ac:grpSpMkLst>
        </pc:grpChg>
        <pc:grpChg chg="add mod">
          <ac:chgData name="Steve Mallett" userId="b425f3ce11035ade" providerId="LiveId" clId="{44F0D983-BCF1-421B-AB65-D04D21F55327}" dt="2025-12-08T17:50:56.019" v="6907" actId="164"/>
          <ac:grpSpMkLst>
            <pc:docMk/>
            <pc:sldMk cId="3936428934" sldId="278"/>
            <ac:grpSpMk id="7" creationId="{BF70F938-BCF8-8645-7259-6DDF64435DCE}"/>
          </ac:grpSpMkLst>
        </pc:grpChg>
        <pc:grpChg chg="add mod">
          <ac:chgData name="Steve Mallett" userId="b425f3ce11035ade" providerId="LiveId" clId="{44F0D983-BCF1-421B-AB65-D04D21F55327}" dt="2025-12-08T17:51:01.570" v="6908" actId="164"/>
          <ac:grpSpMkLst>
            <pc:docMk/>
            <pc:sldMk cId="3936428934" sldId="278"/>
            <ac:grpSpMk id="8" creationId="{8C8815B6-A8E5-BD6D-D9DE-5801B77AD1D7}"/>
          </ac:grpSpMkLst>
        </pc:grpChg>
        <pc:graphicFrameChg chg="mod modGraphic">
          <ac:chgData name="Steve Mallett" userId="b425f3ce11035ade" providerId="LiveId" clId="{44F0D983-BCF1-421B-AB65-D04D21F55327}" dt="2025-12-10T15:25:51.852" v="9009" actId="20577"/>
          <ac:graphicFrameMkLst>
            <pc:docMk/>
            <pc:sldMk cId="3936428934" sldId="278"/>
            <ac:graphicFrameMk id="17" creationId="{99C1B3F7-FDA8-8991-F43E-93AE0D9E344F}"/>
          </ac:graphicFrameMkLst>
        </pc:graphicFrameChg>
        <pc:graphicFrameChg chg="mod modGraphic">
          <ac:chgData name="Steve Mallett" userId="b425f3ce11035ade" providerId="LiveId" clId="{44F0D983-BCF1-421B-AB65-D04D21F55327}" dt="2025-12-10T15:25:20.434" v="9002" actId="947"/>
          <ac:graphicFrameMkLst>
            <pc:docMk/>
            <pc:sldMk cId="3936428934" sldId="278"/>
            <ac:graphicFrameMk id="18" creationId="{569BDD22-686F-6932-BBDF-E72073773958}"/>
          </ac:graphicFrameMkLst>
        </pc:graphicFrameChg>
        <pc:picChg chg="add mod">
          <ac:chgData name="Steve Mallett" userId="b425f3ce11035ade" providerId="LiveId" clId="{44F0D983-BCF1-421B-AB65-D04D21F55327}" dt="2025-12-08T17:51:01.570" v="6908" actId="164"/>
          <ac:picMkLst>
            <pc:docMk/>
            <pc:sldMk cId="3936428934" sldId="278"/>
            <ac:picMk id="5" creationId="{DCFBEE5E-DAC8-DE5F-862F-283488E813A7}"/>
          </ac:picMkLst>
        </pc:picChg>
        <pc:picChg chg="mod topLvl">
          <ac:chgData name="Steve Mallett" userId="b425f3ce11035ade" providerId="LiveId" clId="{44F0D983-BCF1-421B-AB65-D04D21F55327}" dt="2025-12-08T17:50:56.019" v="6907" actId="164"/>
          <ac:picMkLst>
            <pc:docMk/>
            <pc:sldMk cId="3936428934" sldId="278"/>
            <ac:picMk id="61" creationId="{C87B1398-AC2C-82D1-883E-44F1C474B1A1}"/>
          </ac:picMkLst>
        </pc:picChg>
      </pc:sldChg>
      <pc:sldChg chg="addSp delSp modSp add mod ord">
        <pc:chgData name="Steve Mallett" userId="b425f3ce11035ade" providerId="LiveId" clId="{44F0D983-BCF1-421B-AB65-D04D21F55327}" dt="2025-12-18T13:22:57.548" v="16973" actId="20577"/>
        <pc:sldMkLst>
          <pc:docMk/>
          <pc:sldMk cId="2049815858" sldId="279"/>
        </pc:sldMkLst>
        <pc:spChg chg="add mod">
          <ac:chgData name="Steve Mallett" userId="b425f3ce11035ade" providerId="LiveId" clId="{44F0D983-BCF1-421B-AB65-D04D21F55327}" dt="2025-12-18T13:16:05.261" v="16474" actId="1076"/>
          <ac:spMkLst>
            <pc:docMk/>
            <pc:sldMk cId="2049815858" sldId="279"/>
            <ac:spMk id="2" creationId="{430431BB-D8E8-58D1-EA2A-4260B3E76DAB}"/>
          </ac:spMkLst>
        </pc:spChg>
        <pc:spChg chg="add mod">
          <ac:chgData name="Steve Mallett" userId="b425f3ce11035ade" providerId="LiveId" clId="{44F0D983-BCF1-421B-AB65-D04D21F55327}" dt="2025-12-18T13:13:00.545" v="16209" actId="1076"/>
          <ac:spMkLst>
            <pc:docMk/>
            <pc:sldMk cId="2049815858" sldId="279"/>
            <ac:spMk id="3" creationId="{26FC4714-7271-4ACD-9C33-80CC818D4A11}"/>
          </ac:spMkLst>
        </pc:spChg>
        <pc:spChg chg="add mod">
          <ac:chgData name="Steve Mallett" userId="b425f3ce11035ade" providerId="LiveId" clId="{44F0D983-BCF1-421B-AB65-D04D21F55327}" dt="2025-12-18T13:08:21.270" v="16194" actId="6549"/>
          <ac:spMkLst>
            <pc:docMk/>
            <pc:sldMk cId="2049815858" sldId="279"/>
            <ac:spMk id="5" creationId="{4DB6F287-5A6B-3BE6-16E1-52BF0A582337}"/>
          </ac:spMkLst>
        </pc:spChg>
        <pc:spChg chg="add mod">
          <ac:chgData name="Steve Mallett" userId="b425f3ce11035ade" providerId="LiveId" clId="{44F0D983-BCF1-421B-AB65-D04D21F55327}" dt="2025-12-08T17:45:18.543" v="6755"/>
          <ac:spMkLst>
            <pc:docMk/>
            <pc:sldMk cId="2049815858" sldId="279"/>
            <ac:spMk id="6" creationId="{06F07F8D-40D1-929D-91FA-D15ECA503655}"/>
          </ac:spMkLst>
        </pc:spChg>
        <pc:spChg chg="add del mod">
          <ac:chgData name="Steve Mallett" userId="b425f3ce11035ade" providerId="LiveId" clId="{44F0D983-BCF1-421B-AB65-D04D21F55327}" dt="2025-12-18T13:01:14.660" v="15715" actId="478"/>
          <ac:spMkLst>
            <pc:docMk/>
            <pc:sldMk cId="2049815858" sldId="279"/>
            <ac:spMk id="7" creationId="{DDB58C03-72D1-B5A5-6515-B7912692CB16}"/>
          </ac:spMkLst>
        </pc:spChg>
        <pc:spChg chg="add mod">
          <ac:chgData name="Steve Mallett" userId="b425f3ce11035ade" providerId="LiveId" clId="{44F0D983-BCF1-421B-AB65-D04D21F55327}" dt="2025-12-12T08:24:29.116" v="12906" actId="1076"/>
          <ac:spMkLst>
            <pc:docMk/>
            <pc:sldMk cId="2049815858" sldId="279"/>
            <ac:spMk id="10" creationId="{DF8A315E-B287-BECA-F8BE-246EEFF3BAFE}"/>
          </ac:spMkLst>
        </pc:spChg>
        <pc:spChg chg="add mod">
          <ac:chgData name="Steve Mallett" userId="b425f3ce11035ade" providerId="LiveId" clId="{44F0D983-BCF1-421B-AB65-D04D21F55327}" dt="2025-12-18T13:22:57.548" v="16973" actId="20577"/>
          <ac:spMkLst>
            <pc:docMk/>
            <pc:sldMk cId="2049815858" sldId="279"/>
            <ac:spMk id="12" creationId="{DC0700F0-7FA9-28AD-9E7E-917E93FB6A98}"/>
          </ac:spMkLst>
        </pc:spChg>
        <pc:spChg chg="mod topLvl">
          <ac:chgData name="Steve Mallett" userId="b425f3ce11035ade" providerId="LiveId" clId="{44F0D983-BCF1-421B-AB65-D04D21F55327}" dt="2025-12-11T17:09:34.803" v="10465" actId="14100"/>
          <ac:spMkLst>
            <pc:docMk/>
            <pc:sldMk cId="2049815858" sldId="279"/>
            <ac:spMk id="35" creationId="{F0B1B106-8A8C-EBF1-97C0-3117030AD7CC}"/>
          </ac:spMkLst>
        </pc:spChg>
        <pc:spChg chg="mod topLvl">
          <ac:chgData name="Steve Mallett" userId="b425f3ce11035ade" providerId="LiveId" clId="{44F0D983-BCF1-421B-AB65-D04D21F55327}" dt="2025-12-11T17:00:36.624" v="10028" actId="1076"/>
          <ac:spMkLst>
            <pc:docMk/>
            <pc:sldMk cId="2049815858" sldId="279"/>
            <ac:spMk id="36" creationId="{8C4A7F79-4A01-6004-C200-70C61663F65E}"/>
          </ac:spMkLst>
        </pc:spChg>
        <pc:graphicFrameChg chg="add del mod modGraphic">
          <ac:chgData name="Steve Mallett" userId="b425f3ce11035ade" providerId="LiveId" clId="{44F0D983-BCF1-421B-AB65-D04D21F55327}" dt="2025-12-18T13:01:02.223" v="15713" actId="478"/>
          <ac:graphicFrameMkLst>
            <pc:docMk/>
            <pc:sldMk cId="2049815858" sldId="279"/>
            <ac:graphicFrameMk id="4" creationId="{5AEE9E48-C7D5-C676-7B09-A6928475EA90}"/>
          </ac:graphicFrameMkLst>
        </pc:graphicFrameChg>
        <pc:picChg chg="add del mod">
          <ac:chgData name="Steve Mallett" userId="b425f3ce11035ade" providerId="LiveId" clId="{44F0D983-BCF1-421B-AB65-D04D21F55327}" dt="2025-12-18T13:11:29.973" v="16205" actId="1076"/>
          <ac:picMkLst>
            <pc:docMk/>
            <pc:sldMk cId="2049815858" sldId="279"/>
            <ac:picMk id="9" creationId="{019B369C-51C2-31A5-BFBC-A30D5E4EA306}"/>
          </ac:picMkLst>
        </pc:picChg>
        <pc:picChg chg="add mod">
          <ac:chgData name="Steve Mallett" userId="b425f3ce11035ade" providerId="LiveId" clId="{44F0D983-BCF1-421B-AB65-D04D21F55327}" dt="2025-12-18T13:11:27.893" v="16203" actId="14100"/>
          <ac:picMkLst>
            <pc:docMk/>
            <pc:sldMk cId="2049815858" sldId="279"/>
            <ac:picMk id="11" creationId="{C3244369-7538-A4BB-080A-F1F0F7CE6C78}"/>
          </ac:picMkLst>
        </pc:picChg>
      </pc:sldChg>
      <pc:sldChg chg="addSp delSp modSp add del mod">
        <pc:chgData name="Steve Mallett" userId="b425f3ce11035ade" providerId="LiveId" clId="{44F0D983-BCF1-421B-AB65-D04D21F55327}" dt="2025-12-18T13:23:08.123" v="16974" actId="47"/>
        <pc:sldMkLst>
          <pc:docMk/>
          <pc:sldMk cId="1232602147" sldId="281"/>
        </pc:sldMkLst>
      </pc:sldChg>
      <pc:sldChg chg="addSp delSp modSp add mod">
        <pc:chgData name="Steve Mallett" userId="b425f3ce11035ade" providerId="LiveId" clId="{44F0D983-BCF1-421B-AB65-D04D21F55327}" dt="2025-12-19T11:30:56.666" v="19372" actId="6549"/>
        <pc:sldMkLst>
          <pc:docMk/>
          <pc:sldMk cId="596437484" sldId="282"/>
        </pc:sldMkLst>
        <pc:spChg chg="add mod topLvl">
          <ac:chgData name="Steve Mallett" userId="b425f3ce11035ade" providerId="LiveId" clId="{44F0D983-BCF1-421B-AB65-D04D21F55327}" dt="2025-12-19T11:01:32.203" v="18494" actId="164"/>
          <ac:spMkLst>
            <pc:docMk/>
            <pc:sldMk cId="596437484" sldId="282"/>
            <ac:spMk id="2" creationId="{D64941AC-53AD-3937-605B-6CBF6BFCEAFC}"/>
          </ac:spMkLst>
        </pc:spChg>
        <pc:spChg chg="add mod topLvl">
          <ac:chgData name="Steve Mallett" userId="b425f3ce11035ade" providerId="LiveId" clId="{44F0D983-BCF1-421B-AB65-D04D21F55327}" dt="2025-12-19T11:01:32.203" v="18494" actId="164"/>
          <ac:spMkLst>
            <pc:docMk/>
            <pc:sldMk cId="596437484" sldId="282"/>
            <ac:spMk id="3" creationId="{663C7CE9-56BD-C479-F849-4433951BEB68}"/>
          </ac:spMkLst>
        </pc:spChg>
        <pc:spChg chg="add del mod topLvl">
          <ac:chgData name="Steve Mallett" userId="b425f3ce11035ade" providerId="LiveId" clId="{44F0D983-BCF1-421B-AB65-D04D21F55327}" dt="2025-12-19T10:33:50.787" v="18255" actId="478"/>
          <ac:spMkLst>
            <pc:docMk/>
            <pc:sldMk cId="596437484" sldId="282"/>
            <ac:spMk id="4" creationId="{100CDB74-E825-460C-E88F-FEA7760A8B9D}"/>
          </ac:spMkLst>
        </pc:spChg>
        <pc:spChg chg="add mod">
          <ac:chgData name="Steve Mallett" userId="b425f3ce11035ade" providerId="LiveId" clId="{44F0D983-BCF1-421B-AB65-D04D21F55327}" dt="2025-12-19T11:28:32.373" v="19130" actId="947"/>
          <ac:spMkLst>
            <pc:docMk/>
            <pc:sldMk cId="596437484" sldId="282"/>
            <ac:spMk id="8" creationId="{EDF83259-CA92-9C66-AE4A-8EEF9C832E1E}"/>
          </ac:spMkLst>
        </pc:spChg>
        <pc:spChg chg="add del mod">
          <ac:chgData name="Steve Mallett" userId="b425f3ce11035ade" providerId="LiveId" clId="{44F0D983-BCF1-421B-AB65-D04D21F55327}" dt="2025-12-19T10:33:23.188" v="18224" actId="478"/>
          <ac:spMkLst>
            <pc:docMk/>
            <pc:sldMk cId="596437484" sldId="282"/>
            <ac:spMk id="15" creationId="{A3125EFB-9401-B6D9-BC43-D7954D3A4D5A}"/>
          </ac:spMkLst>
        </pc:spChg>
        <pc:spChg chg="add del mod">
          <ac:chgData name="Steve Mallett" userId="b425f3ce11035ade" providerId="LiveId" clId="{44F0D983-BCF1-421B-AB65-D04D21F55327}" dt="2025-12-19T10:33:24.683" v="18225" actId="478"/>
          <ac:spMkLst>
            <pc:docMk/>
            <pc:sldMk cId="596437484" sldId="282"/>
            <ac:spMk id="17" creationId="{21514D7A-D7A0-ABD7-27F4-DD20A7BBE02D}"/>
          </ac:spMkLst>
        </pc:spChg>
        <pc:spChg chg="add del mod ord">
          <ac:chgData name="Steve Mallett" userId="b425f3ce11035ade" providerId="LiveId" clId="{44F0D983-BCF1-421B-AB65-D04D21F55327}" dt="2025-12-18T13:48:28.418" v="17653" actId="478"/>
          <ac:spMkLst>
            <pc:docMk/>
            <pc:sldMk cId="596437484" sldId="282"/>
            <ac:spMk id="18" creationId="{983A338F-43F1-B59A-E7E9-5387633DB272}"/>
          </ac:spMkLst>
        </pc:spChg>
        <pc:spChg chg="add del mod">
          <ac:chgData name="Steve Mallett" userId="b425f3ce11035ade" providerId="LiveId" clId="{44F0D983-BCF1-421B-AB65-D04D21F55327}" dt="2025-12-18T13:45:32.819" v="17492" actId="478"/>
          <ac:spMkLst>
            <pc:docMk/>
            <pc:sldMk cId="596437484" sldId="282"/>
            <ac:spMk id="19" creationId="{D05368A3-BB84-FC36-9756-911D2EBE07E5}"/>
          </ac:spMkLst>
        </pc:spChg>
        <pc:spChg chg="add mod">
          <ac:chgData name="Steve Mallett" userId="b425f3ce11035ade" providerId="LiveId" clId="{44F0D983-BCF1-421B-AB65-D04D21F55327}" dt="2025-12-19T11:30:56.666" v="19372" actId="6549"/>
          <ac:spMkLst>
            <pc:docMk/>
            <pc:sldMk cId="596437484" sldId="282"/>
            <ac:spMk id="22" creationId="{E7564ED7-0F8A-3F35-4298-E32C93E94CBB}"/>
          </ac:spMkLst>
        </pc:spChg>
        <pc:spChg chg="add del mod topLvl">
          <ac:chgData name="Steve Mallett" userId="b425f3ce11035ade" providerId="LiveId" clId="{44F0D983-BCF1-421B-AB65-D04D21F55327}" dt="2025-12-18T13:45:17.083" v="17489" actId="478"/>
          <ac:spMkLst>
            <pc:docMk/>
            <pc:sldMk cId="596437484" sldId="282"/>
            <ac:spMk id="27" creationId="{EDCFCC2A-11A7-5747-63B1-A47FE1F2C814}"/>
          </ac:spMkLst>
        </pc:spChg>
        <pc:grpChg chg="add del mod">
          <ac:chgData name="Steve Mallett" userId="b425f3ce11035ade" providerId="LiveId" clId="{44F0D983-BCF1-421B-AB65-D04D21F55327}" dt="2025-12-19T10:59:48.899" v="18480" actId="165"/>
          <ac:grpSpMkLst>
            <pc:docMk/>
            <pc:sldMk cId="596437484" sldId="282"/>
            <ac:grpSpMk id="5" creationId="{FED58299-FD54-C1F8-2C45-67E8B54AA0B2}"/>
          </ac:grpSpMkLst>
        </pc:grpChg>
        <pc:grpChg chg="add mod">
          <ac:chgData name="Steve Mallett" userId="b425f3ce11035ade" providerId="LiveId" clId="{44F0D983-BCF1-421B-AB65-D04D21F55327}" dt="2025-12-19T11:26:40.808" v="19122" actId="1076"/>
          <ac:grpSpMkLst>
            <pc:docMk/>
            <pc:sldMk cId="596437484" sldId="282"/>
            <ac:grpSpMk id="10" creationId="{5DAFD0C6-D1B4-1994-FD17-B58C091CF4F0}"/>
          </ac:grpSpMkLst>
        </pc:grpChg>
        <pc:grpChg chg="add del mod">
          <ac:chgData name="Steve Mallett" userId="b425f3ce11035ade" providerId="LiveId" clId="{44F0D983-BCF1-421B-AB65-D04D21F55327}" dt="2025-12-18T13:45:13.224" v="17488" actId="165"/>
          <ac:grpSpMkLst>
            <pc:docMk/>
            <pc:sldMk cId="596437484" sldId="282"/>
            <ac:grpSpMk id="24" creationId="{99DE73CE-E381-2A29-81F6-B626288614CF}"/>
          </ac:grpSpMkLst>
        </pc:grpChg>
        <pc:graphicFrameChg chg="add del mod modGraphic">
          <ac:chgData name="Steve Mallett" userId="b425f3ce11035ade" providerId="LiveId" clId="{44F0D983-BCF1-421B-AB65-D04D21F55327}" dt="2025-12-19T10:33:26.989" v="18226" actId="478"/>
          <ac:graphicFrameMkLst>
            <pc:docMk/>
            <pc:sldMk cId="596437484" sldId="282"/>
            <ac:graphicFrameMk id="12" creationId="{9F104028-720B-479E-2FE0-85B1AEA08407}"/>
          </ac:graphicFrameMkLst>
        </pc:graphicFrameChg>
        <pc:picChg chg="add mod ord">
          <ac:chgData name="Steve Mallett" userId="b425f3ce11035ade" providerId="LiveId" clId="{44F0D983-BCF1-421B-AB65-D04D21F55327}" dt="2025-12-19T11:01:32.203" v="18494" actId="164"/>
          <ac:picMkLst>
            <pc:docMk/>
            <pc:sldMk cId="596437484" sldId="282"/>
            <ac:picMk id="9" creationId="{F4013097-41A4-4D54-0EAF-AA3F76358D9B}"/>
          </ac:picMkLst>
        </pc:picChg>
        <pc:picChg chg="add del mod ord topLvl">
          <ac:chgData name="Steve Mallett" userId="b425f3ce11035ade" providerId="LiveId" clId="{44F0D983-BCF1-421B-AB65-D04D21F55327}" dt="2025-12-19T10:59:50.130" v="18482" actId="478"/>
          <ac:picMkLst>
            <pc:docMk/>
            <pc:sldMk cId="596437484" sldId="282"/>
            <ac:picMk id="23" creationId="{751589C1-00AD-5451-7801-699F7F01A619}"/>
          </ac:picMkLst>
        </pc:picChg>
      </pc:sldChg>
      <pc:sldChg chg="modSp add mod">
        <pc:chgData name="Steve Mallett" userId="b425f3ce11035ade" providerId="LiveId" clId="{44F0D983-BCF1-421B-AB65-D04D21F55327}" dt="2025-12-10T15:26:20.322" v="9035" actId="6549"/>
        <pc:sldMkLst>
          <pc:docMk/>
          <pc:sldMk cId="2482034152" sldId="283"/>
        </pc:sldMkLst>
        <pc:spChg chg="mod">
          <ac:chgData name="Steve Mallett" userId="b425f3ce11035ade" providerId="LiveId" clId="{44F0D983-BCF1-421B-AB65-D04D21F55327}" dt="2025-12-10T15:26:20.322" v="9035" actId="6549"/>
          <ac:spMkLst>
            <pc:docMk/>
            <pc:sldMk cId="2482034152" sldId="283"/>
            <ac:spMk id="3" creationId="{CB7AA27A-F882-C9C3-B5A2-3424F842FF45}"/>
          </ac:spMkLst>
        </pc:spChg>
      </pc:sldChg>
      <pc:sldChg chg="addSp delSp modSp new mod">
        <pc:chgData name="Steve Mallett" userId="b425f3ce11035ade" providerId="LiveId" clId="{44F0D983-BCF1-421B-AB65-D04D21F55327}" dt="2025-12-13T15:38:45.357" v="15646" actId="1076"/>
        <pc:sldMkLst>
          <pc:docMk/>
          <pc:sldMk cId="3200192054" sldId="284"/>
        </pc:sldMkLst>
        <pc:spChg chg="add mod">
          <ac:chgData name="Steve Mallett" userId="b425f3ce11035ade" providerId="LiveId" clId="{44F0D983-BCF1-421B-AB65-D04D21F55327}" dt="2025-12-13T15:09:26.624" v="15637"/>
          <ac:spMkLst>
            <pc:docMk/>
            <pc:sldMk cId="3200192054" sldId="284"/>
            <ac:spMk id="2" creationId="{900F40B1-A705-66AE-8170-51D55595E594}"/>
          </ac:spMkLst>
        </pc:spChg>
        <pc:spChg chg="add mod">
          <ac:chgData name="Steve Mallett" userId="b425f3ce11035ade" providerId="LiveId" clId="{44F0D983-BCF1-421B-AB65-D04D21F55327}" dt="2025-12-13T15:38:45.357" v="15646" actId="1076"/>
          <ac:spMkLst>
            <pc:docMk/>
            <pc:sldMk cId="3200192054" sldId="284"/>
            <ac:spMk id="7" creationId="{78B2415B-85FE-4180-2D59-D3FB8B4ACE3B}"/>
          </ac:spMkLst>
        </pc:spChg>
        <pc:picChg chg="add mod">
          <ac:chgData name="Steve Mallett" userId="b425f3ce11035ade" providerId="LiveId" clId="{44F0D983-BCF1-421B-AB65-D04D21F55327}" dt="2025-12-13T15:38:22.274" v="15642" actId="1076"/>
          <ac:picMkLst>
            <pc:docMk/>
            <pc:sldMk cId="3200192054" sldId="284"/>
            <ac:picMk id="4" creationId="{39EAAC42-7911-4041-BC1D-14FF8CE87A3A}"/>
          </ac:picMkLst>
        </pc:picChg>
      </pc:sldChg>
      <pc:sldChg chg="add del">
        <pc:chgData name="Steve Mallett" userId="b425f3ce11035ade" providerId="LiveId" clId="{44F0D983-BCF1-421B-AB65-D04D21F55327}" dt="2025-12-19T11:39:14.924" v="19535" actId="47"/>
        <pc:sldMkLst>
          <pc:docMk/>
          <pc:sldMk cId="489304080" sldId="285"/>
        </pc:sldMkLst>
      </pc:sldChg>
      <pc:sldChg chg="add del">
        <pc:chgData name="Steve Mallett" userId="b425f3ce11035ade" providerId="LiveId" clId="{44F0D983-BCF1-421B-AB65-D04D21F55327}" dt="2025-12-19T11:31:05.843" v="19373" actId="47"/>
        <pc:sldMkLst>
          <pc:docMk/>
          <pc:sldMk cId="1741521798" sldId="286"/>
        </pc:sldMkLst>
      </pc:sldChg>
      <pc:sldChg chg="addSp delSp modSp add mod">
        <pc:chgData name="Steve Mallett" userId="b425f3ce11035ade" providerId="LiveId" clId="{44F0D983-BCF1-421B-AB65-D04D21F55327}" dt="2025-12-19T11:56:35.546" v="19635" actId="20577"/>
        <pc:sldMkLst>
          <pc:docMk/>
          <pc:sldMk cId="3361664118" sldId="286"/>
        </pc:sldMkLst>
        <pc:spChg chg="mod topLvl">
          <ac:chgData name="Steve Mallett" userId="b425f3ce11035ade" providerId="LiveId" clId="{44F0D983-BCF1-421B-AB65-D04D21F55327}" dt="2025-12-19T11:44:50.462" v="19547" actId="1076"/>
          <ac:spMkLst>
            <pc:docMk/>
            <pc:sldMk cId="3361664118" sldId="286"/>
            <ac:spMk id="2" creationId="{6896DDDF-DF45-9D4F-A48F-5057F34B1894}"/>
          </ac:spMkLst>
        </pc:spChg>
        <pc:spChg chg="del mod topLvl">
          <ac:chgData name="Steve Mallett" userId="b425f3ce11035ade" providerId="LiveId" clId="{44F0D983-BCF1-421B-AB65-D04D21F55327}" dt="2025-12-19T11:34:03.042" v="19481" actId="478"/>
          <ac:spMkLst>
            <pc:docMk/>
            <pc:sldMk cId="3361664118" sldId="286"/>
            <ac:spMk id="3" creationId="{EAA22845-C500-1BA5-0A06-E4D8361A698D}"/>
          </ac:spMkLst>
        </pc:spChg>
        <pc:spChg chg="mod">
          <ac:chgData name="Steve Mallett" userId="b425f3ce11035ade" providerId="LiveId" clId="{44F0D983-BCF1-421B-AB65-D04D21F55327}" dt="2025-12-19T11:56:35.546" v="19635" actId="20577"/>
          <ac:spMkLst>
            <pc:docMk/>
            <pc:sldMk cId="3361664118" sldId="286"/>
            <ac:spMk id="8" creationId="{B2CF891E-3B97-2920-29F6-000532D6D19E}"/>
          </ac:spMkLst>
        </pc:spChg>
        <pc:spChg chg="del mod">
          <ac:chgData name="Steve Mallett" userId="b425f3ce11035ade" providerId="LiveId" clId="{44F0D983-BCF1-421B-AB65-D04D21F55327}" dt="2025-12-19T11:56:10.865" v="19562" actId="478"/>
          <ac:spMkLst>
            <pc:docMk/>
            <pc:sldMk cId="3361664118" sldId="286"/>
            <ac:spMk id="22" creationId="{2A10CC21-F862-80F6-8ACE-062505FDC595}"/>
          </ac:spMkLst>
        </pc:spChg>
        <pc:grpChg chg="del">
          <ac:chgData name="Steve Mallett" userId="b425f3ce11035ade" providerId="LiveId" clId="{44F0D983-BCF1-421B-AB65-D04D21F55327}" dt="2025-12-19T11:33:41.345" v="19474" actId="165"/>
          <ac:grpSpMkLst>
            <pc:docMk/>
            <pc:sldMk cId="3361664118" sldId="286"/>
            <ac:grpSpMk id="10" creationId="{7B5FE2A4-0E01-C47A-92D7-487462A1FD24}"/>
          </ac:grpSpMkLst>
        </pc:grpChg>
        <pc:picChg chg="add del mod ord">
          <ac:chgData name="Steve Mallett" userId="b425f3ce11035ade" providerId="LiveId" clId="{44F0D983-BCF1-421B-AB65-D04D21F55327}" dt="2025-12-19T11:37:07.905" v="19487" actId="478"/>
          <ac:picMkLst>
            <pc:docMk/>
            <pc:sldMk cId="3361664118" sldId="286"/>
            <ac:picMk id="5" creationId="{A466F3C8-EA5F-DCB0-4014-B3B0CD07376E}"/>
          </ac:picMkLst>
        </pc:picChg>
        <pc:picChg chg="del mod topLvl">
          <ac:chgData name="Steve Mallett" userId="b425f3ce11035ade" providerId="LiveId" clId="{44F0D983-BCF1-421B-AB65-D04D21F55327}" dt="2025-12-19T11:33:42.537" v="19475" actId="478"/>
          <ac:picMkLst>
            <pc:docMk/>
            <pc:sldMk cId="3361664118" sldId="286"/>
            <ac:picMk id="9" creationId="{F301680D-CAF9-9D57-D199-5C5C5A53AD10}"/>
          </ac:picMkLst>
        </pc:picChg>
        <pc:picChg chg="add mod ord">
          <ac:chgData name="Steve Mallett" userId="b425f3ce11035ade" providerId="LiveId" clId="{44F0D983-BCF1-421B-AB65-D04D21F55327}" dt="2025-12-19T11:44:47.330" v="19546" actId="14100"/>
          <ac:picMkLst>
            <pc:docMk/>
            <pc:sldMk cId="3361664118" sldId="286"/>
            <ac:picMk id="11" creationId="{8B12864B-9AF4-B717-42D6-5CC98A94CBF7}"/>
          </ac:picMkLst>
        </pc:picChg>
      </pc:sldChg>
      <pc:sldChg chg="addSp delSp modSp add mod">
        <pc:chgData name="Steve Mallett" userId="b425f3ce11035ade" providerId="LiveId" clId="{44F0D983-BCF1-421B-AB65-D04D21F55327}" dt="2025-12-19T15:24:39.060" v="20085" actId="1076"/>
        <pc:sldMkLst>
          <pc:docMk/>
          <pc:sldMk cId="241057369" sldId="287"/>
        </pc:sldMkLst>
        <pc:spChg chg="mod ord">
          <ac:chgData name="Steve Mallett" userId="b425f3ce11035ade" providerId="LiveId" clId="{44F0D983-BCF1-421B-AB65-D04D21F55327}" dt="2025-12-19T15:20:11.542" v="19664" actId="1076"/>
          <ac:spMkLst>
            <pc:docMk/>
            <pc:sldMk cId="241057369" sldId="287"/>
            <ac:spMk id="2" creationId="{B3E81E1B-1CF0-600D-5E39-BBCA457B085C}"/>
          </ac:spMkLst>
        </pc:spChg>
        <pc:spChg chg="mod">
          <ac:chgData name="Steve Mallett" userId="b425f3ce11035ade" providerId="LiveId" clId="{44F0D983-BCF1-421B-AB65-D04D21F55327}" dt="2025-12-19T15:24:33.712" v="20084" actId="1076"/>
          <ac:spMkLst>
            <pc:docMk/>
            <pc:sldMk cId="241057369" sldId="287"/>
            <ac:spMk id="8" creationId="{A0625354-6B14-C7C1-287F-6B92C12D1985}"/>
          </ac:spMkLst>
        </pc:spChg>
        <pc:spChg chg="add mod">
          <ac:chgData name="Steve Mallett" userId="b425f3ce11035ade" providerId="LiveId" clId="{44F0D983-BCF1-421B-AB65-D04D21F55327}" dt="2025-12-19T15:24:39.060" v="20085" actId="1076"/>
          <ac:spMkLst>
            <pc:docMk/>
            <pc:sldMk cId="241057369" sldId="287"/>
            <ac:spMk id="20" creationId="{93867FA6-E851-16C9-C03D-F336C8535DFF}"/>
          </ac:spMkLst>
        </pc:spChg>
        <pc:spChg chg="del">
          <ac:chgData name="Steve Mallett" userId="b425f3ce11035ade" providerId="LiveId" clId="{44F0D983-BCF1-421B-AB65-D04D21F55327}" dt="2025-12-19T11:56:42.809" v="19636" actId="478"/>
          <ac:spMkLst>
            <pc:docMk/>
            <pc:sldMk cId="241057369" sldId="287"/>
            <ac:spMk id="22" creationId="{536F1676-CDDD-78CE-15D3-31F9A2FE3044}"/>
          </ac:spMkLst>
        </pc:spChg>
        <pc:picChg chg="add del mod">
          <ac:chgData name="Steve Mallett" userId="b425f3ce11035ade" providerId="LiveId" clId="{44F0D983-BCF1-421B-AB65-D04D21F55327}" dt="2025-12-19T11:43:03.441" v="19540" actId="478"/>
          <ac:picMkLst>
            <pc:docMk/>
            <pc:sldMk cId="241057369" sldId="287"/>
            <ac:picMk id="4" creationId="{B8F64D4A-1360-AEA2-C751-DC6CA1297CC4}"/>
          </ac:picMkLst>
        </pc:picChg>
        <pc:picChg chg="add del mod ord">
          <ac:chgData name="Steve Mallett" userId="b425f3ce11035ade" providerId="LiveId" clId="{44F0D983-BCF1-421B-AB65-D04D21F55327}" dt="2025-12-19T11:58:24.313" v="19637" actId="478"/>
          <ac:picMkLst>
            <pc:docMk/>
            <pc:sldMk cId="241057369" sldId="287"/>
            <ac:picMk id="7" creationId="{2C863EEC-65B1-3BE9-D46C-E3EBA178A91D}"/>
          </ac:picMkLst>
        </pc:picChg>
        <pc:picChg chg="add del mod ord">
          <ac:chgData name="Steve Mallett" userId="b425f3ce11035ade" providerId="LiveId" clId="{44F0D983-BCF1-421B-AB65-D04D21F55327}" dt="2025-12-19T15:07:59.276" v="19642" actId="478"/>
          <ac:picMkLst>
            <pc:docMk/>
            <pc:sldMk cId="241057369" sldId="287"/>
            <ac:picMk id="10" creationId="{674D6EBB-57B9-51CB-7720-41A2825C616C}"/>
          </ac:picMkLst>
        </pc:picChg>
        <pc:picChg chg="del">
          <ac:chgData name="Steve Mallett" userId="b425f3ce11035ade" providerId="LiveId" clId="{44F0D983-BCF1-421B-AB65-D04D21F55327}" dt="2025-12-19T11:41:48.985" v="19537" actId="478"/>
          <ac:picMkLst>
            <pc:docMk/>
            <pc:sldMk cId="241057369" sldId="287"/>
            <ac:picMk id="11" creationId="{737C6212-8D0E-459B-35F1-E48485FB2433}"/>
          </ac:picMkLst>
        </pc:picChg>
        <pc:picChg chg="add del mod">
          <ac:chgData name="Steve Mallett" userId="b425f3ce11035ade" providerId="LiveId" clId="{44F0D983-BCF1-421B-AB65-D04D21F55327}" dt="2025-12-19T15:10:18.283" v="19647" actId="478"/>
          <ac:picMkLst>
            <pc:docMk/>
            <pc:sldMk cId="241057369" sldId="287"/>
            <ac:picMk id="13" creationId="{D10F3CE1-530E-BF4B-25D7-35EDFDEFB3C4}"/>
          </ac:picMkLst>
        </pc:picChg>
        <pc:picChg chg="add del mod">
          <ac:chgData name="Steve Mallett" userId="b425f3ce11035ade" providerId="LiveId" clId="{44F0D983-BCF1-421B-AB65-D04D21F55327}" dt="2025-12-19T15:17:55.859" v="19650" actId="478"/>
          <ac:picMkLst>
            <pc:docMk/>
            <pc:sldMk cId="241057369" sldId="287"/>
            <ac:picMk id="15" creationId="{7F08FF1F-43F6-A44A-3B9F-EFECC8284312}"/>
          </ac:picMkLst>
        </pc:picChg>
        <pc:picChg chg="add del mod ord">
          <ac:chgData name="Steve Mallett" userId="b425f3ce11035ade" providerId="LiveId" clId="{44F0D983-BCF1-421B-AB65-D04D21F55327}" dt="2025-12-19T15:19:51.962" v="19659" actId="478"/>
          <ac:picMkLst>
            <pc:docMk/>
            <pc:sldMk cId="241057369" sldId="287"/>
            <ac:picMk id="17" creationId="{6F50A175-9A2C-721A-948E-71BD109458ED}"/>
          </ac:picMkLst>
        </pc:picChg>
        <pc:picChg chg="add mod ord">
          <ac:chgData name="Steve Mallett" userId="b425f3ce11035ade" providerId="LiveId" clId="{44F0D983-BCF1-421B-AB65-D04D21F55327}" dt="2025-12-19T15:20:06.833" v="19663" actId="167"/>
          <ac:picMkLst>
            <pc:docMk/>
            <pc:sldMk cId="241057369" sldId="287"/>
            <ac:picMk id="19" creationId="{5F2E9CBF-A467-A43C-C816-9436F30E2D9F}"/>
          </ac:picMkLst>
        </pc:picChg>
      </pc:sldChg>
      <pc:sldChg chg="addSp delSp modSp add mod">
        <pc:chgData name="Steve Mallett" userId="b425f3ce11035ade" providerId="LiveId" clId="{44F0D983-BCF1-421B-AB65-D04D21F55327}" dt="2025-12-19T15:26:29.436" v="20092" actId="20577"/>
        <pc:sldMkLst>
          <pc:docMk/>
          <pc:sldMk cId="650988025" sldId="288"/>
        </pc:sldMkLst>
        <pc:spChg chg="mod">
          <ac:chgData name="Steve Mallett" userId="b425f3ce11035ade" providerId="LiveId" clId="{44F0D983-BCF1-421B-AB65-D04D21F55327}" dt="2025-12-19T15:26:29.436" v="20092" actId="20577"/>
          <ac:spMkLst>
            <pc:docMk/>
            <pc:sldMk cId="650988025" sldId="288"/>
            <ac:spMk id="8" creationId="{F4974B08-A0DC-B6D9-DF1A-F13EB558A6D3}"/>
          </ac:spMkLst>
        </pc:spChg>
        <pc:spChg chg="mod">
          <ac:chgData name="Steve Mallett" userId="b425f3ce11035ade" providerId="LiveId" clId="{44F0D983-BCF1-421B-AB65-D04D21F55327}" dt="2025-12-19T15:26:25.758" v="20091" actId="20577"/>
          <ac:spMkLst>
            <pc:docMk/>
            <pc:sldMk cId="650988025" sldId="288"/>
            <ac:spMk id="20" creationId="{A704C68A-DA91-157E-5A42-A71DE9A14348}"/>
          </ac:spMkLst>
        </pc:spChg>
        <pc:picChg chg="add mod">
          <ac:chgData name="Steve Mallett" userId="b425f3ce11035ade" providerId="LiveId" clId="{44F0D983-BCF1-421B-AB65-D04D21F55327}" dt="2025-12-19T15:26:20.908" v="20090" actId="14100"/>
          <ac:picMkLst>
            <pc:docMk/>
            <pc:sldMk cId="650988025" sldId="288"/>
            <ac:picMk id="4" creationId="{22E01935-67E3-61BA-0F13-4454E2CC80B0}"/>
          </ac:picMkLst>
        </pc:picChg>
        <pc:picChg chg="del">
          <ac:chgData name="Steve Mallett" userId="b425f3ce11035ade" providerId="LiveId" clId="{44F0D983-BCF1-421B-AB65-D04D21F55327}" dt="2025-12-19T15:26:07.460" v="20087" actId="478"/>
          <ac:picMkLst>
            <pc:docMk/>
            <pc:sldMk cId="650988025" sldId="288"/>
            <ac:picMk id="19" creationId="{CA36413A-A934-F67D-25CB-0C5D8ABCB21B}"/>
          </ac:picMkLst>
        </pc:picChg>
      </pc:sldChg>
      <pc:sldMasterChg chg="modSldLayout">
        <pc:chgData name="Steve Mallett" userId="b425f3ce11035ade" providerId="LiveId" clId="{44F0D983-BCF1-421B-AB65-D04D21F55327}" dt="2025-12-08T14:29:06.128" v="5437" actId="947"/>
        <pc:sldMasterMkLst>
          <pc:docMk/>
          <pc:sldMasterMk cId="3379691020" sldId="2147483648"/>
        </pc:sldMasterMkLst>
        <pc:sldLayoutChg chg="addSp delSp modSp mod setBg">
          <pc:chgData name="Steve Mallett" userId="b425f3ce11035ade" providerId="LiveId" clId="{44F0D983-BCF1-421B-AB65-D04D21F55327}" dt="2025-12-08T14:29:06.128" v="5437" actId="947"/>
          <pc:sldLayoutMkLst>
            <pc:docMk/>
            <pc:sldMasterMk cId="3379691020" sldId="2147483648"/>
            <pc:sldLayoutMk cId="1945828043" sldId="2147483654"/>
          </pc:sldLayoutMkLst>
          <pc:spChg chg="add mod">
            <ac:chgData name="Steve Mallett" userId="b425f3ce11035ade" providerId="LiveId" clId="{44F0D983-BCF1-421B-AB65-D04D21F55327}" dt="2025-12-08T14:29:06.128" v="5437" actId="947"/>
            <ac:spMkLst>
              <pc:docMk/>
              <pc:sldMasterMk cId="3379691020" sldId="2147483648"/>
              <pc:sldLayoutMk cId="1945828043" sldId="2147483654"/>
              <ac:spMk id="6" creationId="{ABBB79B4-60CE-D122-C9EA-76A2D3B4BCB3}"/>
            </ac:spMkLst>
          </pc:spChg>
        </pc:sldLayoutChg>
        <pc:sldLayoutChg chg="delSp setBg">
          <pc:chgData name="Steve Mallett" userId="b425f3ce11035ade" providerId="LiveId" clId="{44F0D983-BCF1-421B-AB65-D04D21F55327}" dt="2025-12-01T12:12:37.081" v="1494"/>
          <pc:sldLayoutMkLst>
            <pc:docMk/>
            <pc:sldMasterMk cId="3379691020" sldId="2147483648"/>
            <pc:sldLayoutMk cId="1515681959" sldId="21474836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722AE-8A82-475F-82A0-DB8301BE1B96}" type="datetimeFigureOut">
              <a:rPr lang="en-GB" smtClean="0"/>
              <a:t>19/12/2025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1E74A8-A75F-49EB-BACA-9C5AC1562D1D}" type="slidenum">
              <a:rPr lang="en-GB" smtClean="0"/>
              <a:t>‹#›</a:t>
            </a:fld>
            <a:endParaRPr lang="en-GB"/>
          </a:p>
        </p:txBody>
      </p:sp>
    </p:spTree>
    <p:extLst>
      <p:ext uri="{BB962C8B-B14F-4D97-AF65-F5344CB8AC3E}">
        <p14:creationId xmlns:p14="http://schemas.microsoft.com/office/powerpoint/2010/main" val="4198325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A1E74A8-A75F-49EB-BACA-9C5AC1562D1D}" type="slidenum">
              <a:rPr lang="en-GB" smtClean="0"/>
              <a:t>7</a:t>
            </a:fld>
            <a:endParaRPr lang="en-GB"/>
          </a:p>
        </p:txBody>
      </p:sp>
    </p:spTree>
    <p:extLst>
      <p:ext uri="{BB962C8B-B14F-4D97-AF65-F5344CB8AC3E}">
        <p14:creationId xmlns:p14="http://schemas.microsoft.com/office/powerpoint/2010/main" val="477145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It turns out that when you pour milk into boiling hot tea, the first drops of milk get superheated quickly and globules containing fats and proteins acquire a burnt flavour, which Muriel could taste. </a:t>
            </a:r>
          </a:p>
          <a:p>
            <a:endParaRPr lang="en-GB" dirty="0"/>
          </a:p>
        </p:txBody>
      </p:sp>
      <p:sp>
        <p:nvSpPr>
          <p:cNvPr id="4" name="Slide Number Placeholder 3"/>
          <p:cNvSpPr>
            <a:spLocks noGrp="1"/>
          </p:cNvSpPr>
          <p:nvPr>
            <p:ph type="sldNum" sz="quarter" idx="5"/>
          </p:nvPr>
        </p:nvSpPr>
        <p:spPr/>
        <p:txBody>
          <a:bodyPr/>
          <a:lstStyle/>
          <a:p>
            <a:fld id="{5A1E74A8-A75F-49EB-BACA-9C5AC1562D1D}" type="slidenum">
              <a:rPr lang="en-GB" smtClean="0"/>
              <a:t>14</a:t>
            </a:fld>
            <a:endParaRPr lang="en-GB"/>
          </a:p>
        </p:txBody>
      </p:sp>
    </p:spTree>
    <p:extLst>
      <p:ext uri="{BB962C8B-B14F-4D97-AF65-F5344CB8AC3E}">
        <p14:creationId xmlns:p14="http://schemas.microsoft.com/office/powerpoint/2010/main" val="3079108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82BC-BBAA-30EF-912A-31EF8A0C9C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D553C3F-D7AD-00BE-9316-D8CB80037C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A8CD821-4BA4-D8FB-85C8-AE4C207FE009}"/>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0E970A16-354C-0D67-C609-36537CB672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033C2C-BE93-8A53-B99A-703B09C4438A}"/>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86212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C5C4D-0A4C-9816-1CB6-34071406C41E}"/>
              </a:ext>
            </a:extLst>
          </p:cNvPr>
          <p:cNvSpPr>
            <a:spLocks noGrp="1"/>
          </p:cNvSpPr>
          <p:nvPr>
            <p:ph type="title" hasCustomPrompt="1"/>
          </p:nvPr>
        </p:nvSpPr>
        <p:spPr/>
        <p:txBody>
          <a:bodyPr/>
          <a:lstStyle/>
          <a:p>
            <a:r>
              <a:rPr lang="en-GB" dirty="0">
                <a:solidFill>
                  <a:schemeClr val="accent6">
                    <a:lumMod val="75000"/>
                  </a:schemeClr>
                </a:solidFill>
              </a:rPr>
              <a:t>Heading</a:t>
            </a:r>
            <a:endParaRPr lang="en-GB" dirty="0"/>
          </a:p>
        </p:txBody>
      </p:sp>
      <p:sp>
        <p:nvSpPr>
          <p:cNvPr id="3" name="Content Placeholder 2">
            <a:extLst>
              <a:ext uri="{FF2B5EF4-FFF2-40B4-BE49-F238E27FC236}">
                <a16:creationId xmlns:a16="http://schemas.microsoft.com/office/drawing/2014/main" id="{B88506F3-9A22-6011-57CF-D8312B8105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45AC8A-E047-F0FA-FC6F-59F4B2D241FD}"/>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25777DCF-FF62-F7C9-251C-A598964B47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4404DB-8DEF-0DF5-1493-AA13E0E88A2C}"/>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83904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B8369-5B4A-FADD-F5EC-1AF7E86882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DF1B331-493A-2B60-E879-B960322101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F78B20-59FD-A81D-3518-E16E90FF8AFB}"/>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F687BE6A-8A4E-FB9C-EEBB-317DCD8FBF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C8B0B7-4E03-BC45-74C4-6B7A36979EC4}"/>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427608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F7586-342D-8151-1FDE-F660D88315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57D6482-E1EC-7F1D-9BF7-84607636D7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656610-DF24-F4C5-4289-5221D4E1B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793D73C-9201-A7F4-FC6F-5D8FFCF402B6}"/>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6" name="Footer Placeholder 5">
            <a:extLst>
              <a:ext uri="{FF2B5EF4-FFF2-40B4-BE49-F238E27FC236}">
                <a16:creationId xmlns:a16="http://schemas.microsoft.com/office/drawing/2014/main" id="{6D333950-2AD2-839D-639E-B5E7EA444D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3FACE6-AE14-0339-7795-279ED3662E32}"/>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26900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DCE3-0275-6D53-15F4-34645F5A76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66B87A-1AEF-0667-5008-0BE51F5D41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D8788B-F2CB-551C-0CAC-98FDF0F6D6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25DDD5-F0E9-1EA5-B1B2-9646424FA1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99B0B2-422F-FDBD-58FA-3E6C4B35E4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35731C-B76F-00CB-4D3E-64E5C0DB78A0}"/>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8" name="Footer Placeholder 7">
            <a:extLst>
              <a:ext uri="{FF2B5EF4-FFF2-40B4-BE49-F238E27FC236}">
                <a16:creationId xmlns:a16="http://schemas.microsoft.com/office/drawing/2014/main" id="{932D533B-9118-5451-15A2-8A690556562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076C791-6046-5D01-45CE-043E4007CDDB}"/>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332193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 title">
    <p:bg>
      <p:bgPr>
        <a:solidFill>
          <a:srgbClr val="FCF8E8"/>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BB79B4-60CE-D122-C9EA-76A2D3B4BCB3}"/>
              </a:ext>
            </a:extLst>
          </p:cNvPr>
          <p:cNvSpPr>
            <a:spLocks noGrp="1"/>
          </p:cNvSpPr>
          <p:nvPr>
            <p:ph type="title"/>
          </p:nvPr>
        </p:nvSpPr>
        <p:spPr/>
        <p:txBody>
          <a:bodyPr/>
          <a:lstStyle>
            <a:lvl1pPr>
              <a:defRPr sz="4000" baseline="0">
                <a:solidFill>
                  <a:schemeClr val="accent6">
                    <a:lumMod val="75000"/>
                  </a:schemeClr>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1945828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CF7E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681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1116-C880-5E8F-22AD-2DDB1BD6C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81ABAAF-F894-99A2-DF32-8236655F8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497D98-51E8-0FDE-C7D9-3C55AA2069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FDFB8-B675-A981-1B29-CA8721FCA915}"/>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6" name="Footer Placeholder 5">
            <a:extLst>
              <a:ext uri="{FF2B5EF4-FFF2-40B4-BE49-F238E27FC236}">
                <a16:creationId xmlns:a16="http://schemas.microsoft.com/office/drawing/2014/main" id="{3DA7A0D3-8584-BF2C-063A-B874F36FC8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FEBA56-4E68-5546-F2EE-09346D02910F}"/>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51615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D02F-2692-8CB6-DC6E-A9C60E09F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CD8C34-A4D3-C8A7-2650-4E457E6B7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BCA9C3B-11AE-A102-3197-E3E590E27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5D390-23D7-3535-B080-93412B9A6518}"/>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6" name="Footer Placeholder 5">
            <a:extLst>
              <a:ext uri="{FF2B5EF4-FFF2-40B4-BE49-F238E27FC236}">
                <a16:creationId xmlns:a16="http://schemas.microsoft.com/office/drawing/2014/main" id="{C3555844-E62B-87EA-5C26-60C22E59F3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6CC530-C3AF-F335-4B52-3D582F0FDC5E}"/>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505470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01D94-3039-D511-9B3D-632CE39B39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3DA147-D6FF-78EF-53E0-E8EB063977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13B9E2-4F5F-A1E0-39E2-E1D8487CFCFE}"/>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E365BD92-6354-96B3-F479-F185C61E16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1EC824-8426-061A-F459-28FDA17F220C}"/>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403119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67C1A-2BFF-DCFB-A0FC-4497CB2892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7CDF8A3-A443-614F-9B25-9E9BBB667D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8245B9-9DCB-9393-F430-7957DD3B37A3}"/>
              </a:ext>
            </a:extLst>
          </p:cNvPr>
          <p:cNvSpPr>
            <a:spLocks noGrp="1"/>
          </p:cNvSpPr>
          <p:nvPr>
            <p:ph type="dt" sz="half" idx="10"/>
          </p:nvPr>
        </p:nvSpPr>
        <p:spPr/>
        <p:txBody>
          <a:body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9629C529-672F-ED3F-F8C0-EB5750F23FB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85339C-12B0-C3F5-0650-B050CF4F6359}"/>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960755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AE11D1-F0A3-FECD-F7D1-B12DBCF2D5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F20602-363E-246E-9131-D3339CEB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F2D530-0729-872C-EB2E-37BF9163F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6EB0DB-E78E-4811-9B8B-83539CDF9880}" type="datetimeFigureOut">
              <a:rPr lang="en-GB" smtClean="0"/>
              <a:t>19/12/2025</a:t>
            </a:fld>
            <a:endParaRPr lang="en-GB"/>
          </a:p>
        </p:txBody>
      </p:sp>
      <p:sp>
        <p:nvSpPr>
          <p:cNvPr id="5" name="Footer Placeholder 4">
            <a:extLst>
              <a:ext uri="{FF2B5EF4-FFF2-40B4-BE49-F238E27FC236}">
                <a16:creationId xmlns:a16="http://schemas.microsoft.com/office/drawing/2014/main" id="{15DA1124-D81C-EDC7-6480-DEDD6195B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CD7AF12-8107-B06B-745A-0A402E8AE8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ACB6FA-6651-413B-B1BC-2F7C3FB5FEBE}" type="slidenum">
              <a:rPr lang="en-GB" smtClean="0"/>
              <a:t>‹#›</a:t>
            </a:fld>
            <a:endParaRPr lang="en-GB"/>
          </a:p>
        </p:txBody>
      </p:sp>
    </p:spTree>
    <p:extLst>
      <p:ext uri="{BB962C8B-B14F-4D97-AF65-F5344CB8AC3E}">
        <p14:creationId xmlns:p14="http://schemas.microsoft.com/office/powerpoint/2010/main" val="337969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9.gif"/><Relationship Id="rId5" Type="http://schemas.openxmlformats.org/officeDocument/2006/relationships/image" Target="../media/image19.png"/><Relationship Id="rId4" Type="http://schemas.openxmlformats.org/officeDocument/2006/relationships/image" Target="../media/image8.gif"/></Relationships>
</file>

<file path=ppt/slides/_rels/slide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7E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1438-FCB6-EB43-5EC4-06DAD2FF1054}"/>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latin typeface="Arial" panose="020B0604020202020204" pitchFamily="34" charset="0"/>
                <a:cs typeface="Arial" panose="020B0604020202020204" pitchFamily="34" charset="0"/>
              </a:rPr>
              <a:t>Sampling and Inference</a:t>
            </a:r>
          </a:p>
        </p:txBody>
      </p:sp>
      <p:sp>
        <p:nvSpPr>
          <p:cNvPr id="3" name="TextBox 2">
            <a:extLst>
              <a:ext uri="{FF2B5EF4-FFF2-40B4-BE49-F238E27FC236}">
                <a16:creationId xmlns:a16="http://schemas.microsoft.com/office/drawing/2014/main" id="{1F431469-EEDD-F494-7C38-EEA344BA6AD2}"/>
              </a:ext>
            </a:extLst>
          </p:cNvPr>
          <p:cNvSpPr txBox="1"/>
          <p:nvPr/>
        </p:nvSpPr>
        <p:spPr>
          <a:xfrm>
            <a:off x="838200" y="1126434"/>
            <a:ext cx="2205091" cy="1754326"/>
          </a:xfrm>
          <a:prstGeom prst="rect">
            <a:avLst/>
          </a:prstGeom>
          <a:noFill/>
        </p:spPr>
        <p:txBody>
          <a:bodyPr wrap="none" rtlCol="0">
            <a:spAutoFit/>
          </a:bodyPr>
          <a:lstStyle/>
          <a:p>
            <a:r>
              <a:rPr lang="en-GB"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Background: #FCF7E4</a:t>
            </a:r>
          </a:p>
          <a:p>
            <a:r>
              <a:rPr lang="en-GB"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Heading #4E75A3</a:t>
            </a: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Text #595959</a:t>
            </a:r>
          </a:p>
          <a:p>
            <a:r>
              <a:rPr lang="en-GB"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Highlight #DD7E0E</a:t>
            </a:r>
          </a:p>
          <a:p>
            <a:endParaRPr lang="en-GB"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endParaRPr lang="en-GB"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0485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F117B3-7FD2-484A-AB16-B0C126D38EE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6360" y="1068404"/>
            <a:ext cx="8986738" cy="5072514"/>
          </a:xfrm>
          <a:prstGeom prst="rect">
            <a:avLst/>
          </a:prstGeom>
        </p:spPr>
      </p:pic>
    </p:spTree>
    <p:extLst>
      <p:ext uri="{BB962C8B-B14F-4D97-AF65-F5344CB8AC3E}">
        <p14:creationId xmlns:p14="http://schemas.microsoft.com/office/powerpoint/2010/main" val="2762662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C14FCD-CE55-96BA-1852-9E29E2F422BB}"/>
              </a:ext>
            </a:extLst>
          </p:cNvPr>
          <p:cNvPicPr>
            <a:picLocks noChangeAspect="1"/>
          </p:cNvPicPr>
          <p:nvPr/>
        </p:nvPicPr>
        <p:blipFill>
          <a:blip r:embed="rId2"/>
          <a:stretch>
            <a:fillRect/>
          </a:stretch>
        </p:blipFill>
        <p:spPr>
          <a:xfrm>
            <a:off x="315038" y="1087788"/>
            <a:ext cx="3922592" cy="5483610"/>
          </a:xfrm>
          <a:prstGeom prst="rect">
            <a:avLst/>
          </a:prstGeom>
          <a:ln w="3175">
            <a:solidFill>
              <a:schemeClr val="tx1"/>
            </a:solidFill>
          </a:ln>
        </p:spPr>
      </p:pic>
      <p:sp>
        <p:nvSpPr>
          <p:cNvPr id="13" name="Title 1">
            <a:extLst>
              <a:ext uri="{FF2B5EF4-FFF2-40B4-BE49-F238E27FC236}">
                <a16:creationId xmlns:a16="http://schemas.microsoft.com/office/drawing/2014/main" id="{9C798C78-04E9-11CD-7D6C-182B6EDF6A73}"/>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pic>
        <p:nvPicPr>
          <p:cNvPr id="3" name="Picture 2">
            <a:extLst>
              <a:ext uri="{FF2B5EF4-FFF2-40B4-BE49-F238E27FC236}">
                <a16:creationId xmlns:a16="http://schemas.microsoft.com/office/drawing/2014/main" id="{E0F90981-8310-CC6F-E6C6-D1347D3525D5}"/>
              </a:ext>
            </a:extLst>
          </p:cNvPr>
          <p:cNvPicPr>
            <a:picLocks noChangeAspect="1"/>
          </p:cNvPicPr>
          <p:nvPr/>
        </p:nvPicPr>
        <p:blipFill>
          <a:blip r:embed="rId3"/>
          <a:stretch>
            <a:fillRect/>
          </a:stretch>
        </p:blipFill>
        <p:spPr>
          <a:xfrm>
            <a:off x="4569847" y="4169438"/>
            <a:ext cx="5371173" cy="2401960"/>
          </a:xfrm>
          <a:prstGeom prst="rect">
            <a:avLst/>
          </a:prstGeom>
          <a:ln w="3175">
            <a:solidFill>
              <a:schemeClr val="tx1">
                <a:lumMod val="65000"/>
                <a:lumOff val="35000"/>
              </a:schemeClr>
            </a:solidFill>
          </a:ln>
        </p:spPr>
      </p:pic>
      <p:pic>
        <p:nvPicPr>
          <p:cNvPr id="8" name="Picture 7">
            <a:extLst>
              <a:ext uri="{FF2B5EF4-FFF2-40B4-BE49-F238E27FC236}">
                <a16:creationId xmlns:a16="http://schemas.microsoft.com/office/drawing/2014/main" id="{C54EF227-167A-A9B3-1642-2AF0254AC57D}"/>
              </a:ext>
            </a:extLst>
          </p:cNvPr>
          <p:cNvPicPr>
            <a:picLocks noChangeAspect="1"/>
          </p:cNvPicPr>
          <p:nvPr/>
        </p:nvPicPr>
        <p:blipFill>
          <a:blip r:embed="rId4"/>
          <a:stretch>
            <a:fillRect/>
          </a:stretch>
        </p:blipFill>
        <p:spPr>
          <a:xfrm>
            <a:off x="4585855" y="1918563"/>
            <a:ext cx="5902851" cy="1982763"/>
          </a:xfrm>
          <a:prstGeom prst="rect">
            <a:avLst/>
          </a:prstGeom>
          <a:noFill/>
          <a:ln w="3175">
            <a:noFill/>
          </a:ln>
        </p:spPr>
      </p:pic>
      <p:sp>
        <p:nvSpPr>
          <p:cNvPr id="9" name="TextBox 8">
            <a:extLst>
              <a:ext uri="{FF2B5EF4-FFF2-40B4-BE49-F238E27FC236}">
                <a16:creationId xmlns:a16="http://schemas.microsoft.com/office/drawing/2014/main" id="{D605D3F4-9687-6EB0-9C59-6F37F22BE9AB}"/>
              </a:ext>
            </a:extLst>
          </p:cNvPr>
          <p:cNvSpPr txBox="1"/>
          <p:nvPr/>
        </p:nvSpPr>
        <p:spPr>
          <a:xfrm>
            <a:off x="4569847" y="1093379"/>
            <a:ext cx="5918859" cy="646331"/>
          </a:xfrm>
          <a:prstGeom prst="rect">
            <a:avLst/>
          </a:prstGeom>
          <a:noFill/>
        </p:spPr>
        <p:txBody>
          <a:bodyPr wrap="square">
            <a:spAutoFit/>
          </a:bodyPr>
          <a:lstStyle/>
          <a:p>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Case Study: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Effect of dupilumab versus placebo on mean change from baseline in prebronchodilator FEV</a:t>
            </a:r>
            <a:r>
              <a:rPr lang="en-GB" baseline="-250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1</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week 12</a:t>
            </a:r>
            <a:endParaRPr lang="en-GB" dirty="0"/>
          </a:p>
        </p:txBody>
      </p:sp>
      <p:sp>
        <p:nvSpPr>
          <p:cNvPr id="10" name="Rectangle 9">
            <a:extLst>
              <a:ext uri="{FF2B5EF4-FFF2-40B4-BE49-F238E27FC236}">
                <a16:creationId xmlns:a16="http://schemas.microsoft.com/office/drawing/2014/main" id="{F8A991EC-E103-C104-53EF-7DC80A081C51}"/>
              </a:ext>
            </a:extLst>
          </p:cNvPr>
          <p:cNvSpPr/>
          <p:nvPr/>
        </p:nvSpPr>
        <p:spPr>
          <a:xfrm>
            <a:off x="4772167" y="3780430"/>
            <a:ext cx="5618329" cy="120896"/>
          </a:xfrm>
          <a:prstGeom prst="rect">
            <a:avLst/>
          </a:prstGeom>
          <a:solidFill>
            <a:srgbClr val="FF0000">
              <a:alpha val="10000"/>
            </a:srgbClr>
          </a:solid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81BFD64-08CE-C767-FBE5-1CA6E084431A}"/>
              </a:ext>
            </a:extLst>
          </p:cNvPr>
          <p:cNvSpPr/>
          <p:nvPr/>
        </p:nvSpPr>
        <p:spPr>
          <a:xfrm>
            <a:off x="4585855" y="1918563"/>
            <a:ext cx="5902851" cy="2034738"/>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6274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F084-E3BB-1B7C-C06C-EB87C399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E6CA3-6B1A-8684-4162-3DD99F1889F5}"/>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Sampling and Inference</a:t>
            </a:r>
          </a:p>
        </p:txBody>
      </p:sp>
      <p:sp>
        <p:nvSpPr>
          <p:cNvPr id="3" name="TextBox 2">
            <a:extLst>
              <a:ext uri="{FF2B5EF4-FFF2-40B4-BE49-F238E27FC236}">
                <a16:creationId xmlns:a16="http://schemas.microsoft.com/office/drawing/2014/main" id="{779958BD-3559-40B4-93E0-B944438D80C2}"/>
              </a:ext>
            </a:extLst>
          </p:cNvPr>
          <p:cNvSpPr txBox="1"/>
          <p:nvPr/>
        </p:nvSpPr>
        <p:spPr>
          <a:xfrm>
            <a:off x="838200" y="1191724"/>
            <a:ext cx="8422114" cy="369332"/>
          </a:xfrm>
          <a:prstGeom prst="rect">
            <a:avLst/>
          </a:prstGeom>
          <a:noFill/>
        </p:spPr>
        <p:txBody>
          <a:bodyPr wrap="none" rtlCol="0">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Each clinical trial should have a clearly-defined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objective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based on the following criteria:</a:t>
            </a:r>
            <a:endParaRPr lang="en-GB"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13">
            <a:extLst>
              <a:ext uri="{FF2B5EF4-FFF2-40B4-BE49-F238E27FC236}">
                <a16:creationId xmlns:a16="http://schemas.microsoft.com/office/drawing/2014/main" id="{F0B0DAD5-984E-99BC-37E6-964D2EDA53FE}"/>
              </a:ext>
            </a:extLst>
          </p:cNvPr>
          <p:cNvSpPr txBox="1"/>
          <p:nvPr/>
        </p:nvSpPr>
        <p:spPr bwMode="auto">
          <a:xfrm>
            <a:off x="2169033" y="1849145"/>
            <a:ext cx="1050914" cy="272267"/>
          </a:xfrm>
          <a:prstGeom prst="rect">
            <a:avLst/>
          </a:prstGeom>
          <a:noFill/>
          <a:ln w="9525">
            <a:noFill/>
            <a:round/>
            <a:headEnd/>
            <a:tailEnd/>
          </a:ln>
        </p:spPr>
        <p:txBody>
          <a:bodyPr wrap="non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Population</a:t>
            </a:r>
          </a:p>
        </p:txBody>
      </p:sp>
      <p:grpSp>
        <p:nvGrpSpPr>
          <p:cNvPr id="5" name="Group 4">
            <a:extLst>
              <a:ext uri="{FF2B5EF4-FFF2-40B4-BE49-F238E27FC236}">
                <a16:creationId xmlns:a16="http://schemas.microsoft.com/office/drawing/2014/main" id="{8CEC6E29-0D16-5209-C49F-D25E6F422FC1}"/>
              </a:ext>
            </a:extLst>
          </p:cNvPr>
          <p:cNvGrpSpPr/>
          <p:nvPr/>
        </p:nvGrpSpPr>
        <p:grpSpPr>
          <a:xfrm>
            <a:off x="2157054" y="2179481"/>
            <a:ext cx="1181645" cy="732902"/>
            <a:chOff x="7111532" y="2553230"/>
            <a:chExt cx="1680563" cy="1042350"/>
          </a:xfrm>
        </p:grpSpPr>
        <p:pic>
          <p:nvPicPr>
            <p:cNvPr id="24" name="Picture 23" descr="Image result for human icon png">
              <a:extLst>
                <a:ext uri="{FF2B5EF4-FFF2-40B4-BE49-F238E27FC236}">
                  <a16:creationId xmlns:a16="http://schemas.microsoft.com/office/drawing/2014/main" id="{2CF4C1BC-FFDF-4D22-35C5-761145626FE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Image result for human icon png">
              <a:extLst>
                <a:ext uri="{FF2B5EF4-FFF2-40B4-BE49-F238E27FC236}">
                  <a16:creationId xmlns:a16="http://schemas.microsoft.com/office/drawing/2014/main" id="{A1359F5D-93E7-C23F-97A7-4CE564EB91F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mage result for human icon png">
              <a:extLst>
                <a:ext uri="{FF2B5EF4-FFF2-40B4-BE49-F238E27FC236}">
                  <a16:creationId xmlns:a16="http://schemas.microsoft.com/office/drawing/2014/main" id="{C0C12D8C-3381-EEDB-367C-6C20B3B77F1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Image result for human icon png">
              <a:extLst>
                <a:ext uri="{FF2B5EF4-FFF2-40B4-BE49-F238E27FC236}">
                  <a16:creationId xmlns:a16="http://schemas.microsoft.com/office/drawing/2014/main" id="{D00E8EA1-B546-C1CF-6AF7-F7E1EF4FBAE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mage result for human icon png">
              <a:extLst>
                <a:ext uri="{FF2B5EF4-FFF2-40B4-BE49-F238E27FC236}">
                  <a16:creationId xmlns:a16="http://schemas.microsoft.com/office/drawing/2014/main" id="{9D3992BD-1531-B93E-2137-DE82AB8A65E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human icon png">
              <a:extLst>
                <a:ext uri="{FF2B5EF4-FFF2-40B4-BE49-F238E27FC236}">
                  <a16:creationId xmlns:a16="http://schemas.microsoft.com/office/drawing/2014/main" id="{34F32C93-5FD4-35BE-D0A4-FBA120559E4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mage result for human icon png">
              <a:extLst>
                <a:ext uri="{FF2B5EF4-FFF2-40B4-BE49-F238E27FC236}">
                  <a16:creationId xmlns:a16="http://schemas.microsoft.com/office/drawing/2014/main" id="{C03618EE-3371-7F78-3369-97EC20B101C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Image result for human icon png">
              <a:extLst>
                <a:ext uri="{FF2B5EF4-FFF2-40B4-BE49-F238E27FC236}">
                  <a16:creationId xmlns:a16="http://schemas.microsoft.com/office/drawing/2014/main" id="{A672D0BB-CB81-1ECC-82A9-3CB251F5249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Image result for human icon png">
              <a:extLst>
                <a:ext uri="{FF2B5EF4-FFF2-40B4-BE49-F238E27FC236}">
                  <a16:creationId xmlns:a16="http://schemas.microsoft.com/office/drawing/2014/main" id="{82C83908-341B-BC6B-AACB-B172AEDD415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Image result for human icon png">
              <a:extLst>
                <a:ext uri="{FF2B5EF4-FFF2-40B4-BE49-F238E27FC236}">
                  <a16:creationId xmlns:a16="http://schemas.microsoft.com/office/drawing/2014/main" id="{829CD324-63D9-0672-3FA0-67147EFD4A6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Image result for human icon png">
              <a:extLst>
                <a:ext uri="{FF2B5EF4-FFF2-40B4-BE49-F238E27FC236}">
                  <a16:creationId xmlns:a16="http://schemas.microsoft.com/office/drawing/2014/main" id="{C1471725-6B1D-CA51-EA00-93ACDA4B3A2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Image result for human icon png">
              <a:extLst>
                <a:ext uri="{FF2B5EF4-FFF2-40B4-BE49-F238E27FC236}">
                  <a16:creationId xmlns:a16="http://schemas.microsoft.com/office/drawing/2014/main" id="{522068D0-3C49-99DF-0E85-76C23662AAB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Image result for human icon png">
              <a:extLst>
                <a:ext uri="{FF2B5EF4-FFF2-40B4-BE49-F238E27FC236}">
                  <a16:creationId xmlns:a16="http://schemas.microsoft.com/office/drawing/2014/main" id="{5EBCBE73-7394-C058-97A5-5FE94BA9F2B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Image result for human icon png">
              <a:extLst>
                <a:ext uri="{FF2B5EF4-FFF2-40B4-BE49-F238E27FC236}">
                  <a16:creationId xmlns:a16="http://schemas.microsoft.com/office/drawing/2014/main" id="{513630E7-EA89-F873-BE37-39DC992222E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Image result for human icon png">
              <a:extLst>
                <a:ext uri="{FF2B5EF4-FFF2-40B4-BE49-F238E27FC236}">
                  <a16:creationId xmlns:a16="http://schemas.microsoft.com/office/drawing/2014/main" id="{E78DF531-EAFD-6552-128C-37862ECE6EA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Image result for human icon png">
              <a:extLst>
                <a:ext uri="{FF2B5EF4-FFF2-40B4-BE49-F238E27FC236}">
                  <a16:creationId xmlns:a16="http://schemas.microsoft.com/office/drawing/2014/main" id="{47445F2E-68FB-050A-835C-A9B70049E87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40">
            <a:extLst>
              <a:ext uri="{FF2B5EF4-FFF2-40B4-BE49-F238E27FC236}">
                <a16:creationId xmlns:a16="http://schemas.microsoft.com/office/drawing/2014/main" id="{B370B8CE-1435-7D33-CE4C-0D12E2C335B6}"/>
              </a:ext>
            </a:extLst>
          </p:cNvPr>
          <p:cNvSpPr txBox="1"/>
          <p:nvPr/>
        </p:nvSpPr>
        <p:spPr bwMode="auto">
          <a:xfrm>
            <a:off x="4407171" y="1879745"/>
            <a:ext cx="815016" cy="272267"/>
          </a:xfrm>
          <a:prstGeom prst="rect">
            <a:avLst/>
          </a:prstGeom>
          <a:noFill/>
          <a:ln w="9525">
            <a:noFill/>
            <a:round/>
            <a:headEnd/>
            <a:tailEnd/>
          </a:ln>
        </p:spPr>
        <p:txBody>
          <a:bodyPr wrap="non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Variable</a:t>
            </a:r>
          </a:p>
        </p:txBody>
      </p:sp>
      <p:sp>
        <p:nvSpPr>
          <p:cNvPr id="7" name="TextBox 68">
            <a:extLst>
              <a:ext uri="{FF2B5EF4-FFF2-40B4-BE49-F238E27FC236}">
                <a16:creationId xmlns:a16="http://schemas.microsoft.com/office/drawing/2014/main" id="{AFB5A97A-0FC6-D2AE-7E48-DE5FABD98C58}"/>
              </a:ext>
            </a:extLst>
          </p:cNvPr>
          <p:cNvSpPr txBox="1"/>
          <p:nvPr/>
        </p:nvSpPr>
        <p:spPr bwMode="auto">
          <a:xfrm>
            <a:off x="7924966" y="1785370"/>
            <a:ext cx="1652730" cy="272267"/>
          </a:xfrm>
          <a:prstGeom prst="rect">
            <a:avLst/>
          </a:prstGeom>
          <a:noFill/>
          <a:ln w="9525">
            <a:noFill/>
            <a:round/>
            <a:headEnd/>
            <a:tailEnd/>
          </a:ln>
        </p:spPr>
        <p:txBody>
          <a:bodyPr wrap="squar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Test statistic</a:t>
            </a:r>
          </a:p>
        </p:txBody>
      </p:sp>
      <p:grpSp>
        <p:nvGrpSpPr>
          <p:cNvPr id="8" name="Group 7">
            <a:extLst>
              <a:ext uri="{FF2B5EF4-FFF2-40B4-BE49-F238E27FC236}">
                <a16:creationId xmlns:a16="http://schemas.microsoft.com/office/drawing/2014/main" id="{6B78E7DA-E47B-C339-1A12-666A59B39B13}"/>
              </a:ext>
            </a:extLst>
          </p:cNvPr>
          <p:cNvGrpSpPr/>
          <p:nvPr/>
        </p:nvGrpSpPr>
        <p:grpSpPr>
          <a:xfrm>
            <a:off x="3857218" y="2292235"/>
            <a:ext cx="1482640" cy="607500"/>
            <a:chOff x="3245339" y="2703605"/>
            <a:chExt cx="2108645" cy="864000"/>
          </a:xfrm>
        </p:grpSpPr>
        <p:grpSp>
          <p:nvGrpSpPr>
            <p:cNvPr id="19" name="Group 18">
              <a:extLst>
                <a:ext uri="{FF2B5EF4-FFF2-40B4-BE49-F238E27FC236}">
                  <a16:creationId xmlns:a16="http://schemas.microsoft.com/office/drawing/2014/main" id="{9D4B634F-81A8-6CDB-9D44-DC1C320B40A1}"/>
                </a:ext>
              </a:extLst>
            </p:cNvPr>
            <p:cNvGrpSpPr/>
            <p:nvPr/>
          </p:nvGrpSpPr>
          <p:grpSpPr>
            <a:xfrm>
              <a:off x="3862246" y="2703605"/>
              <a:ext cx="1491738" cy="864000"/>
              <a:chOff x="7345502" y="3578736"/>
              <a:chExt cx="1491738" cy="864000"/>
            </a:xfrm>
          </p:grpSpPr>
          <p:cxnSp>
            <p:nvCxnSpPr>
              <p:cNvPr id="21" name="Straight Connector 20">
                <a:extLst>
                  <a:ext uri="{FF2B5EF4-FFF2-40B4-BE49-F238E27FC236}">
                    <a16:creationId xmlns:a16="http://schemas.microsoft.com/office/drawing/2014/main" id="{D6D08C0D-AB9B-8528-C1FD-AF42AE39D101}"/>
                  </a:ext>
                </a:extLst>
              </p:cNvPr>
              <p:cNvCxnSpPr/>
              <p:nvPr/>
            </p:nvCxnSpPr>
            <p:spPr bwMode="auto">
              <a:xfrm>
                <a:off x="7345502" y="3578736"/>
                <a:ext cx="0" cy="864000"/>
              </a:xfrm>
              <a:prstGeom prst="line">
                <a:avLst/>
              </a:prstGeom>
              <a:solidFill>
                <a:srgbClr val="00B8FF"/>
              </a:solidFill>
              <a:ln w="28575" cap="flat" cmpd="sng" algn="ctr">
                <a:solidFill>
                  <a:schemeClr val="bg1">
                    <a:lumMod val="65000"/>
                  </a:schemeClr>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A807AE89-A82F-8778-7977-DA51CFF828B1}"/>
                  </a:ext>
                </a:extLst>
              </p:cNvPr>
              <p:cNvCxnSpPr/>
              <p:nvPr/>
            </p:nvCxnSpPr>
            <p:spPr bwMode="auto">
              <a:xfrm flipH="1">
                <a:off x="7347933" y="4439404"/>
                <a:ext cx="1489307" cy="0"/>
              </a:xfrm>
              <a:prstGeom prst="line">
                <a:avLst/>
              </a:prstGeom>
              <a:solidFill>
                <a:srgbClr val="00B8FF"/>
              </a:solidFill>
              <a:ln w="28575" cap="flat" cmpd="sng" algn="ctr">
                <a:solidFill>
                  <a:schemeClr val="bg1">
                    <a:lumMod val="65000"/>
                  </a:schemeClr>
                </a:solidFill>
                <a:prstDash val="solid"/>
                <a:round/>
                <a:headEnd type="none" w="med" len="med"/>
                <a:tailEnd type="none" w="med" len="med"/>
              </a:ln>
              <a:effectLst/>
            </p:spPr>
          </p:cxnSp>
          <p:sp>
            <p:nvSpPr>
              <p:cNvPr id="23" name="Freeform 49">
                <a:extLst>
                  <a:ext uri="{FF2B5EF4-FFF2-40B4-BE49-F238E27FC236}">
                    <a16:creationId xmlns:a16="http://schemas.microsoft.com/office/drawing/2014/main" id="{B3343EAE-BC2F-7FB4-7891-1565A5F7452A}"/>
                  </a:ext>
                </a:extLst>
              </p:cNvPr>
              <p:cNvSpPr/>
              <p:nvPr/>
            </p:nvSpPr>
            <p:spPr bwMode="auto">
              <a:xfrm>
                <a:off x="7410450" y="3706614"/>
                <a:ext cx="1377950" cy="527050"/>
              </a:xfrm>
              <a:custGeom>
                <a:avLst/>
                <a:gdLst>
                  <a:gd name="connsiteX0" fmla="*/ 0 w 1377950"/>
                  <a:gd name="connsiteY0" fmla="*/ 63500 h 527050"/>
                  <a:gd name="connsiteX1" fmla="*/ 342900 w 1377950"/>
                  <a:gd name="connsiteY1" fmla="*/ 0 h 527050"/>
                  <a:gd name="connsiteX2" fmla="*/ 546100 w 1377950"/>
                  <a:gd name="connsiteY2" fmla="*/ 171450 h 527050"/>
                  <a:gd name="connsiteX3" fmla="*/ 844550 w 1377950"/>
                  <a:gd name="connsiteY3" fmla="*/ 273050 h 527050"/>
                  <a:gd name="connsiteX4" fmla="*/ 1092200 w 1377950"/>
                  <a:gd name="connsiteY4" fmla="*/ 463550 h 527050"/>
                  <a:gd name="connsiteX5" fmla="*/ 1377950 w 1377950"/>
                  <a:gd name="connsiteY5" fmla="*/ 527050 h 527050"/>
                  <a:gd name="connsiteX6" fmla="*/ 1377950 w 1377950"/>
                  <a:gd name="connsiteY6" fmla="*/ 527050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7950" h="527050">
                    <a:moveTo>
                      <a:pt x="0" y="63500"/>
                    </a:moveTo>
                    <a:lnTo>
                      <a:pt x="342900" y="0"/>
                    </a:lnTo>
                    <a:lnTo>
                      <a:pt x="546100" y="171450"/>
                    </a:lnTo>
                    <a:lnTo>
                      <a:pt x="844550" y="273050"/>
                    </a:lnTo>
                    <a:lnTo>
                      <a:pt x="1092200" y="463550"/>
                    </a:lnTo>
                    <a:lnTo>
                      <a:pt x="1377950" y="527050"/>
                    </a:lnTo>
                    <a:lnTo>
                      <a:pt x="1377950" y="527050"/>
                    </a:lnTo>
                  </a:path>
                </a:pathLst>
              </a:custGeom>
              <a:noFill/>
              <a:ln w="28575" cap="flat" cmpd="sng" algn="ctr">
                <a:solidFill>
                  <a:schemeClr val="accent1">
                    <a:lumMod val="75000"/>
                  </a:schemeClr>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a:cs typeface="Lucida Sans Unicode" charset="0"/>
                </a:endParaRPr>
              </a:p>
            </p:txBody>
          </p:sp>
        </p:grpSp>
        <p:pic>
          <p:nvPicPr>
            <p:cNvPr id="20" name="Picture 19" descr="Related image">
              <a:extLst>
                <a:ext uri="{FF2B5EF4-FFF2-40B4-BE49-F238E27FC236}">
                  <a16:creationId xmlns:a16="http://schemas.microsoft.com/office/drawing/2014/main" id="{55F8B3DD-8C8F-9BFD-A007-C4A12249AC63}"/>
                </a:ext>
              </a:extLst>
            </p:cNvPr>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8898797">
              <a:off x="3245339" y="2782335"/>
              <a:ext cx="670631" cy="6706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B9CEB2E4-AA44-D595-7431-F71FB0460217}"/>
              </a:ext>
            </a:extLst>
          </p:cNvPr>
          <p:cNvGrpSpPr/>
          <p:nvPr/>
        </p:nvGrpSpPr>
        <p:grpSpPr>
          <a:xfrm>
            <a:off x="8230779" y="2204949"/>
            <a:ext cx="1037551" cy="691080"/>
            <a:chOff x="5236840" y="5059827"/>
            <a:chExt cx="1475628" cy="982871"/>
          </a:xfrm>
        </p:grpSpPr>
        <p:sp>
          <p:nvSpPr>
            <p:cNvPr id="12" name="TextBox 41">
              <a:extLst>
                <a:ext uri="{FF2B5EF4-FFF2-40B4-BE49-F238E27FC236}">
                  <a16:creationId xmlns:a16="http://schemas.microsoft.com/office/drawing/2014/main" id="{E3D8DFE8-EB67-9366-6B7B-39B794413B24}"/>
                </a:ext>
              </a:extLst>
            </p:cNvPr>
            <p:cNvSpPr txBox="1"/>
            <p:nvPr/>
          </p:nvSpPr>
          <p:spPr bwMode="auto">
            <a:xfrm>
              <a:off x="6261692" y="5405937"/>
              <a:ext cx="450776" cy="582427"/>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2500" b="1" dirty="0">
                  <a:solidFill>
                    <a:srgbClr val="00CC99">
                      <a:lumMod val="75000"/>
                    </a:srgbClr>
                  </a:solidFill>
                  <a:latin typeface="Arial" panose="020B0604020202020204" pitchFamily="34" charset="0"/>
                  <a:cs typeface="Arial" panose="020B0604020202020204" pitchFamily="34" charset="0"/>
                  <a:sym typeface="Symbol"/>
                </a:rPr>
                <a:t></a:t>
              </a:r>
              <a:endParaRPr lang="en-GB" sz="2500" b="1" dirty="0">
                <a:solidFill>
                  <a:srgbClr val="00CC99">
                    <a:lumMod val="75000"/>
                  </a:srgbClr>
                </a:solidFill>
                <a:latin typeface="Arial" panose="020B0604020202020204" pitchFamily="34" charset="0"/>
                <a:cs typeface="Arial" panose="020B0604020202020204" pitchFamily="34" charset="0"/>
              </a:endParaRPr>
            </a:p>
          </p:txBody>
        </p:sp>
        <p:sp>
          <p:nvSpPr>
            <p:cNvPr id="13" name="TextBox 43">
              <a:extLst>
                <a:ext uri="{FF2B5EF4-FFF2-40B4-BE49-F238E27FC236}">
                  <a16:creationId xmlns:a16="http://schemas.microsoft.com/office/drawing/2014/main" id="{AE417A4D-4AAA-4C7B-9375-946AEE559C39}"/>
                </a:ext>
              </a:extLst>
            </p:cNvPr>
            <p:cNvSpPr txBox="1"/>
            <p:nvPr/>
          </p:nvSpPr>
          <p:spPr bwMode="auto">
            <a:xfrm rot="20504887">
              <a:off x="5683722" y="5059827"/>
              <a:ext cx="733476" cy="387455"/>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solidFill>
                  <a:latin typeface="Arial"/>
                  <a:cs typeface="Lucida Sans Unicode" charset="0"/>
                </a:rPr>
                <a:t>ratio</a:t>
              </a:r>
            </a:p>
          </p:txBody>
        </p:sp>
        <p:grpSp>
          <p:nvGrpSpPr>
            <p:cNvPr id="14" name="Group 13">
              <a:extLst>
                <a:ext uri="{FF2B5EF4-FFF2-40B4-BE49-F238E27FC236}">
                  <a16:creationId xmlns:a16="http://schemas.microsoft.com/office/drawing/2014/main" id="{0ECFB624-3FCD-143F-B28C-54EAF99CB867}"/>
                </a:ext>
              </a:extLst>
            </p:cNvPr>
            <p:cNvGrpSpPr/>
            <p:nvPr/>
          </p:nvGrpSpPr>
          <p:grpSpPr>
            <a:xfrm>
              <a:off x="5236840" y="5466845"/>
              <a:ext cx="555648" cy="575853"/>
              <a:chOff x="5332672" y="5527404"/>
              <a:chExt cx="555648" cy="575853"/>
            </a:xfrm>
          </p:grpSpPr>
          <p:sp>
            <p:nvSpPr>
              <p:cNvPr id="17" name="Oval 16">
                <a:extLst>
                  <a:ext uri="{FF2B5EF4-FFF2-40B4-BE49-F238E27FC236}">
                    <a16:creationId xmlns:a16="http://schemas.microsoft.com/office/drawing/2014/main" id="{324E21E1-7A30-24B7-4F2C-75E1E2C81218}"/>
                  </a:ext>
                </a:extLst>
              </p:cNvPr>
              <p:cNvSpPr/>
              <p:nvPr/>
            </p:nvSpPr>
            <p:spPr bwMode="auto">
              <a:xfrm>
                <a:off x="5332672" y="5527404"/>
                <a:ext cx="547242" cy="547242"/>
              </a:xfrm>
              <a:prstGeom prst="ellipse">
                <a:avLst/>
              </a:prstGeom>
              <a:solidFill>
                <a:schemeClr val="accent1">
                  <a:lumMod val="75000"/>
                </a:schemeClr>
              </a:solidFill>
              <a:ln w="9525" cap="flat" cmpd="sng" algn="ctr">
                <a:solidFill>
                  <a:schemeClr val="accent1">
                    <a:lumMod val="75000"/>
                  </a:schemeClr>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charset="0"/>
                  <a:cs typeface="Lucida Sans Unicode" charset="0"/>
                </a:endParaRPr>
              </a:p>
            </p:txBody>
          </p:sp>
          <p:sp>
            <p:nvSpPr>
              <p:cNvPr id="18" name="TextBox 50">
                <a:extLst>
                  <a:ext uri="{FF2B5EF4-FFF2-40B4-BE49-F238E27FC236}">
                    <a16:creationId xmlns:a16="http://schemas.microsoft.com/office/drawing/2014/main" id="{6ABC1CAF-004C-C236-899E-C479B9304628}"/>
                  </a:ext>
                </a:extLst>
              </p:cNvPr>
              <p:cNvSpPr txBox="1"/>
              <p:nvPr/>
            </p:nvSpPr>
            <p:spPr bwMode="auto">
              <a:xfrm>
                <a:off x="5332672" y="5556305"/>
                <a:ext cx="555648" cy="546952"/>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2300" b="1" dirty="0">
                    <a:solidFill>
                      <a:srgbClr val="FFFFFF"/>
                    </a:solidFill>
                    <a:latin typeface="Arial"/>
                    <a:cs typeface="Lucida Sans Unicode" charset="0"/>
                  </a:rPr>
                  <a:t>%</a:t>
                </a:r>
              </a:p>
            </p:txBody>
          </p:sp>
        </p:grpSp>
        <p:sp>
          <p:nvSpPr>
            <p:cNvPr id="15" name="Isosceles Triangle 14">
              <a:extLst>
                <a:ext uri="{FF2B5EF4-FFF2-40B4-BE49-F238E27FC236}">
                  <a16:creationId xmlns:a16="http://schemas.microsoft.com/office/drawing/2014/main" id="{A895E5B5-5F85-DAC7-BF37-3D0153CFAC49}"/>
                </a:ext>
              </a:extLst>
            </p:cNvPr>
            <p:cNvSpPr/>
            <p:nvPr/>
          </p:nvSpPr>
          <p:spPr bwMode="auto">
            <a:xfrm>
              <a:off x="6008497" y="5469916"/>
              <a:ext cx="170341" cy="146846"/>
            </a:xfrm>
            <a:prstGeom prst="triangle">
              <a:avLst/>
            </a:prstGeom>
            <a:solidFill>
              <a:schemeClr val="bg2"/>
            </a:solidFill>
            <a:ln w="9525" cap="flat" cmpd="sng" algn="ctr">
              <a:solidFill>
                <a:schemeClr val="bg2"/>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charset="0"/>
                <a:cs typeface="Lucida Sans Unicode" charset="0"/>
              </a:endParaRPr>
            </a:p>
          </p:txBody>
        </p:sp>
        <p:cxnSp>
          <p:nvCxnSpPr>
            <p:cNvPr id="16" name="Straight Connector 15">
              <a:extLst>
                <a:ext uri="{FF2B5EF4-FFF2-40B4-BE49-F238E27FC236}">
                  <a16:creationId xmlns:a16="http://schemas.microsoft.com/office/drawing/2014/main" id="{FE78774C-22D7-3D7B-A6CF-2802BA781D0B}"/>
                </a:ext>
              </a:extLst>
            </p:cNvPr>
            <p:cNvCxnSpPr/>
            <p:nvPr/>
          </p:nvCxnSpPr>
          <p:spPr bwMode="auto">
            <a:xfrm rot="21067798" flipV="1">
              <a:off x="5797358" y="5372704"/>
              <a:ext cx="576064" cy="88014"/>
            </a:xfrm>
            <a:prstGeom prst="line">
              <a:avLst/>
            </a:prstGeom>
            <a:solidFill>
              <a:srgbClr val="00B8FF"/>
            </a:solidFill>
            <a:ln w="57150" cap="flat" cmpd="sng" algn="ctr">
              <a:solidFill>
                <a:schemeClr val="bg2"/>
              </a:solidFill>
              <a:prstDash val="solid"/>
              <a:round/>
              <a:headEnd type="none" w="med" len="med"/>
              <a:tailEnd type="none" w="med" len="med"/>
            </a:ln>
            <a:effectLst/>
          </p:spPr>
        </p:cxnSp>
      </p:grpSp>
      <p:sp>
        <p:nvSpPr>
          <p:cNvPr id="10" name="TextBox 54">
            <a:extLst>
              <a:ext uri="{FF2B5EF4-FFF2-40B4-BE49-F238E27FC236}">
                <a16:creationId xmlns:a16="http://schemas.microsoft.com/office/drawing/2014/main" id="{5A1EC803-5046-4870-B6EF-8C4F7EF253D2}"/>
              </a:ext>
            </a:extLst>
          </p:cNvPr>
          <p:cNvSpPr txBox="1"/>
          <p:nvPr/>
        </p:nvSpPr>
        <p:spPr bwMode="auto">
          <a:xfrm>
            <a:off x="6228539" y="1858283"/>
            <a:ext cx="983331" cy="272267"/>
          </a:xfrm>
          <a:prstGeom prst="rect">
            <a:avLst/>
          </a:prstGeom>
          <a:noFill/>
          <a:ln w="9525">
            <a:noFill/>
            <a:round/>
            <a:headEnd/>
            <a:tailEnd/>
          </a:ln>
        </p:spPr>
        <p:txBody>
          <a:bodyPr wrap="non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Treatment</a:t>
            </a:r>
          </a:p>
        </p:txBody>
      </p:sp>
      <p:pic>
        <p:nvPicPr>
          <p:cNvPr id="11" name="Picture 10">
            <a:extLst>
              <a:ext uri="{FF2B5EF4-FFF2-40B4-BE49-F238E27FC236}">
                <a16:creationId xmlns:a16="http://schemas.microsoft.com/office/drawing/2014/main" id="{5BCECC0D-5707-4FB9-8841-98F32B20FF7B}"/>
              </a:ext>
            </a:extLst>
          </p:cNvPr>
          <p:cNvPicPr>
            <a:picLocks noChangeAspect="1"/>
          </p:cNvPicPr>
          <p:nvPr/>
        </p:nvPicPr>
        <p:blipFill>
          <a:blip r:embed="rId4"/>
          <a:stretch>
            <a:fillRect/>
          </a:stretch>
        </p:blipFill>
        <p:spPr>
          <a:xfrm>
            <a:off x="6053769" y="2292235"/>
            <a:ext cx="1509485" cy="603794"/>
          </a:xfrm>
          <a:prstGeom prst="rect">
            <a:avLst/>
          </a:prstGeom>
        </p:spPr>
      </p:pic>
      <p:sp>
        <p:nvSpPr>
          <p:cNvPr id="42" name="TextBox 41">
            <a:extLst>
              <a:ext uri="{FF2B5EF4-FFF2-40B4-BE49-F238E27FC236}">
                <a16:creationId xmlns:a16="http://schemas.microsoft.com/office/drawing/2014/main" id="{C32E6FDF-5C3B-797C-AAD2-DB649FAF2F52}"/>
              </a:ext>
            </a:extLst>
          </p:cNvPr>
          <p:cNvSpPr txBox="1"/>
          <p:nvPr/>
        </p:nvSpPr>
        <p:spPr>
          <a:xfrm>
            <a:off x="705971" y="3341239"/>
            <a:ext cx="10784541" cy="1754326"/>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Example:</a:t>
            </a: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To estimate the effect of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dupilumab 300mg Q2W</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compared with placebo, on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change from baseline in trough FEV₁ at Week 12</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in the population of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patients with COPD and blood eosinophil count &gt;300 cells per µL</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test statistic</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depends on the type of data. In this example the primary endpoint is continuous (quantitative) and the statistic of interest is the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difference in means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(mean in dupilumab group – mean in placebo group)</a:t>
            </a:r>
          </a:p>
        </p:txBody>
      </p:sp>
    </p:spTree>
    <p:extLst>
      <p:ext uri="{BB962C8B-B14F-4D97-AF65-F5344CB8AC3E}">
        <p14:creationId xmlns:p14="http://schemas.microsoft.com/office/powerpoint/2010/main" val="120272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2C0E0E-0AE4-548D-325D-D022436FACF3}"/>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Sampling and Inference</a:t>
            </a:r>
          </a:p>
        </p:txBody>
      </p:sp>
      <p:grpSp>
        <p:nvGrpSpPr>
          <p:cNvPr id="2" name="Group 1">
            <a:extLst>
              <a:ext uri="{FF2B5EF4-FFF2-40B4-BE49-F238E27FC236}">
                <a16:creationId xmlns:a16="http://schemas.microsoft.com/office/drawing/2014/main" id="{CFFB4299-5641-A59F-70D4-AFCA34572A94}"/>
              </a:ext>
            </a:extLst>
          </p:cNvPr>
          <p:cNvGrpSpPr/>
          <p:nvPr/>
        </p:nvGrpSpPr>
        <p:grpSpPr>
          <a:xfrm>
            <a:off x="1221060" y="1140539"/>
            <a:ext cx="9361939" cy="753072"/>
            <a:chOff x="838200" y="1229222"/>
            <a:chExt cx="9361939" cy="753072"/>
          </a:xfrm>
        </p:grpSpPr>
        <p:grpSp>
          <p:nvGrpSpPr>
            <p:cNvPr id="5" name="Group 4">
              <a:extLst>
                <a:ext uri="{FF2B5EF4-FFF2-40B4-BE49-F238E27FC236}">
                  <a16:creationId xmlns:a16="http://schemas.microsoft.com/office/drawing/2014/main" id="{771C7C06-B5A5-43FA-397D-1881D7AC2932}"/>
                </a:ext>
              </a:extLst>
            </p:cNvPr>
            <p:cNvGrpSpPr/>
            <p:nvPr/>
          </p:nvGrpSpPr>
          <p:grpSpPr>
            <a:xfrm>
              <a:off x="838200" y="1231463"/>
              <a:ext cx="1181645" cy="732902"/>
              <a:chOff x="7111532" y="2553230"/>
              <a:chExt cx="1680563" cy="1042350"/>
            </a:xfrm>
          </p:grpSpPr>
          <p:pic>
            <p:nvPicPr>
              <p:cNvPr id="6" name="Picture 5" descr="Image result for human icon png">
                <a:extLst>
                  <a:ext uri="{FF2B5EF4-FFF2-40B4-BE49-F238E27FC236}">
                    <a16:creationId xmlns:a16="http://schemas.microsoft.com/office/drawing/2014/main" id="{D372B52D-D467-403C-46E7-10EFF589986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human icon png">
                <a:extLst>
                  <a:ext uri="{FF2B5EF4-FFF2-40B4-BE49-F238E27FC236}">
                    <a16:creationId xmlns:a16="http://schemas.microsoft.com/office/drawing/2014/main" id="{BBFDBC1B-A5F5-A9BC-6F92-9BAB3F6145A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human icon png">
                <a:extLst>
                  <a:ext uri="{FF2B5EF4-FFF2-40B4-BE49-F238E27FC236}">
                    <a16:creationId xmlns:a16="http://schemas.microsoft.com/office/drawing/2014/main" id="{629A53DA-F8D8-86D5-984A-F82AA7B6448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human icon png">
                <a:extLst>
                  <a:ext uri="{FF2B5EF4-FFF2-40B4-BE49-F238E27FC236}">
                    <a16:creationId xmlns:a16="http://schemas.microsoft.com/office/drawing/2014/main" id="{A77B7CA2-C6A2-271B-5829-622924F8036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Image result for human icon png">
                <a:extLst>
                  <a:ext uri="{FF2B5EF4-FFF2-40B4-BE49-F238E27FC236}">
                    <a16:creationId xmlns:a16="http://schemas.microsoft.com/office/drawing/2014/main" id="{7FFE73B1-DCC8-E2CD-3C6C-37BEDD660ED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Image result for human icon png">
                <a:extLst>
                  <a:ext uri="{FF2B5EF4-FFF2-40B4-BE49-F238E27FC236}">
                    <a16:creationId xmlns:a16="http://schemas.microsoft.com/office/drawing/2014/main" id="{7C4D1BC3-15AD-514E-E528-A9B0FA1AAF8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Image result for human icon png">
                <a:extLst>
                  <a:ext uri="{FF2B5EF4-FFF2-40B4-BE49-F238E27FC236}">
                    <a16:creationId xmlns:a16="http://schemas.microsoft.com/office/drawing/2014/main" id="{6E81E57A-5BBF-64A5-7027-FFB827ADCB5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Image result for human icon png">
                <a:extLst>
                  <a:ext uri="{FF2B5EF4-FFF2-40B4-BE49-F238E27FC236}">
                    <a16:creationId xmlns:a16="http://schemas.microsoft.com/office/drawing/2014/main" id="{02A8E007-D414-7A94-78EC-D4625A8085E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Image result for human icon png">
                <a:extLst>
                  <a:ext uri="{FF2B5EF4-FFF2-40B4-BE49-F238E27FC236}">
                    <a16:creationId xmlns:a16="http://schemas.microsoft.com/office/drawing/2014/main" id="{04E50FA1-67B4-D56E-937A-99DBDE648A9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Image result for human icon png">
                <a:extLst>
                  <a:ext uri="{FF2B5EF4-FFF2-40B4-BE49-F238E27FC236}">
                    <a16:creationId xmlns:a16="http://schemas.microsoft.com/office/drawing/2014/main" id="{3715E953-45DC-30BB-9761-072CE0D1ED8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Image result for human icon png">
                <a:extLst>
                  <a:ext uri="{FF2B5EF4-FFF2-40B4-BE49-F238E27FC236}">
                    <a16:creationId xmlns:a16="http://schemas.microsoft.com/office/drawing/2014/main" id="{6177C6BF-3B9B-DFC1-AFE4-C83C111192C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Image result for human icon png">
                <a:extLst>
                  <a:ext uri="{FF2B5EF4-FFF2-40B4-BE49-F238E27FC236}">
                    <a16:creationId xmlns:a16="http://schemas.microsoft.com/office/drawing/2014/main" id="{99E93AA1-E9D1-545A-EDBE-42E0914BEB6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Image result for human icon png">
                <a:extLst>
                  <a:ext uri="{FF2B5EF4-FFF2-40B4-BE49-F238E27FC236}">
                    <a16:creationId xmlns:a16="http://schemas.microsoft.com/office/drawing/2014/main" id="{0E2ED4EC-880F-9890-4524-F45AD540351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Image result for human icon png">
                <a:extLst>
                  <a:ext uri="{FF2B5EF4-FFF2-40B4-BE49-F238E27FC236}">
                    <a16:creationId xmlns:a16="http://schemas.microsoft.com/office/drawing/2014/main" id="{690C43A1-4945-70E9-D5D0-23ADDD7360E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Image result for human icon png">
                <a:extLst>
                  <a:ext uri="{FF2B5EF4-FFF2-40B4-BE49-F238E27FC236}">
                    <a16:creationId xmlns:a16="http://schemas.microsoft.com/office/drawing/2014/main" id="{15889C9C-88B8-B384-8907-E8A22095C7D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Image result for human icon png">
                <a:extLst>
                  <a:ext uri="{FF2B5EF4-FFF2-40B4-BE49-F238E27FC236}">
                    <a16:creationId xmlns:a16="http://schemas.microsoft.com/office/drawing/2014/main" id="{AE8502F2-44E2-AF51-5F76-C9B319B0A89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880D8C70-9BF1-7FD2-84C0-DE43E777E5DE}"/>
                </a:ext>
              </a:extLst>
            </p:cNvPr>
            <p:cNvGrpSpPr/>
            <p:nvPr/>
          </p:nvGrpSpPr>
          <p:grpSpPr>
            <a:xfrm>
              <a:off x="1876891" y="1231463"/>
              <a:ext cx="1181645" cy="732902"/>
              <a:chOff x="7111532" y="2553230"/>
              <a:chExt cx="1680563" cy="1042350"/>
            </a:xfrm>
          </p:grpSpPr>
          <p:pic>
            <p:nvPicPr>
              <p:cNvPr id="23" name="Picture 22" descr="Image result for human icon png">
                <a:extLst>
                  <a:ext uri="{FF2B5EF4-FFF2-40B4-BE49-F238E27FC236}">
                    <a16:creationId xmlns:a16="http://schemas.microsoft.com/office/drawing/2014/main" id="{BC3ADDF9-6BE9-EF25-4F11-C97E894435D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Image result for human icon png">
                <a:extLst>
                  <a:ext uri="{FF2B5EF4-FFF2-40B4-BE49-F238E27FC236}">
                    <a16:creationId xmlns:a16="http://schemas.microsoft.com/office/drawing/2014/main" id="{A39B3732-2F5A-9F1F-F609-B656F3F09EC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Image result for human icon png">
                <a:extLst>
                  <a:ext uri="{FF2B5EF4-FFF2-40B4-BE49-F238E27FC236}">
                    <a16:creationId xmlns:a16="http://schemas.microsoft.com/office/drawing/2014/main" id="{D826998D-B0C0-7B0F-CFA6-D9AC29987A6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mage result for human icon png">
                <a:extLst>
                  <a:ext uri="{FF2B5EF4-FFF2-40B4-BE49-F238E27FC236}">
                    <a16:creationId xmlns:a16="http://schemas.microsoft.com/office/drawing/2014/main" id="{EFBAFDFD-806B-7D9C-5BFE-EA46265533C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Image result for human icon png">
                <a:extLst>
                  <a:ext uri="{FF2B5EF4-FFF2-40B4-BE49-F238E27FC236}">
                    <a16:creationId xmlns:a16="http://schemas.microsoft.com/office/drawing/2014/main" id="{5A30C97C-7195-5297-56CD-32E5A0A0B81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mage result for human icon png">
                <a:extLst>
                  <a:ext uri="{FF2B5EF4-FFF2-40B4-BE49-F238E27FC236}">
                    <a16:creationId xmlns:a16="http://schemas.microsoft.com/office/drawing/2014/main" id="{DF64E265-09B3-A556-C6C4-EAFB5CBC542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human icon png">
                <a:extLst>
                  <a:ext uri="{FF2B5EF4-FFF2-40B4-BE49-F238E27FC236}">
                    <a16:creationId xmlns:a16="http://schemas.microsoft.com/office/drawing/2014/main" id="{5D0387E8-052F-2A5F-7A0C-86FE0712F33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mage result for human icon png">
                <a:extLst>
                  <a:ext uri="{FF2B5EF4-FFF2-40B4-BE49-F238E27FC236}">
                    <a16:creationId xmlns:a16="http://schemas.microsoft.com/office/drawing/2014/main" id="{C4276471-048E-A738-EDB0-507BEAC2F02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Image result for human icon png">
                <a:extLst>
                  <a:ext uri="{FF2B5EF4-FFF2-40B4-BE49-F238E27FC236}">
                    <a16:creationId xmlns:a16="http://schemas.microsoft.com/office/drawing/2014/main" id="{9DC2D757-3F61-A688-F5B4-A113978D08C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Image result for human icon png">
                <a:extLst>
                  <a:ext uri="{FF2B5EF4-FFF2-40B4-BE49-F238E27FC236}">
                    <a16:creationId xmlns:a16="http://schemas.microsoft.com/office/drawing/2014/main" id="{BFB02E1D-BB38-98C5-7977-A753C468261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Image result for human icon png">
                <a:extLst>
                  <a:ext uri="{FF2B5EF4-FFF2-40B4-BE49-F238E27FC236}">
                    <a16:creationId xmlns:a16="http://schemas.microsoft.com/office/drawing/2014/main" id="{B2EE6BEC-050F-79D1-D99A-ABEDEEE1537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Image result for human icon png">
                <a:extLst>
                  <a:ext uri="{FF2B5EF4-FFF2-40B4-BE49-F238E27FC236}">
                    <a16:creationId xmlns:a16="http://schemas.microsoft.com/office/drawing/2014/main" id="{D5B8BC65-9A6D-F550-FA2A-83CF5CBA02A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Image result for human icon png">
                <a:extLst>
                  <a:ext uri="{FF2B5EF4-FFF2-40B4-BE49-F238E27FC236}">
                    <a16:creationId xmlns:a16="http://schemas.microsoft.com/office/drawing/2014/main" id="{FC2710DC-EA72-E949-F270-8C0D159657C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Image result for human icon png">
                <a:extLst>
                  <a:ext uri="{FF2B5EF4-FFF2-40B4-BE49-F238E27FC236}">
                    <a16:creationId xmlns:a16="http://schemas.microsoft.com/office/drawing/2014/main" id="{86329D34-1FAE-A21B-3E7E-369E29CC3D2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Image result for human icon png">
                <a:extLst>
                  <a:ext uri="{FF2B5EF4-FFF2-40B4-BE49-F238E27FC236}">
                    <a16:creationId xmlns:a16="http://schemas.microsoft.com/office/drawing/2014/main" id="{6E37AA63-5704-CDBB-BFE6-03BEF891F73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Image result for human icon png">
                <a:extLst>
                  <a:ext uri="{FF2B5EF4-FFF2-40B4-BE49-F238E27FC236}">
                    <a16:creationId xmlns:a16="http://schemas.microsoft.com/office/drawing/2014/main" id="{F996BC58-EA5E-03FC-ABFC-74028E15532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Group 38">
              <a:extLst>
                <a:ext uri="{FF2B5EF4-FFF2-40B4-BE49-F238E27FC236}">
                  <a16:creationId xmlns:a16="http://schemas.microsoft.com/office/drawing/2014/main" id="{F9B642CD-0A1E-581A-1A38-D99D940A949E}"/>
                </a:ext>
              </a:extLst>
            </p:cNvPr>
            <p:cNvGrpSpPr/>
            <p:nvPr/>
          </p:nvGrpSpPr>
          <p:grpSpPr>
            <a:xfrm>
              <a:off x="2867607" y="1231462"/>
              <a:ext cx="1181645" cy="732902"/>
              <a:chOff x="7111532" y="2553230"/>
              <a:chExt cx="1680563" cy="1042350"/>
            </a:xfrm>
          </p:grpSpPr>
          <p:pic>
            <p:nvPicPr>
              <p:cNvPr id="40" name="Picture 39" descr="Image result for human icon png">
                <a:extLst>
                  <a:ext uri="{FF2B5EF4-FFF2-40B4-BE49-F238E27FC236}">
                    <a16:creationId xmlns:a16="http://schemas.microsoft.com/office/drawing/2014/main" id="{71508E15-3D1D-4A15-8B91-2A37BF7A877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Image result for human icon png">
                <a:extLst>
                  <a:ext uri="{FF2B5EF4-FFF2-40B4-BE49-F238E27FC236}">
                    <a16:creationId xmlns:a16="http://schemas.microsoft.com/office/drawing/2014/main" id="{5456BE12-09C9-9B2B-1112-F9900E192C3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Image result for human icon png">
                <a:extLst>
                  <a:ext uri="{FF2B5EF4-FFF2-40B4-BE49-F238E27FC236}">
                    <a16:creationId xmlns:a16="http://schemas.microsoft.com/office/drawing/2014/main" id="{9885C9E7-A673-849C-235E-274833F56D3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Image result for human icon png">
                <a:extLst>
                  <a:ext uri="{FF2B5EF4-FFF2-40B4-BE49-F238E27FC236}">
                    <a16:creationId xmlns:a16="http://schemas.microsoft.com/office/drawing/2014/main" id="{CB561B09-FF18-14F8-31B3-C15F2E3B0BE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Image result for human icon png">
                <a:extLst>
                  <a:ext uri="{FF2B5EF4-FFF2-40B4-BE49-F238E27FC236}">
                    <a16:creationId xmlns:a16="http://schemas.microsoft.com/office/drawing/2014/main" id="{9AAD39E5-C9FC-478C-88A8-EB6E861A1C3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Image result for human icon png">
                <a:extLst>
                  <a:ext uri="{FF2B5EF4-FFF2-40B4-BE49-F238E27FC236}">
                    <a16:creationId xmlns:a16="http://schemas.microsoft.com/office/drawing/2014/main" id="{E6CB8025-A0FE-2CE6-05DA-D8A0E53D493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Image result for human icon png">
                <a:extLst>
                  <a:ext uri="{FF2B5EF4-FFF2-40B4-BE49-F238E27FC236}">
                    <a16:creationId xmlns:a16="http://schemas.microsoft.com/office/drawing/2014/main" id="{C772C223-0410-45EF-9DEC-376782F2296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Image result for human icon png">
                <a:extLst>
                  <a:ext uri="{FF2B5EF4-FFF2-40B4-BE49-F238E27FC236}">
                    <a16:creationId xmlns:a16="http://schemas.microsoft.com/office/drawing/2014/main" id="{A723E172-C85F-68D1-3B03-97C39724154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Image result for human icon png">
                <a:extLst>
                  <a:ext uri="{FF2B5EF4-FFF2-40B4-BE49-F238E27FC236}">
                    <a16:creationId xmlns:a16="http://schemas.microsoft.com/office/drawing/2014/main" id="{4AE8264A-2E2C-16E5-7D05-56033FCE823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Image result for human icon png">
                <a:extLst>
                  <a:ext uri="{FF2B5EF4-FFF2-40B4-BE49-F238E27FC236}">
                    <a16:creationId xmlns:a16="http://schemas.microsoft.com/office/drawing/2014/main" id="{E621CA27-3FE9-9505-F145-82E61441C91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Image result for human icon png">
                <a:extLst>
                  <a:ext uri="{FF2B5EF4-FFF2-40B4-BE49-F238E27FC236}">
                    <a16:creationId xmlns:a16="http://schemas.microsoft.com/office/drawing/2014/main" id="{62752A71-0686-CC27-1F61-67D29392D5C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Image result for human icon png">
                <a:extLst>
                  <a:ext uri="{FF2B5EF4-FFF2-40B4-BE49-F238E27FC236}">
                    <a16:creationId xmlns:a16="http://schemas.microsoft.com/office/drawing/2014/main" id="{F843590D-401A-D679-68EC-2D48D910570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Image result for human icon png">
                <a:extLst>
                  <a:ext uri="{FF2B5EF4-FFF2-40B4-BE49-F238E27FC236}">
                    <a16:creationId xmlns:a16="http://schemas.microsoft.com/office/drawing/2014/main" id="{282E76CA-F5D5-5517-9A62-2E6C5E2BD0B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Image result for human icon png">
                <a:extLst>
                  <a:ext uri="{FF2B5EF4-FFF2-40B4-BE49-F238E27FC236}">
                    <a16:creationId xmlns:a16="http://schemas.microsoft.com/office/drawing/2014/main" id="{9FEF4DF8-F9E4-5B5E-EC55-958D80417A4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Image result for human icon png">
                <a:extLst>
                  <a:ext uri="{FF2B5EF4-FFF2-40B4-BE49-F238E27FC236}">
                    <a16:creationId xmlns:a16="http://schemas.microsoft.com/office/drawing/2014/main" id="{AC2EC14E-42E2-B72F-30F5-D1915D824EC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descr="Image result for human icon png">
                <a:extLst>
                  <a:ext uri="{FF2B5EF4-FFF2-40B4-BE49-F238E27FC236}">
                    <a16:creationId xmlns:a16="http://schemas.microsoft.com/office/drawing/2014/main" id="{1087DB06-E812-08CA-FC15-F29E45B7951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Group 55">
              <a:extLst>
                <a:ext uri="{FF2B5EF4-FFF2-40B4-BE49-F238E27FC236}">
                  <a16:creationId xmlns:a16="http://schemas.microsoft.com/office/drawing/2014/main" id="{47AA8B5F-F610-729A-7AB2-81F94228C351}"/>
                </a:ext>
              </a:extLst>
            </p:cNvPr>
            <p:cNvGrpSpPr/>
            <p:nvPr/>
          </p:nvGrpSpPr>
          <p:grpSpPr>
            <a:xfrm>
              <a:off x="3906298" y="1231462"/>
              <a:ext cx="1181645" cy="732902"/>
              <a:chOff x="7111532" y="2553230"/>
              <a:chExt cx="1680563" cy="1042350"/>
            </a:xfrm>
          </p:grpSpPr>
          <p:pic>
            <p:nvPicPr>
              <p:cNvPr id="57" name="Picture 56" descr="Image result for human icon png">
                <a:extLst>
                  <a:ext uri="{FF2B5EF4-FFF2-40B4-BE49-F238E27FC236}">
                    <a16:creationId xmlns:a16="http://schemas.microsoft.com/office/drawing/2014/main" id="{3F97263C-13FE-5C5D-4E0F-596F06B54F3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Image result for human icon png">
                <a:extLst>
                  <a:ext uri="{FF2B5EF4-FFF2-40B4-BE49-F238E27FC236}">
                    <a16:creationId xmlns:a16="http://schemas.microsoft.com/office/drawing/2014/main" id="{D6CA3B7C-70E4-7EB5-02B8-80D0290DD89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descr="Image result for human icon png">
                <a:extLst>
                  <a:ext uri="{FF2B5EF4-FFF2-40B4-BE49-F238E27FC236}">
                    <a16:creationId xmlns:a16="http://schemas.microsoft.com/office/drawing/2014/main" id="{73F78581-0DAE-D365-2726-DECF244BF0A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descr="Image result for human icon png">
                <a:extLst>
                  <a:ext uri="{FF2B5EF4-FFF2-40B4-BE49-F238E27FC236}">
                    <a16:creationId xmlns:a16="http://schemas.microsoft.com/office/drawing/2014/main" id="{8AEFA177-D842-797D-016A-9625C9B5628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descr="Image result for human icon png">
                <a:extLst>
                  <a:ext uri="{FF2B5EF4-FFF2-40B4-BE49-F238E27FC236}">
                    <a16:creationId xmlns:a16="http://schemas.microsoft.com/office/drawing/2014/main" id="{5F65726F-E7DD-658E-3E1B-9D6DC61BD3F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descr="Image result for human icon png">
                <a:extLst>
                  <a:ext uri="{FF2B5EF4-FFF2-40B4-BE49-F238E27FC236}">
                    <a16:creationId xmlns:a16="http://schemas.microsoft.com/office/drawing/2014/main" id="{6EA795CC-AD86-58AD-3A5F-2A1B26D1D5E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descr="Image result for human icon png">
                <a:extLst>
                  <a:ext uri="{FF2B5EF4-FFF2-40B4-BE49-F238E27FC236}">
                    <a16:creationId xmlns:a16="http://schemas.microsoft.com/office/drawing/2014/main" id="{3EC6E46F-53C7-04A3-7510-AB8359248B5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descr="Image result for human icon png">
                <a:extLst>
                  <a:ext uri="{FF2B5EF4-FFF2-40B4-BE49-F238E27FC236}">
                    <a16:creationId xmlns:a16="http://schemas.microsoft.com/office/drawing/2014/main" id="{A09C5796-2D99-2656-5686-92346A0EE00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descr="Image result for human icon png">
                <a:extLst>
                  <a:ext uri="{FF2B5EF4-FFF2-40B4-BE49-F238E27FC236}">
                    <a16:creationId xmlns:a16="http://schemas.microsoft.com/office/drawing/2014/main" id="{25394442-641C-4F0C-DEC0-12235E5F47B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descr="Image result for human icon png">
                <a:extLst>
                  <a:ext uri="{FF2B5EF4-FFF2-40B4-BE49-F238E27FC236}">
                    <a16:creationId xmlns:a16="http://schemas.microsoft.com/office/drawing/2014/main" id="{DB316545-8DC6-96A1-20A0-86A70C36B01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Image result for human icon png">
                <a:extLst>
                  <a:ext uri="{FF2B5EF4-FFF2-40B4-BE49-F238E27FC236}">
                    <a16:creationId xmlns:a16="http://schemas.microsoft.com/office/drawing/2014/main" id="{E40FD9DD-55CA-2243-2E7C-2AAAB0053A8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descr="Image result for human icon png">
                <a:extLst>
                  <a:ext uri="{FF2B5EF4-FFF2-40B4-BE49-F238E27FC236}">
                    <a16:creationId xmlns:a16="http://schemas.microsoft.com/office/drawing/2014/main" id="{D3C77E3E-7AAD-200B-481B-89F1D1D08EE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descr="Image result for human icon png">
                <a:extLst>
                  <a:ext uri="{FF2B5EF4-FFF2-40B4-BE49-F238E27FC236}">
                    <a16:creationId xmlns:a16="http://schemas.microsoft.com/office/drawing/2014/main" id="{9E65300C-8BA9-EB44-9E14-AC7A1525D53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Image result for human icon png">
                <a:extLst>
                  <a:ext uri="{FF2B5EF4-FFF2-40B4-BE49-F238E27FC236}">
                    <a16:creationId xmlns:a16="http://schemas.microsoft.com/office/drawing/2014/main" id="{F66C54A7-D519-426F-6D3B-4A55A256210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descr="Image result for human icon png">
                <a:extLst>
                  <a:ext uri="{FF2B5EF4-FFF2-40B4-BE49-F238E27FC236}">
                    <a16:creationId xmlns:a16="http://schemas.microsoft.com/office/drawing/2014/main" id="{A5A6411B-54D5-B407-6B20-51A7EDF6A3E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Image result for human icon png">
                <a:extLst>
                  <a:ext uri="{FF2B5EF4-FFF2-40B4-BE49-F238E27FC236}">
                    <a16:creationId xmlns:a16="http://schemas.microsoft.com/office/drawing/2014/main" id="{8D82D97B-B39C-FA3A-5E3E-A4BA0541812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3" name="Group 72">
              <a:extLst>
                <a:ext uri="{FF2B5EF4-FFF2-40B4-BE49-F238E27FC236}">
                  <a16:creationId xmlns:a16="http://schemas.microsoft.com/office/drawing/2014/main" id="{5FBAE647-5160-912D-9523-483B69CF88EB}"/>
                </a:ext>
              </a:extLst>
            </p:cNvPr>
            <p:cNvGrpSpPr/>
            <p:nvPr/>
          </p:nvGrpSpPr>
          <p:grpSpPr>
            <a:xfrm>
              <a:off x="4919872" y="1231462"/>
              <a:ext cx="1181645" cy="732902"/>
              <a:chOff x="7111532" y="2553230"/>
              <a:chExt cx="1680563" cy="1042350"/>
            </a:xfrm>
          </p:grpSpPr>
          <p:pic>
            <p:nvPicPr>
              <p:cNvPr id="74" name="Picture 73" descr="Image result for human icon png">
                <a:extLst>
                  <a:ext uri="{FF2B5EF4-FFF2-40B4-BE49-F238E27FC236}">
                    <a16:creationId xmlns:a16="http://schemas.microsoft.com/office/drawing/2014/main" id="{4779E857-7295-20B0-0AC0-C582BE378CB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descr="Image result for human icon png">
                <a:extLst>
                  <a:ext uri="{FF2B5EF4-FFF2-40B4-BE49-F238E27FC236}">
                    <a16:creationId xmlns:a16="http://schemas.microsoft.com/office/drawing/2014/main" id="{970FF49B-1C91-D3A6-CEC6-50CCD12B228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descr="Image result for human icon png">
                <a:extLst>
                  <a:ext uri="{FF2B5EF4-FFF2-40B4-BE49-F238E27FC236}">
                    <a16:creationId xmlns:a16="http://schemas.microsoft.com/office/drawing/2014/main" id="{542FAAC2-C2D2-67B4-06D3-3E98F7C72CB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descr="Image result for human icon png">
                <a:extLst>
                  <a:ext uri="{FF2B5EF4-FFF2-40B4-BE49-F238E27FC236}">
                    <a16:creationId xmlns:a16="http://schemas.microsoft.com/office/drawing/2014/main" id="{A510E57F-6059-43E9-5840-07AAD30CD50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7" descr="Image result for human icon png">
                <a:extLst>
                  <a:ext uri="{FF2B5EF4-FFF2-40B4-BE49-F238E27FC236}">
                    <a16:creationId xmlns:a16="http://schemas.microsoft.com/office/drawing/2014/main" id="{7E639FDD-25EA-A894-3316-06655274F05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78" descr="Image result for human icon png">
                <a:extLst>
                  <a:ext uri="{FF2B5EF4-FFF2-40B4-BE49-F238E27FC236}">
                    <a16:creationId xmlns:a16="http://schemas.microsoft.com/office/drawing/2014/main" id="{11F1F0E7-3507-1EB1-5A2C-79D42446601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descr="Image result for human icon png">
                <a:extLst>
                  <a:ext uri="{FF2B5EF4-FFF2-40B4-BE49-F238E27FC236}">
                    <a16:creationId xmlns:a16="http://schemas.microsoft.com/office/drawing/2014/main" id="{6A1CC33E-ECDB-BB87-2A31-7E131E130CC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descr="Image result for human icon png">
                <a:extLst>
                  <a:ext uri="{FF2B5EF4-FFF2-40B4-BE49-F238E27FC236}">
                    <a16:creationId xmlns:a16="http://schemas.microsoft.com/office/drawing/2014/main" id="{A87C55E5-ED0D-5E27-D04F-7DAB07156FD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1" descr="Image result for human icon png">
                <a:extLst>
                  <a:ext uri="{FF2B5EF4-FFF2-40B4-BE49-F238E27FC236}">
                    <a16:creationId xmlns:a16="http://schemas.microsoft.com/office/drawing/2014/main" id="{0C6B8E0D-7920-66CE-3B8E-36E77CBFDD2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2" descr="Image result for human icon png">
                <a:extLst>
                  <a:ext uri="{FF2B5EF4-FFF2-40B4-BE49-F238E27FC236}">
                    <a16:creationId xmlns:a16="http://schemas.microsoft.com/office/drawing/2014/main" id="{4197535D-F513-835E-646A-0DCB4202A8D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descr="Image result for human icon png">
                <a:extLst>
                  <a:ext uri="{FF2B5EF4-FFF2-40B4-BE49-F238E27FC236}">
                    <a16:creationId xmlns:a16="http://schemas.microsoft.com/office/drawing/2014/main" id="{106D1557-1FEC-6B88-4C66-7B2E90AAACA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descr="Image result for human icon png">
                <a:extLst>
                  <a:ext uri="{FF2B5EF4-FFF2-40B4-BE49-F238E27FC236}">
                    <a16:creationId xmlns:a16="http://schemas.microsoft.com/office/drawing/2014/main" id="{8D05F3C3-F358-119F-12BA-837AB51961A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5" descr="Image result for human icon png">
                <a:extLst>
                  <a:ext uri="{FF2B5EF4-FFF2-40B4-BE49-F238E27FC236}">
                    <a16:creationId xmlns:a16="http://schemas.microsoft.com/office/drawing/2014/main" id="{BA55427E-1E27-6A7F-5878-94913B6BAF2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Image result for human icon png">
                <a:extLst>
                  <a:ext uri="{FF2B5EF4-FFF2-40B4-BE49-F238E27FC236}">
                    <a16:creationId xmlns:a16="http://schemas.microsoft.com/office/drawing/2014/main" id="{FCA06AAC-57DF-05F6-0A5B-7C22681A99A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Image result for human icon png">
                <a:extLst>
                  <a:ext uri="{FF2B5EF4-FFF2-40B4-BE49-F238E27FC236}">
                    <a16:creationId xmlns:a16="http://schemas.microsoft.com/office/drawing/2014/main" id="{51BDF66C-F81F-23E0-5C95-91E8F7361A7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Image result for human icon png">
                <a:extLst>
                  <a:ext uri="{FF2B5EF4-FFF2-40B4-BE49-F238E27FC236}">
                    <a16:creationId xmlns:a16="http://schemas.microsoft.com/office/drawing/2014/main" id="{BFBBEC91-A2C6-581C-2676-FD4166ACE62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0" name="Group 89">
              <a:extLst>
                <a:ext uri="{FF2B5EF4-FFF2-40B4-BE49-F238E27FC236}">
                  <a16:creationId xmlns:a16="http://schemas.microsoft.com/office/drawing/2014/main" id="{B6D32F7F-F8A0-2002-541E-F24A4297DC2F}"/>
                </a:ext>
              </a:extLst>
            </p:cNvPr>
            <p:cNvGrpSpPr/>
            <p:nvPr/>
          </p:nvGrpSpPr>
          <p:grpSpPr>
            <a:xfrm>
              <a:off x="5958563" y="1231462"/>
              <a:ext cx="1181645" cy="732902"/>
              <a:chOff x="7111532" y="2553230"/>
              <a:chExt cx="1680563" cy="1042350"/>
            </a:xfrm>
          </p:grpSpPr>
          <p:pic>
            <p:nvPicPr>
              <p:cNvPr id="91" name="Picture 90" descr="Image result for human icon png">
                <a:extLst>
                  <a:ext uri="{FF2B5EF4-FFF2-40B4-BE49-F238E27FC236}">
                    <a16:creationId xmlns:a16="http://schemas.microsoft.com/office/drawing/2014/main" id="{97A200B9-8889-3CF5-6FB3-D7AB8F343A7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1" descr="Image result for human icon png">
                <a:extLst>
                  <a:ext uri="{FF2B5EF4-FFF2-40B4-BE49-F238E27FC236}">
                    <a16:creationId xmlns:a16="http://schemas.microsoft.com/office/drawing/2014/main" id="{E6A9627C-824F-8A25-A5BD-6B598799608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92" descr="Image result for human icon png">
                <a:extLst>
                  <a:ext uri="{FF2B5EF4-FFF2-40B4-BE49-F238E27FC236}">
                    <a16:creationId xmlns:a16="http://schemas.microsoft.com/office/drawing/2014/main" id="{A16902C1-EC11-E5F4-9BF4-224C9E2F8D3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Image result for human icon png">
                <a:extLst>
                  <a:ext uri="{FF2B5EF4-FFF2-40B4-BE49-F238E27FC236}">
                    <a16:creationId xmlns:a16="http://schemas.microsoft.com/office/drawing/2014/main" id="{8B5AE965-1018-7A84-19EE-EF8E3755DC0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descr="Image result for human icon png">
                <a:extLst>
                  <a:ext uri="{FF2B5EF4-FFF2-40B4-BE49-F238E27FC236}">
                    <a16:creationId xmlns:a16="http://schemas.microsoft.com/office/drawing/2014/main" id="{1EF74B8C-6CB7-B444-4AAE-F74AEB3F184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descr="Image result for human icon png">
                <a:extLst>
                  <a:ext uri="{FF2B5EF4-FFF2-40B4-BE49-F238E27FC236}">
                    <a16:creationId xmlns:a16="http://schemas.microsoft.com/office/drawing/2014/main" id="{1246211A-2A8C-997E-C192-41CBACD0E72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96" descr="Image result for human icon png">
                <a:extLst>
                  <a:ext uri="{FF2B5EF4-FFF2-40B4-BE49-F238E27FC236}">
                    <a16:creationId xmlns:a16="http://schemas.microsoft.com/office/drawing/2014/main" id="{84BC6FB7-A533-F3D6-9906-CBEB9A42C92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Image result for human icon png">
                <a:extLst>
                  <a:ext uri="{FF2B5EF4-FFF2-40B4-BE49-F238E27FC236}">
                    <a16:creationId xmlns:a16="http://schemas.microsoft.com/office/drawing/2014/main" id="{18FDC51D-BBC3-FCB6-2254-1064434AB32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descr="Image result for human icon png">
                <a:extLst>
                  <a:ext uri="{FF2B5EF4-FFF2-40B4-BE49-F238E27FC236}">
                    <a16:creationId xmlns:a16="http://schemas.microsoft.com/office/drawing/2014/main" id="{B71721EE-F9BB-E525-7C6E-97C7D51E3DB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descr="Image result for human icon png">
                <a:extLst>
                  <a:ext uri="{FF2B5EF4-FFF2-40B4-BE49-F238E27FC236}">
                    <a16:creationId xmlns:a16="http://schemas.microsoft.com/office/drawing/2014/main" id="{0FF52B59-6AF7-3A6D-F3C8-67D2C16E358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00" descr="Image result for human icon png">
                <a:extLst>
                  <a:ext uri="{FF2B5EF4-FFF2-40B4-BE49-F238E27FC236}">
                    <a16:creationId xmlns:a16="http://schemas.microsoft.com/office/drawing/2014/main" id="{9C198ED1-5508-2798-4E94-AE89B9F5704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1" descr="Image result for human icon png">
                <a:extLst>
                  <a:ext uri="{FF2B5EF4-FFF2-40B4-BE49-F238E27FC236}">
                    <a16:creationId xmlns:a16="http://schemas.microsoft.com/office/drawing/2014/main" id="{EFAB7FFE-5F11-4AAD-C61E-028769EE512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2" descr="Image result for human icon png">
                <a:extLst>
                  <a:ext uri="{FF2B5EF4-FFF2-40B4-BE49-F238E27FC236}">
                    <a16:creationId xmlns:a16="http://schemas.microsoft.com/office/drawing/2014/main" id="{5AD77473-9F12-FD6E-32A4-BB8F1D636DD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descr="Image result for human icon png">
                <a:extLst>
                  <a:ext uri="{FF2B5EF4-FFF2-40B4-BE49-F238E27FC236}">
                    <a16:creationId xmlns:a16="http://schemas.microsoft.com/office/drawing/2014/main" id="{EFAACADF-EE41-A2AC-D083-F4DB3F36666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descr="Image result for human icon png">
                <a:extLst>
                  <a:ext uri="{FF2B5EF4-FFF2-40B4-BE49-F238E27FC236}">
                    <a16:creationId xmlns:a16="http://schemas.microsoft.com/office/drawing/2014/main" id="{A1D1E851-108E-E6DC-5133-2925EDF489A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05" descr="Image result for human icon png">
                <a:extLst>
                  <a:ext uri="{FF2B5EF4-FFF2-40B4-BE49-F238E27FC236}">
                    <a16:creationId xmlns:a16="http://schemas.microsoft.com/office/drawing/2014/main" id="{54992F81-4BEC-61FD-B053-8485ACE43D2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7" name="Group 106">
              <a:extLst>
                <a:ext uri="{FF2B5EF4-FFF2-40B4-BE49-F238E27FC236}">
                  <a16:creationId xmlns:a16="http://schemas.microsoft.com/office/drawing/2014/main" id="{E0C666DB-7D75-3AD4-F044-BF34E5BDFC65}"/>
                </a:ext>
              </a:extLst>
            </p:cNvPr>
            <p:cNvGrpSpPr/>
            <p:nvPr/>
          </p:nvGrpSpPr>
          <p:grpSpPr>
            <a:xfrm>
              <a:off x="6954370" y="1229222"/>
              <a:ext cx="1181645" cy="732902"/>
              <a:chOff x="7111532" y="2553230"/>
              <a:chExt cx="1680563" cy="1042350"/>
            </a:xfrm>
          </p:grpSpPr>
          <p:pic>
            <p:nvPicPr>
              <p:cNvPr id="108" name="Picture 107" descr="Image result for human icon png">
                <a:extLst>
                  <a:ext uri="{FF2B5EF4-FFF2-40B4-BE49-F238E27FC236}">
                    <a16:creationId xmlns:a16="http://schemas.microsoft.com/office/drawing/2014/main" id="{24240A3B-0788-C13C-3CF3-0E885DCE5EA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8" descr="Image result for human icon png">
                <a:extLst>
                  <a:ext uri="{FF2B5EF4-FFF2-40B4-BE49-F238E27FC236}">
                    <a16:creationId xmlns:a16="http://schemas.microsoft.com/office/drawing/2014/main" id="{76B3B8DB-CB67-AEB0-87E9-7186B3803AC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descr="Image result for human icon png">
                <a:extLst>
                  <a:ext uri="{FF2B5EF4-FFF2-40B4-BE49-F238E27FC236}">
                    <a16:creationId xmlns:a16="http://schemas.microsoft.com/office/drawing/2014/main" id="{5DEA6B48-0404-BB21-54C4-1A1A4F8E1AF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110" descr="Image result for human icon png">
                <a:extLst>
                  <a:ext uri="{FF2B5EF4-FFF2-40B4-BE49-F238E27FC236}">
                    <a16:creationId xmlns:a16="http://schemas.microsoft.com/office/drawing/2014/main" id="{55CF0FAC-E8B4-D39D-D479-69394821032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11" descr="Image result for human icon png">
                <a:extLst>
                  <a:ext uri="{FF2B5EF4-FFF2-40B4-BE49-F238E27FC236}">
                    <a16:creationId xmlns:a16="http://schemas.microsoft.com/office/drawing/2014/main" id="{85F83B30-5163-D763-0E2D-00A194B40AA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Image result for human icon png">
                <a:extLst>
                  <a:ext uri="{FF2B5EF4-FFF2-40B4-BE49-F238E27FC236}">
                    <a16:creationId xmlns:a16="http://schemas.microsoft.com/office/drawing/2014/main" id="{C3BF36CA-66F9-CCE1-8107-D14804BFEB9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113" descr="Image result for human icon png">
                <a:extLst>
                  <a:ext uri="{FF2B5EF4-FFF2-40B4-BE49-F238E27FC236}">
                    <a16:creationId xmlns:a16="http://schemas.microsoft.com/office/drawing/2014/main" id="{40090536-E37B-1957-256D-FA89A3C1816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14" descr="Image result for human icon png">
                <a:extLst>
                  <a:ext uri="{FF2B5EF4-FFF2-40B4-BE49-F238E27FC236}">
                    <a16:creationId xmlns:a16="http://schemas.microsoft.com/office/drawing/2014/main" id="{F669DB4A-CA30-6400-516D-F3A36F64158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15" descr="Image result for human icon png">
                <a:extLst>
                  <a:ext uri="{FF2B5EF4-FFF2-40B4-BE49-F238E27FC236}">
                    <a16:creationId xmlns:a16="http://schemas.microsoft.com/office/drawing/2014/main" id="{48AAAA5B-D676-CA84-3DB6-466F24D39F0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16" descr="Image result for human icon png">
                <a:extLst>
                  <a:ext uri="{FF2B5EF4-FFF2-40B4-BE49-F238E27FC236}">
                    <a16:creationId xmlns:a16="http://schemas.microsoft.com/office/drawing/2014/main" id="{7C07BA38-A93C-205A-6541-158F96BD0F0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descr="Image result for human icon png">
                <a:extLst>
                  <a:ext uri="{FF2B5EF4-FFF2-40B4-BE49-F238E27FC236}">
                    <a16:creationId xmlns:a16="http://schemas.microsoft.com/office/drawing/2014/main" id="{2BFDA55F-F410-547A-40C6-058D4888E01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18" descr="Image result for human icon png">
                <a:extLst>
                  <a:ext uri="{FF2B5EF4-FFF2-40B4-BE49-F238E27FC236}">
                    <a16:creationId xmlns:a16="http://schemas.microsoft.com/office/drawing/2014/main" id="{D6E4FEF9-F093-E02B-28D4-76BD3838778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119" descr="Image result for human icon png">
                <a:extLst>
                  <a:ext uri="{FF2B5EF4-FFF2-40B4-BE49-F238E27FC236}">
                    <a16:creationId xmlns:a16="http://schemas.microsoft.com/office/drawing/2014/main" id="{CC5EC462-3945-B853-9E66-F52483A284D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120" descr="Image result for human icon png">
                <a:extLst>
                  <a:ext uri="{FF2B5EF4-FFF2-40B4-BE49-F238E27FC236}">
                    <a16:creationId xmlns:a16="http://schemas.microsoft.com/office/drawing/2014/main" id="{0CD2A94D-46E3-445C-8688-BF11A9B78E5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121" descr="Image result for human icon png">
                <a:extLst>
                  <a:ext uri="{FF2B5EF4-FFF2-40B4-BE49-F238E27FC236}">
                    <a16:creationId xmlns:a16="http://schemas.microsoft.com/office/drawing/2014/main" id="{E4333713-B951-5CD9-9267-06B99844F99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descr="Image result for human icon png">
                <a:extLst>
                  <a:ext uri="{FF2B5EF4-FFF2-40B4-BE49-F238E27FC236}">
                    <a16:creationId xmlns:a16="http://schemas.microsoft.com/office/drawing/2014/main" id="{FC6F14E9-018B-2C18-865A-F5DB06D78C0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4" name="Group 123">
              <a:extLst>
                <a:ext uri="{FF2B5EF4-FFF2-40B4-BE49-F238E27FC236}">
                  <a16:creationId xmlns:a16="http://schemas.microsoft.com/office/drawing/2014/main" id="{1BFA9D49-48D3-62BC-638C-8BD05EBED680}"/>
                </a:ext>
              </a:extLst>
            </p:cNvPr>
            <p:cNvGrpSpPr/>
            <p:nvPr/>
          </p:nvGrpSpPr>
          <p:grpSpPr>
            <a:xfrm>
              <a:off x="7993061" y="1229222"/>
              <a:ext cx="1181645" cy="732902"/>
              <a:chOff x="7111532" y="2553230"/>
              <a:chExt cx="1680563" cy="1042350"/>
            </a:xfrm>
          </p:grpSpPr>
          <p:pic>
            <p:nvPicPr>
              <p:cNvPr id="125" name="Picture 124" descr="Image result for human icon png">
                <a:extLst>
                  <a:ext uri="{FF2B5EF4-FFF2-40B4-BE49-F238E27FC236}">
                    <a16:creationId xmlns:a16="http://schemas.microsoft.com/office/drawing/2014/main" id="{743DE146-BD6E-2B3A-D62D-1F2907E4303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125" descr="Image result for human icon png">
                <a:extLst>
                  <a:ext uri="{FF2B5EF4-FFF2-40B4-BE49-F238E27FC236}">
                    <a16:creationId xmlns:a16="http://schemas.microsoft.com/office/drawing/2014/main" id="{270D1DA6-F066-110B-D1BB-6CF06EC37B9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6" descr="Image result for human icon png">
                <a:extLst>
                  <a:ext uri="{FF2B5EF4-FFF2-40B4-BE49-F238E27FC236}">
                    <a16:creationId xmlns:a16="http://schemas.microsoft.com/office/drawing/2014/main" id="{3C5902B1-9709-C79C-9919-831743ADE10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27" descr="Image result for human icon png">
                <a:extLst>
                  <a:ext uri="{FF2B5EF4-FFF2-40B4-BE49-F238E27FC236}">
                    <a16:creationId xmlns:a16="http://schemas.microsoft.com/office/drawing/2014/main" id="{DF444756-73F1-7F4C-8FCD-1DDD424BF1C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28" descr="Image result for human icon png">
                <a:extLst>
                  <a:ext uri="{FF2B5EF4-FFF2-40B4-BE49-F238E27FC236}">
                    <a16:creationId xmlns:a16="http://schemas.microsoft.com/office/drawing/2014/main" id="{39D495B7-B9F8-938F-C93B-C550CE27532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29" descr="Image result for human icon png">
                <a:extLst>
                  <a:ext uri="{FF2B5EF4-FFF2-40B4-BE49-F238E27FC236}">
                    <a16:creationId xmlns:a16="http://schemas.microsoft.com/office/drawing/2014/main" id="{EBEE5035-31F9-DE6F-8FD1-9F3FA783E50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30" descr="Image result for human icon png">
                <a:extLst>
                  <a:ext uri="{FF2B5EF4-FFF2-40B4-BE49-F238E27FC236}">
                    <a16:creationId xmlns:a16="http://schemas.microsoft.com/office/drawing/2014/main" id="{50069490-3390-0888-8D63-46AF9D9082C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31" descr="Image result for human icon png">
                <a:extLst>
                  <a:ext uri="{FF2B5EF4-FFF2-40B4-BE49-F238E27FC236}">
                    <a16:creationId xmlns:a16="http://schemas.microsoft.com/office/drawing/2014/main" id="{1265ECD8-DB9F-CEB3-CCB1-1DCCDB5F04B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32" descr="Image result for human icon png">
                <a:extLst>
                  <a:ext uri="{FF2B5EF4-FFF2-40B4-BE49-F238E27FC236}">
                    <a16:creationId xmlns:a16="http://schemas.microsoft.com/office/drawing/2014/main" id="{D3067904-2F39-4F87-65E6-D87F3A5F7A8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33" descr="Image result for human icon png">
                <a:extLst>
                  <a:ext uri="{FF2B5EF4-FFF2-40B4-BE49-F238E27FC236}">
                    <a16:creationId xmlns:a16="http://schemas.microsoft.com/office/drawing/2014/main" id="{ACCCBBAB-2C99-2395-B70E-BC884F7ECA3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34" descr="Image result for human icon png">
                <a:extLst>
                  <a:ext uri="{FF2B5EF4-FFF2-40B4-BE49-F238E27FC236}">
                    <a16:creationId xmlns:a16="http://schemas.microsoft.com/office/drawing/2014/main" id="{13DCBA03-787D-95F8-6FD6-FDDD90F8956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descr="Image result for human icon png">
                <a:extLst>
                  <a:ext uri="{FF2B5EF4-FFF2-40B4-BE49-F238E27FC236}">
                    <a16:creationId xmlns:a16="http://schemas.microsoft.com/office/drawing/2014/main" id="{EB92B4A5-256A-B5A3-3BD2-302D4F661A0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descr="Image result for human icon png">
                <a:extLst>
                  <a:ext uri="{FF2B5EF4-FFF2-40B4-BE49-F238E27FC236}">
                    <a16:creationId xmlns:a16="http://schemas.microsoft.com/office/drawing/2014/main" id="{51EC8044-1D8A-7EB0-9370-0B3EB8A1A5B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descr="Image result for human icon png">
                <a:extLst>
                  <a:ext uri="{FF2B5EF4-FFF2-40B4-BE49-F238E27FC236}">
                    <a16:creationId xmlns:a16="http://schemas.microsoft.com/office/drawing/2014/main" id="{1F4A6C67-FC72-08AA-A4B0-32DBDCFBA37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138" descr="Image result for human icon png">
                <a:extLst>
                  <a:ext uri="{FF2B5EF4-FFF2-40B4-BE49-F238E27FC236}">
                    <a16:creationId xmlns:a16="http://schemas.microsoft.com/office/drawing/2014/main" id="{BA711B2C-9207-F0A3-8476-32DC4A89125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39" descr="Image result for human icon png">
                <a:extLst>
                  <a:ext uri="{FF2B5EF4-FFF2-40B4-BE49-F238E27FC236}">
                    <a16:creationId xmlns:a16="http://schemas.microsoft.com/office/drawing/2014/main" id="{25D5DDD9-EC65-78F9-26C7-DCF4BC3BA2A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1" name="Group 140">
              <a:extLst>
                <a:ext uri="{FF2B5EF4-FFF2-40B4-BE49-F238E27FC236}">
                  <a16:creationId xmlns:a16="http://schemas.microsoft.com/office/drawing/2014/main" id="{CBF13F46-A385-E6F4-E9E3-8F27CBC657FA}"/>
                </a:ext>
              </a:extLst>
            </p:cNvPr>
            <p:cNvGrpSpPr/>
            <p:nvPr/>
          </p:nvGrpSpPr>
          <p:grpSpPr>
            <a:xfrm>
              <a:off x="9018494" y="1249392"/>
              <a:ext cx="1181645" cy="732902"/>
              <a:chOff x="7111532" y="2553230"/>
              <a:chExt cx="1680563" cy="1042350"/>
            </a:xfrm>
          </p:grpSpPr>
          <p:pic>
            <p:nvPicPr>
              <p:cNvPr id="142" name="Picture 141" descr="Image result for human icon png">
                <a:extLst>
                  <a:ext uri="{FF2B5EF4-FFF2-40B4-BE49-F238E27FC236}">
                    <a16:creationId xmlns:a16="http://schemas.microsoft.com/office/drawing/2014/main" id="{CC80F033-48FB-5727-CCD9-4B7E9048DED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142" descr="Image result for human icon png">
                <a:extLst>
                  <a:ext uri="{FF2B5EF4-FFF2-40B4-BE49-F238E27FC236}">
                    <a16:creationId xmlns:a16="http://schemas.microsoft.com/office/drawing/2014/main" id="{D20FF92E-5C3B-48AC-DC12-7DC712CC69C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143" descr="Image result for human icon png">
                <a:extLst>
                  <a:ext uri="{FF2B5EF4-FFF2-40B4-BE49-F238E27FC236}">
                    <a16:creationId xmlns:a16="http://schemas.microsoft.com/office/drawing/2014/main" id="{CFBAFFDF-68D7-B0C9-5B58-E47A3858701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44" descr="Image result for human icon png">
                <a:extLst>
                  <a:ext uri="{FF2B5EF4-FFF2-40B4-BE49-F238E27FC236}">
                    <a16:creationId xmlns:a16="http://schemas.microsoft.com/office/drawing/2014/main" id="{31C6E0BA-F2AD-53C3-2060-5DA4DBF3CAC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145" descr="Image result for human icon png">
                <a:extLst>
                  <a:ext uri="{FF2B5EF4-FFF2-40B4-BE49-F238E27FC236}">
                    <a16:creationId xmlns:a16="http://schemas.microsoft.com/office/drawing/2014/main" id="{92C680F3-A28E-FCB5-B9AA-FAE7326F2B1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46" descr="Image result for human icon png">
                <a:extLst>
                  <a:ext uri="{FF2B5EF4-FFF2-40B4-BE49-F238E27FC236}">
                    <a16:creationId xmlns:a16="http://schemas.microsoft.com/office/drawing/2014/main" id="{6F1817CF-68CA-7D7B-10FE-69274AD6BCF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47" descr="Image result for human icon png">
                <a:extLst>
                  <a:ext uri="{FF2B5EF4-FFF2-40B4-BE49-F238E27FC236}">
                    <a16:creationId xmlns:a16="http://schemas.microsoft.com/office/drawing/2014/main" id="{0D7A08D3-EF0E-95B1-821A-CCCF92A0C5B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48" descr="Image result for human icon png">
                <a:extLst>
                  <a:ext uri="{FF2B5EF4-FFF2-40B4-BE49-F238E27FC236}">
                    <a16:creationId xmlns:a16="http://schemas.microsoft.com/office/drawing/2014/main" id="{04A27ED2-EE42-FBB1-E80D-F3C78718435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49" descr="Image result for human icon png">
                <a:extLst>
                  <a:ext uri="{FF2B5EF4-FFF2-40B4-BE49-F238E27FC236}">
                    <a16:creationId xmlns:a16="http://schemas.microsoft.com/office/drawing/2014/main" id="{570087FC-3122-7C59-5618-9ED48783EBA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50" descr="Image result for human icon png">
                <a:extLst>
                  <a:ext uri="{FF2B5EF4-FFF2-40B4-BE49-F238E27FC236}">
                    <a16:creationId xmlns:a16="http://schemas.microsoft.com/office/drawing/2014/main" id="{B13BAF72-2A87-9FF8-8BCE-79D0697E9E9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51" descr="Image result for human icon png">
                <a:extLst>
                  <a:ext uri="{FF2B5EF4-FFF2-40B4-BE49-F238E27FC236}">
                    <a16:creationId xmlns:a16="http://schemas.microsoft.com/office/drawing/2014/main" id="{970EF21E-52D0-5556-18E2-74EDD7F80E8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152" descr="Image result for human icon png">
                <a:extLst>
                  <a:ext uri="{FF2B5EF4-FFF2-40B4-BE49-F238E27FC236}">
                    <a16:creationId xmlns:a16="http://schemas.microsoft.com/office/drawing/2014/main" id="{BEDDF6E9-D767-792D-237C-4F47934B2EA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53" descr="Image result for human icon png">
                <a:extLst>
                  <a:ext uri="{FF2B5EF4-FFF2-40B4-BE49-F238E27FC236}">
                    <a16:creationId xmlns:a16="http://schemas.microsoft.com/office/drawing/2014/main" id="{3E07175B-4C78-A9B2-D3CB-4CF37938E57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154" descr="Image result for human icon png">
                <a:extLst>
                  <a:ext uri="{FF2B5EF4-FFF2-40B4-BE49-F238E27FC236}">
                    <a16:creationId xmlns:a16="http://schemas.microsoft.com/office/drawing/2014/main" id="{AC892920-5A28-CED3-DE34-54DD64A21D4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155" descr="Image result for human icon png">
                <a:extLst>
                  <a:ext uri="{FF2B5EF4-FFF2-40B4-BE49-F238E27FC236}">
                    <a16:creationId xmlns:a16="http://schemas.microsoft.com/office/drawing/2014/main" id="{7879B030-5E33-BC29-EBAE-8BB1CB2F670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156" descr="Image result for human icon png">
                <a:extLst>
                  <a:ext uri="{FF2B5EF4-FFF2-40B4-BE49-F238E27FC236}">
                    <a16:creationId xmlns:a16="http://schemas.microsoft.com/office/drawing/2014/main" id="{B975023D-AF54-2448-07FA-F62D38A56CE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59" name="TextBox 158">
            <a:extLst>
              <a:ext uri="{FF2B5EF4-FFF2-40B4-BE49-F238E27FC236}">
                <a16:creationId xmlns:a16="http://schemas.microsoft.com/office/drawing/2014/main" id="{B17A7464-0851-30BE-CE37-934AC2BB171E}"/>
              </a:ext>
            </a:extLst>
          </p:cNvPr>
          <p:cNvSpPr txBox="1"/>
          <p:nvPr/>
        </p:nvSpPr>
        <p:spPr>
          <a:xfrm>
            <a:off x="1346348" y="1988393"/>
            <a:ext cx="9229725" cy="923330"/>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Imagine an experiment including the whole population of adults with moderate-to-severe asthma. We could define the success or failure of the study simply by using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descriptive statistics</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and determine whether the difference between treatment groups was clinically significant.</a:t>
            </a:r>
          </a:p>
        </p:txBody>
      </p:sp>
      <p:grpSp>
        <p:nvGrpSpPr>
          <p:cNvPr id="160" name="Group 159">
            <a:extLst>
              <a:ext uri="{FF2B5EF4-FFF2-40B4-BE49-F238E27FC236}">
                <a16:creationId xmlns:a16="http://schemas.microsoft.com/office/drawing/2014/main" id="{04F67FA3-4D4E-6C35-A3A8-64144408DE5D}"/>
              </a:ext>
            </a:extLst>
          </p:cNvPr>
          <p:cNvGrpSpPr/>
          <p:nvPr/>
        </p:nvGrpSpPr>
        <p:grpSpPr>
          <a:xfrm>
            <a:off x="5465853" y="3062549"/>
            <a:ext cx="1181645" cy="732902"/>
            <a:chOff x="7111532" y="2553230"/>
            <a:chExt cx="1680563" cy="1042350"/>
          </a:xfrm>
        </p:grpSpPr>
        <p:pic>
          <p:nvPicPr>
            <p:cNvPr id="161" name="Picture 160" descr="Image result for human icon png">
              <a:extLst>
                <a:ext uri="{FF2B5EF4-FFF2-40B4-BE49-F238E27FC236}">
                  <a16:creationId xmlns:a16="http://schemas.microsoft.com/office/drawing/2014/main" id="{7E7F4219-F15F-A0FC-2223-D1A8CD35F8C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2" name="Picture 161" descr="Image result for human icon png">
              <a:extLst>
                <a:ext uri="{FF2B5EF4-FFF2-40B4-BE49-F238E27FC236}">
                  <a16:creationId xmlns:a16="http://schemas.microsoft.com/office/drawing/2014/main" id="{EB22E574-FE2E-D22B-AB3B-AD4F92F0312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162" descr="Image result for human icon png">
              <a:extLst>
                <a:ext uri="{FF2B5EF4-FFF2-40B4-BE49-F238E27FC236}">
                  <a16:creationId xmlns:a16="http://schemas.microsoft.com/office/drawing/2014/main" id="{DD7E29D1-74DA-D190-2D59-014DADD1B54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163" descr="Image result for human icon png">
              <a:extLst>
                <a:ext uri="{FF2B5EF4-FFF2-40B4-BE49-F238E27FC236}">
                  <a16:creationId xmlns:a16="http://schemas.microsoft.com/office/drawing/2014/main" id="{60287C31-276A-3C2A-ED8A-3FF14E2C903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64" descr="Image result for human icon png">
              <a:extLst>
                <a:ext uri="{FF2B5EF4-FFF2-40B4-BE49-F238E27FC236}">
                  <a16:creationId xmlns:a16="http://schemas.microsoft.com/office/drawing/2014/main" id="{445AB6CE-ADEB-1C90-3D5E-E74B13B467D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165" descr="Image result for human icon png">
              <a:extLst>
                <a:ext uri="{FF2B5EF4-FFF2-40B4-BE49-F238E27FC236}">
                  <a16:creationId xmlns:a16="http://schemas.microsoft.com/office/drawing/2014/main" id="{75D5557D-48D7-70C2-4805-0B93C683904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descr="Image result for human icon png">
              <a:extLst>
                <a:ext uri="{FF2B5EF4-FFF2-40B4-BE49-F238E27FC236}">
                  <a16:creationId xmlns:a16="http://schemas.microsoft.com/office/drawing/2014/main" id="{DECF2AD8-0CDC-7099-F2EF-5289B382C3A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167" descr="Image result for human icon png">
              <a:extLst>
                <a:ext uri="{FF2B5EF4-FFF2-40B4-BE49-F238E27FC236}">
                  <a16:creationId xmlns:a16="http://schemas.microsoft.com/office/drawing/2014/main" id="{1861921A-E969-9005-2ABA-859ED232F48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168" descr="Image result for human icon png">
              <a:extLst>
                <a:ext uri="{FF2B5EF4-FFF2-40B4-BE49-F238E27FC236}">
                  <a16:creationId xmlns:a16="http://schemas.microsoft.com/office/drawing/2014/main" id="{54BEE8AB-E944-F090-A658-3F1EDBEE88E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169" descr="Image result for human icon png">
              <a:extLst>
                <a:ext uri="{FF2B5EF4-FFF2-40B4-BE49-F238E27FC236}">
                  <a16:creationId xmlns:a16="http://schemas.microsoft.com/office/drawing/2014/main" id="{BF8E40F9-03F4-F341-FCF8-23FF011883D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170" descr="Image result for human icon png">
              <a:extLst>
                <a:ext uri="{FF2B5EF4-FFF2-40B4-BE49-F238E27FC236}">
                  <a16:creationId xmlns:a16="http://schemas.microsoft.com/office/drawing/2014/main" id="{1E3A0577-9AAA-91DB-B0F3-23FBA259626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171" descr="Image result for human icon png">
              <a:extLst>
                <a:ext uri="{FF2B5EF4-FFF2-40B4-BE49-F238E27FC236}">
                  <a16:creationId xmlns:a16="http://schemas.microsoft.com/office/drawing/2014/main" id="{68655EC5-5BFA-BBB7-B462-CF1089D55DD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172" descr="Image result for human icon png">
              <a:extLst>
                <a:ext uri="{FF2B5EF4-FFF2-40B4-BE49-F238E27FC236}">
                  <a16:creationId xmlns:a16="http://schemas.microsoft.com/office/drawing/2014/main" id="{8E044836-778E-2267-EB23-A2B083D9183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4" name="Picture 173" descr="Image result for human icon png">
              <a:extLst>
                <a:ext uri="{FF2B5EF4-FFF2-40B4-BE49-F238E27FC236}">
                  <a16:creationId xmlns:a16="http://schemas.microsoft.com/office/drawing/2014/main" id="{CF612305-A11B-DB4A-A6DD-713A45B6585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5" name="Picture 174" descr="Image result for human icon png">
              <a:extLst>
                <a:ext uri="{FF2B5EF4-FFF2-40B4-BE49-F238E27FC236}">
                  <a16:creationId xmlns:a16="http://schemas.microsoft.com/office/drawing/2014/main" id="{3F756881-1B94-62D8-BBE4-0CF15135278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6" name="Picture 175" descr="Image result for human icon png">
              <a:extLst>
                <a:ext uri="{FF2B5EF4-FFF2-40B4-BE49-F238E27FC236}">
                  <a16:creationId xmlns:a16="http://schemas.microsoft.com/office/drawing/2014/main" id="{1B41C109-5FBF-2B21-749E-AEF4433EA2E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sp>
        <p:nvSpPr>
          <p:cNvPr id="177" name="TextBox 176">
            <a:extLst>
              <a:ext uri="{FF2B5EF4-FFF2-40B4-BE49-F238E27FC236}">
                <a16:creationId xmlns:a16="http://schemas.microsoft.com/office/drawing/2014/main" id="{E0B52A9D-78CA-CC90-EDC7-63F080DE855E}"/>
              </a:ext>
            </a:extLst>
          </p:cNvPr>
          <p:cNvSpPr txBox="1"/>
          <p:nvPr/>
        </p:nvSpPr>
        <p:spPr>
          <a:xfrm>
            <a:off x="1046629" y="3946276"/>
            <a:ext cx="10080175" cy="1477328"/>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However such an experiment is not feasible, and in a real clinical trial we take a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sample</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of patients and use this to infer the properties of the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population</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This approach requires methods of inferential statistics.</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We calculate the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test statistic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in our sample (e.g. treatment difference) and make inferences about the population.</a:t>
            </a:r>
          </a:p>
        </p:txBody>
      </p:sp>
    </p:spTree>
    <p:extLst>
      <p:ext uri="{BB962C8B-B14F-4D97-AF65-F5344CB8AC3E}">
        <p14:creationId xmlns:p14="http://schemas.microsoft.com/office/powerpoint/2010/main" val="20749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1AB7-246C-6DE4-676C-5D1B13836867}"/>
            </a:ext>
          </a:extLst>
        </p:cNvPr>
        <p:cNvGrpSpPr/>
        <p:nvPr/>
      </p:nvGrpSpPr>
      <p:grpSpPr>
        <a:xfrm>
          <a:off x="0" y="0"/>
          <a:ext cx="0" cy="0"/>
          <a:chOff x="0" y="0"/>
          <a:chExt cx="0" cy="0"/>
        </a:xfrm>
      </p:grpSpPr>
      <p:sp>
        <p:nvSpPr>
          <p:cNvPr id="179" name="TextBox 178">
            <a:extLst>
              <a:ext uri="{FF2B5EF4-FFF2-40B4-BE49-F238E27FC236}">
                <a16:creationId xmlns:a16="http://schemas.microsoft.com/office/drawing/2014/main" id="{52D931C6-0037-25CE-3BE9-D809BD82B51B}"/>
              </a:ext>
            </a:extLst>
          </p:cNvPr>
          <p:cNvSpPr txBox="1"/>
          <p:nvPr/>
        </p:nvSpPr>
        <p:spPr>
          <a:xfrm>
            <a:off x="1261026" y="1955750"/>
            <a:ext cx="6142579" cy="342716"/>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true treatment effect is represented as: </a:t>
            </a:r>
            <a:endParaRPr lang="en-GB" dirty="0"/>
          </a:p>
        </p:txBody>
      </p:sp>
      <p:sp>
        <p:nvSpPr>
          <p:cNvPr id="181" name="TextBox 180">
            <a:extLst>
              <a:ext uri="{FF2B5EF4-FFF2-40B4-BE49-F238E27FC236}">
                <a16:creationId xmlns:a16="http://schemas.microsoft.com/office/drawing/2014/main" id="{10EF14BB-D30F-6B9A-9199-1139D1CD67D9}"/>
              </a:ext>
            </a:extLst>
          </p:cNvPr>
          <p:cNvSpPr txBox="1"/>
          <p:nvPr/>
        </p:nvSpPr>
        <p:spPr>
          <a:xfrm>
            <a:off x="1261026" y="2311794"/>
            <a:ext cx="9885029"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This is the difference in means between the drug X group compared to placebo, if we could observe the whole population.</a:t>
            </a:r>
            <a:endParaRPr lang="en-GB" dirty="0"/>
          </a:p>
        </p:txBody>
      </p:sp>
      <p:sp>
        <p:nvSpPr>
          <p:cNvPr id="4" name="Title 1">
            <a:extLst>
              <a:ext uri="{FF2B5EF4-FFF2-40B4-BE49-F238E27FC236}">
                <a16:creationId xmlns:a16="http://schemas.microsoft.com/office/drawing/2014/main" id="{D701F4F8-CC39-3A75-F7D4-17210D5BD8E5}"/>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Sampling and Inference</a:t>
            </a:r>
          </a:p>
        </p:txBody>
      </p:sp>
      <p:grpSp>
        <p:nvGrpSpPr>
          <p:cNvPr id="2" name="Group 1">
            <a:extLst>
              <a:ext uri="{FF2B5EF4-FFF2-40B4-BE49-F238E27FC236}">
                <a16:creationId xmlns:a16="http://schemas.microsoft.com/office/drawing/2014/main" id="{75DE344F-8767-C4C8-0EC5-8DBB9867C989}"/>
              </a:ext>
            </a:extLst>
          </p:cNvPr>
          <p:cNvGrpSpPr/>
          <p:nvPr/>
        </p:nvGrpSpPr>
        <p:grpSpPr>
          <a:xfrm>
            <a:off x="1221060" y="1140539"/>
            <a:ext cx="9361939" cy="753072"/>
            <a:chOff x="838200" y="1229222"/>
            <a:chExt cx="9361939" cy="753072"/>
          </a:xfrm>
        </p:grpSpPr>
        <p:grpSp>
          <p:nvGrpSpPr>
            <p:cNvPr id="5" name="Group 4">
              <a:extLst>
                <a:ext uri="{FF2B5EF4-FFF2-40B4-BE49-F238E27FC236}">
                  <a16:creationId xmlns:a16="http://schemas.microsoft.com/office/drawing/2014/main" id="{C989DB91-A3E3-A640-1B73-9556C065F481}"/>
                </a:ext>
              </a:extLst>
            </p:cNvPr>
            <p:cNvGrpSpPr/>
            <p:nvPr/>
          </p:nvGrpSpPr>
          <p:grpSpPr>
            <a:xfrm>
              <a:off x="838200" y="1231463"/>
              <a:ext cx="1181645" cy="732902"/>
              <a:chOff x="7111532" y="2553230"/>
              <a:chExt cx="1680563" cy="1042350"/>
            </a:xfrm>
          </p:grpSpPr>
          <p:pic>
            <p:nvPicPr>
              <p:cNvPr id="6" name="Picture 5" descr="Image result for human icon png">
                <a:extLst>
                  <a:ext uri="{FF2B5EF4-FFF2-40B4-BE49-F238E27FC236}">
                    <a16:creationId xmlns:a16="http://schemas.microsoft.com/office/drawing/2014/main" id="{FF16B01C-015D-86DF-4A4F-A4728C34F32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human icon png">
                <a:extLst>
                  <a:ext uri="{FF2B5EF4-FFF2-40B4-BE49-F238E27FC236}">
                    <a16:creationId xmlns:a16="http://schemas.microsoft.com/office/drawing/2014/main" id="{767DF89F-9F0B-4103-BAAE-D9C03100253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human icon png">
                <a:extLst>
                  <a:ext uri="{FF2B5EF4-FFF2-40B4-BE49-F238E27FC236}">
                    <a16:creationId xmlns:a16="http://schemas.microsoft.com/office/drawing/2014/main" id="{7396495B-8EAA-2BB2-5751-3C24C6A762F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human icon png">
                <a:extLst>
                  <a:ext uri="{FF2B5EF4-FFF2-40B4-BE49-F238E27FC236}">
                    <a16:creationId xmlns:a16="http://schemas.microsoft.com/office/drawing/2014/main" id="{E92E6C55-8F62-9CA1-AAFF-EE05F5BD278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Image result for human icon png">
                <a:extLst>
                  <a:ext uri="{FF2B5EF4-FFF2-40B4-BE49-F238E27FC236}">
                    <a16:creationId xmlns:a16="http://schemas.microsoft.com/office/drawing/2014/main" id="{5E05C480-F288-8014-D7B3-8E40A2C10A6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Image result for human icon png">
                <a:extLst>
                  <a:ext uri="{FF2B5EF4-FFF2-40B4-BE49-F238E27FC236}">
                    <a16:creationId xmlns:a16="http://schemas.microsoft.com/office/drawing/2014/main" id="{9257B8ED-AC10-658B-3393-FC61875F4A1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Image result for human icon png">
                <a:extLst>
                  <a:ext uri="{FF2B5EF4-FFF2-40B4-BE49-F238E27FC236}">
                    <a16:creationId xmlns:a16="http://schemas.microsoft.com/office/drawing/2014/main" id="{6B55E146-FA63-DA21-C3F2-8D3DEFE4B9E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Image result for human icon png">
                <a:extLst>
                  <a:ext uri="{FF2B5EF4-FFF2-40B4-BE49-F238E27FC236}">
                    <a16:creationId xmlns:a16="http://schemas.microsoft.com/office/drawing/2014/main" id="{92CD0A02-61AC-E777-C091-EE0FAD0F459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Image result for human icon png">
                <a:extLst>
                  <a:ext uri="{FF2B5EF4-FFF2-40B4-BE49-F238E27FC236}">
                    <a16:creationId xmlns:a16="http://schemas.microsoft.com/office/drawing/2014/main" id="{EE8BA753-8AD2-C83B-C9C4-8C625081084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Image result for human icon png">
                <a:extLst>
                  <a:ext uri="{FF2B5EF4-FFF2-40B4-BE49-F238E27FC236}">
                    <a16:creationId xmlns:a16="http://schemas.microsoft.com/office/drawing/2014/main" id="{DCFCD16E-6F3C-E0B4-D10F-E7945FBD5DA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Image result for human icon png">
                <a:extLst>
                  <a:ext uri="{FF2B5EF4-FFF2-40B4-BE49-F238E27FC236}">
                    <a16:creationId xmlns:a16="http://schemas.microsoft.com/office/drawing/2014/main" id="{59698654-9813-4B2F-48D9-479C9B72BA4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Image result for human icon png">
                <a:extLst>
                  <a:ext uri="{FF2B5EF4-FFF2-40B4-BE49-F238E27FC236}">
                    <a16:creationId xmlns:a16="http://schemas.microsoft.com/office/drawing/2014/main" id="{A20AD27B-4A6E-C035-0E3C-28541F8A44A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Image result for human icon png">
                <a:extLst>
                  <a:ext uri="{FF2B5EF4-FFF2-40B4-BE49-F238E27FC236}">
                    <a16:creationId xmlns:a16="http://schemas.microsoft.com/office/drawing/2014/main" id="{84A5BE32-8BD7-0235-EA16-8300420E957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Image result for human icon png">
                <a:extLst>
                  <a:ext uri="{FF2B5EF4-FFF2-40B4-BE49-F238E27FC236}">
                    <a16:creationId xmlns:a16="http://schemas.microsoft.com/office/drawing/2014/main" id="{EEB84F33-CABC-38F5-154E-58BDB326EC1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Image result for human icon png">
                <a:extLst>
                  <a:ext uri="{FF2B5EF4-FFF2-40B4-BE49-F238E27FC236}">
                    <a16:creationId xmlns:a16="http://schemas.microsoft.com/office/drawing/2014/main" id="{C7D04209-69B9-26D0-F88C-C63AA48DEBC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Image result for human icon png">
                <a:extLst>
                  <a:ext uri="{FF2B5EF4-FFF2-40B4-BE49-F238E27FC236}">
                    <a16:creationId xmlns:a16="http://schemas.microsoft.com/office/drawing/2014/main" id="{1295F324-BDD1-F4DA-F379-D2629E4C221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1F6D0C56-F660-ADB2-1CBB-AE4B9F807CFE}"/>
                </a:ext>
              </a:extLst>
            </p:cNvPr>
            <p:cNvGrpSpPr/>
            <p:nvPr/>
          </p:nvGrpSpPr>
          <p:grpSpPr>
            <a:xfrm>
              <a:off x="1876891" y="1231463"/>
              <a:ext cx="1181645" cy="732902"/>
              <a:chOff x="7111532" y="2553230"/>
              <a:chExt cx="1680563" cy="1042350"/>
            </a:xfrm>
          </p:grpSpPr>
          <p:pic>
            <p:nvPicPr>
              <p:cNvPr id="23" name="Picture 22" descr="Image result for human icon png">
                <a:extLst>
                  <a:ext uri="{FF2B5EF4-FFF2-40B4-BE49-F238E27FC236}">
                    <a16:creationId xmlns:a16="http://schemas.microsoft.com/office/drawing/2014/main" id="{5B066922-C6C5-A152-8A88-12249B1A692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Image result for human icon png">
                <a:extLst>
                  <a:ext uri="{FF2B5EF4-FFF2-40B4-BE49-F238E27FC236}">
                    <a16:creationId xmlns:a16="http://schemas.microsoft.com/office/drawing/2014/main" id="{C891B464-FB46-593B-DB14-402F7391BA2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Image result for human icon png">
                <a:extLst>
                  <a:ext uri="{FF2B5EF4-FFF2-40B4-BE49-F238E27FC236}">
                    <a16:creationId xmlns:a16="http://schemas.microsoft.com/office/drawing/2014/main" id="{4A87C73F-3DDC-3E7F-1274-B79591C97B9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mage result for human icon png">
                <a:extLst>
                  <a:ext uri="{FF2B5EF4-FFF2-40B4-BE49-F238E27FC236}">
                    <a16:creationId xmlns:a16="http://schemas.microsoft.com/office/drawing/2014/main" id="{54A93A8D-EAB2-EE16-052F-B9CF26969DF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Image result for human icon png">
                <a:extLst>
                  <a:ext uri="{FF2B5EF4-FFF2-40B4-BE49-F238E27FC236}">
                    <a16:creationId xmlns:a16="http://schemas.microsoft.com/office/drawing/2014/main" id="{EF4E38CB-51F1-B9A5-12B8-402A31F1912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mage result for human icon png">
                <a:extLst>
                  <a:ext uri="{FF2B5EF4-FFF2-40B4-BE49-F238E27FC236}">
                    <a16:creationId xmlns:a16="http://schemas.microsoft.com/office/drawing/2014/main" id="{42C94C15-E789-AD09-D6CD-89441761A08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human icon png">
                <a:extLst>
                  <a:ext uri="{FF2B5EF4-FFF2-40B4-BE49-F238E27FC236}">
                    <a16:creationId xmlns:a16="http://schemas.microsoft.com/office/drawing/2014/main" id="{2DCFDA6F-3F75-A25F-5723-249CA472497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mage result for human icon png">
                <a:extLst>
                  <a:ext uri="{FF2B5EF4-FFF2-40B4-BE49-F238E27FC236}">
                    <a16:creationId xmlns:a16="http://schemas.microsoft.com/office/drawing/2014/main" id="{6CA6637D-7B21-CFC8-C361-AEC176B191E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Image result for human icon png">
                <a:extLst>
                  <a:ext uri="{FF2B5EF4-FFF2-40B4-BE49-F238E27FC236}">
                    <a16:creationId xmlns:a16="http://schemas.microsoft.com/office/drawing/2014/main" id="{0D10D009-8F98-EBC9-B513-EE62C148784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Image result for human icon png">
                <a:extLst>
                  <a:ext uri="{FF2B5EF4-FFF2-40B4-BE49-F238E27FC236}">
                    <a16:creationId xmlns:a16="http://schemas.microsoft.com/office/drawing/2014/main" id="{3F5D38D5-1A0D-F760-9226-8B27E3182D6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Image result for human icon png">
                <a:extLst>
                  <a:ext uri="{FF2B5EF4-FFF2-40B4-BE49-F238E27FC236}">
                    <a16:creationId xmlns:a16="http://schemas.microsoft.com/office/drawing/2014/main" id="{2A0F2131-384A-F95C-ADD9-97E979F6187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Image result for human icon png">
                <a:extLst>
                  <a:ext uri="{FF2B5EF4-FFF2-40B4-BE49-F238E27FC236}">
                    <a16:creationId xmlns:a16="http://schemas.microsoft.com/office/drawing/2014/main" id="{ADA90F2A-333E-8BCB-ED70-9A485DAE304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Image result for human icon png">
                <a:extLst>
                  <a:ext uri="{FF2B5EF4-FFF2-40B4-BE49-F238E27FC236}">
                    <a16:creationId xmlns:a16="http://schemas.microsoft.com/office/drawing/2014/main" id="{9411BFD7-B0AE-89B5-1374-5103699F802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Image result for human icon png">
                <a:extLst>
                  <a:ext uri="{FF2B5EF4-FFF2-40B4-BE49-F238E27FC236}">
                    <a16:creationId xmlns:a16="http://schemas.microsoft.com/office/drawing/2014/main" id="{025CE877-188F-AAF4-1295-F2B615148FC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Image result for human icon png">
                <a:extLst>
                  <a:ext uri="{FF2B5EF4-FFF2-40B4-BE49-F238E27FC236}">
                    <a16:creationId xmlns:a16="http://schemas.microsoft.com/office/drawing/2014/main" id="{10E8B9F3-1326-4D6A-5D8E-20052E8EC4F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Image result for human icon png">
                <a:extLst>
                  <a:ext uri="{FF2B5EF4-FFF2-40B4-BE49-F238E27FC236}">
                    <a16:creationId xmlns:a16="http://schemas.microsoft.com/office/drawing/2014/main" id="{88F77255-E4EE-6BE7-8D64-29D665DE3F7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Group 38">
              <a:extLst>
                <a:ext uri="{FF2B5EF4-FFF2-40B4-BE49-F238E27FC236}">
                  <a16:creationId xmlns:a16="http://schemas.microsoft.com/office/drawing/2014/main" id="{86E5ED36-5136-B900-A9D6-BAB5999C8293}"/>
                </a:ext>
              </a:extLst>
            </p:cNvPr>
            <p:cNvGrpSpPr/>
            <p:nvPr/>
          </p:nvGrpSpPr>
          <p:grpSpPr>
            <a:xfrm>
              <a:off x="2867607" y="1231462"/>
              <a:ext cx="1181645" cy="732902"/>
              <a:chOff x="7111532" y="2553230"/>
              <a:chExt cx="1680563" cy="1042350"/>
            </a:xfrm>
          </p:grpSpPr>
          <p:pic>
            <p:nvPicPr>
              <p:cNvPr id="40" name="Picture 39" descr="Image result for human icon png">
                <a:extLst>
                  <a:ext uri="{FF2B5EF4-FFF2-40B4-BE49-F238E27FC236}">
                    <a16:creationId xmlns:a16="http://schemas.microsoft.com/office/drawing/2014/main" id="{1C1B8D9C-5663-F758-AD97-32B4FC65DF7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Image result for human icon png">
                <a:extLst>
                  <a:ext uri="{FF2B5EF4-FFF2-40B4-BE49-F238E27FC236}">
                    <a16:creationId xmlns:a16="http://schemas.microsoft.com/office/drawing/2014/main" id="{1E5392DF-B98A-CE7D-EE47-82458146014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Image result for human icon png">
                <a:extLst>
                  <a:ext uri="{FF2B5EF4-FFF2-40B4-BE49-F238E27FC236}">
                    <a16:creationId xmlns:a16="http://schemas.microsoft.com/office/drawing/2014/main" id="{6C0DC6C3-A3C3-28B3-F74F-6877D93D92E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Image result for human icon png">
                <a:extLst>
                  <a:ext uri="{FF2B5EF4-FFF2-40B4-BE49-F238E27FC236}">
                    <a16:creationId xmlns:a16="http://schemas.microsoft.com/office/drawing/2014/main" id="{5541BB8F-EE38-5FEE-DC39-0D326B83CB5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Image result for human icon png">
                <a:extLst>
                  <a:ext uri="{FF2B5EF4-FFF2-40B4-BE49-F238E27FC236}">
                    <a16:creationId xmlns:a16="http://schemas.microsoft.com/office/drawing/2014/main" id="{C6128394-B8AE-B769-456A-A7AF5820EDE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Image result for human icon png">
                <a:extLst>
                  <a:ext uri="{FF2B5EF4-FFF2-40B4-BE49-F238E27FC236}">
                    <a16:creationId xmlns:a16="http://schemas.microsoft.com/office/drawing/2014/main" id="{59C7CBAE-459B-530E-6367-AC2039481BB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Image result for human icon png">
                <a:extLst>
                  <a:ext uri="{FF2B5EF4-FFF2-40B4-BE49-F238E27FC236}">
                    <a16:creationId xmlns:a16="http://schemas.microsoft.com/office/drawing/2014/main" id="{C930DF31-1D00-809D-845E-9BEE5842F0C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Image result for human icon png">
                <a:extLst>
                  <a:ext uri="{FF2B5EF4-FFF2-40B4-BE49-F238E27FC236}">
                    <a16:creationId xmlns:a16="http://schemas.microsoft.com/office/drawing/2014/main" id="{3D2162BF-BF64-7CF9-9A65-4668C93D872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Image result for human icon png">
                <a:extLst>
                  <a:ext uri="{FF2B5EF4-FFF2-40B4-BE49-F238E27FC236}">
                    <a16:creationId xmlns:a16="http://schemas.microsoft.com/office/drawing/2014/main" id="{E6C4C269-16CC-CAE6-FBFC-6FD7225A059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Image result for human icon png">
                <a:extLst>
                  <a:ext uri="{FF2B5EF4-FFF2-40B4-BE49-F238E27FC236}">
                    <a16:creationId xmlns:a16="http://schemas.microsoft.com/office/drawing/2014/main" id="{4B25C82C-101A-0A94-E8EE-B74DDC33B51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Image result for human icon png">
                <a:extLst>
                  <a:ext uri="{FF2B5EF4-FFF2-40B4-BE49-F238E27FC236}">
                    <a16:creationId xmlns:a16="http://schemas.microsoft.com/office/drawing/2014/main" id="{43357CAE-2FF3-DD65-9317-99954488812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Image result for human icon png">
                <a:extLst>
                  <a:ext uri="{FF2B5EF4-FFF2-40B4-BE49-F238E27FC236}">
                    <a16:creationId xmlns:a16="http://schemas.microsoft.com/office/drawing/2014/main" id="{7D23F351-9C81-135B-FB92-60B9E61431C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Image result for human icon png">
                <a:extLst>
                  <a:ext uri="{FF2B5EF4-FFF2-40B4-BE49-F238E27FC236}">
                    <a16:creationId xmlns:a16="http://schemas.microsoft.com/office/drawing/2014/main" id="{EFE9C765-00C6-4FE7-A868-4BAE2B3C835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Image result for human icon png">
                <a:extLst>
                  <a:ext uri="{FF2B5EF4-FFF2-40B4-BE49-F238E27FC236}">
                    <a16:creationId xmlns:a16="http://schemas.microsoft.com/office/drawing/2014/main" id="{B365654B-D2BA-187D-0198-D0145479C3F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Image result for human icon png">
                <a:extLst>
                  <a:ext uri="{FF2B5EF4-FFF2-40B4-BE49-F238E27FC236}">
                    <a16:creationId xmlns:a16="http://schemas.microsoft.com/office/drawing/2014/main" id="{19EAF121-18A7-20F5-BF93-6D52D04D9B0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descr="Image result for human icon png">
                <a:extLst>
                  <a:ext uri="{FF2B5EF4-FFF2-40B4-BE49-F238E27FC236}">
                    <a16:creationId xmlns:a16="http://schemas.microsoft.com/office/drawing/2014/main" id="{4A471E58-0D06-17FB-70BD-76B4258EFC4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Group 55">
              <a:extLst>
                <a:ext uri="{FF2B5EF4-FFF2-40B4-BE49-F238E27FC236}">
                  <a16:creationId xmlns:a16="http://schemas.microsoft.com/office/drawing/2014/main" id="{3015DBF5-776B-A0AD-CDCC-8FA5A485F5C2}"/>
                </a:ext>
              </a:extLst>
            </p:cNvPr>
            <p:cNvGrpSpPr/>
            <p:nvPr/>
          </p:nvGrpSpPr>
          <p:grpSpPr>
            <a:xfrm>
              <a:off x="3906298" y="1231462"/>
              <a:ext cx="1181645" cy="732902"/>
              <a:chOff x="7111532" y="2553230"/>
              <a:chExt cx="1680563" cy="1042350"/>
            </a:xfrm>
          </p:grpSpPr>
          <p:pic>
            <p:nvPicPr>
              <p:cNvPr id="57" name="Picture 56" descr="Image result for human icon png">
                <a:extLst>
                  <a:ext uri="{FF2B5EF4-FFF2-40B4-BE49-F238E27FC236}">
                    <a16:creationId xmlns:a16="http://schemas.microsoft.com/office/drawing/2014/main" id="{2147ADE2-E0B5-B5BF-7395-A48B6A2E965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Image result for human icon png">
                <a:extLst>
                  <a:ext uri="{FF2B5EF4-FFF2-40B4-BE49-F238E27FC236}">
                    <a16:creationId xmlns:a16="http://schemas.microsoft.com/office/drawing/2014/main" id="{546C849D-AD4E-EC45-A834-8C60652472B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descr="Image result for human icon png">
                <a:extLst>
                  <a:ext uri="{FF2B5EF4-FFF2-40B4-BE49-F238E27FC236}">
                    <a16:creationId xmlns:a16="http://schemas.microsoft.com/office/drawing/2014/main" id="{8F7C45AE-0E7D-DD28-24AC-480E014DA0A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descr="Image result for human icon png">
                <a:extLst>
                  <a:ext uri="{FF2B5EF4-FFF2-40B4-BE49-F238E27FC236}">
                    <a16:creationId xmlns:a16="http://schemas.microsoft.com/office/drawing/2014/main" id="{12AF071B-7BAC-2FE3-5AB1-D03DAD10955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descr="Image result for human icon png">
                <a:extLst>
                  <a:ext uri="{FF2B5EF4-FFF2-40B4-BE49-F238E27FC236}">
                    <a16:creationId xmlns:a16="http://schemas.microsoft.com/office/drawing/2014/main" id="{6A91FB35-7A8B-1B5C-2C7E-79EDDEBA32F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descr="Image result for human icon png">
                <a:extLst>
                  <a:ext uri="{FF2B5EF4-FFF2-40B4-BE49-F238E27FC236}">
                    <a16:creationId xmlns:a16="http://schemas.microsoft.com/office/drawing/2014/main" id="{293C1550-F095-76F2-9679-AAC79769EEC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descr="Image result for human icon png">
                <a:extLst>
                  <a:ext uri="{FF2B5EF4-FFF2-40B4-BE49-F238E27FC236}">
                    <a16:creationId xmlns:a16="http://schemas.microsoft.com/office/drawing/2014/main" id="{3DC8CE2E-F9AB-6EEF-F1C5-055FC5BD3F3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descr="Image result for human icon png">
                <a:extLst>
                  <a:ext uri="{FF2B5EF4-FFF2-40B4-BE49-F238E27FC236}">
                    <a16:creationId xmlns:a16="http://schemas.microsoft.com/office/drawing/2014/main" id="{5489E518-7267-E6DA-FAF1-F190F275DF0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descr="Image result for human icon png">
                <a:extLst>
                  <a:ext uri="{FF2B5EF4-FFF2-40B4-BE49-F238E27FC236}">
                    <a16:creationId xmlns:a16="http://schemas.microsoft.com/office/drawing/2014/main" id="{6FD3A0B6-D0F1-A9E9-28CA-6E1D8BEF728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descr="Image result for human icon png">
                <a:extLst>
                  <a:ext uri="{FF2B5EF4-FFF2-40B4-BE49-F238E27FC236}">
                    <a16:creationId xmlns:a16="http://schemas.microsoft.com/office/drawing/2014/main" id="{5E2E7D9C-5DD9-9646-55C0-B7522C69DB7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Image result for human icon png">
                <a:extLst>
                  <a:ext uri="{FF2B5EF4-FFF2-40B4-BE49-F238E27FC236}">
                    <a16:creationId xmlns:a16="http://schemas.microsoft.com/office/drawing/2014/main" id="{4782FE04-1621-FDE9-6490-31E7B3C9092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descr="Image result for human icon png">
                <a:extLst>
                  <a:ext uri="{FF2B5EF4-FFF2-40B4-BE49-F238E27FC236}">
                    <a16:creationId xmlns:a16="http://schemas.microsoft.com/office/drawing/2014/main" id="{7AE8122A-9637-24D6-22FC-F9EFFFB7374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descr="Image result for human icon png">
                <a:extLst>
                  <a:ext uri="{FF2B5EF4-FFF2-40B4-BE49-F238E27FC236}">
                    <a16:creationId xmlns:a16="http://schemas.microsoft.com/office/drawing/2014/main" id="{8A3BD884-5712-792C-C0CF-608ED3BA3AF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Image result for human icon png">
                <a:extLst>
                  <a:ext uri="{FF2B5EF4-FFF2-40B4-BE49-F238E27FC236}">
                    <a16:creationId xmlns:a16="http://schemas.microsoft.com/office/drawing/2014/main" id="{7F99FDE0-AA2B-5ED6-C0DC-704DAB41757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descr="Image result for human icon png">
                <a:extLst>
                  <a:ext uri="{FF2B5EF4-FFF2-40B4-BE49-F238E27FC236}">
                    <a16:creationId xmlns:a16="http://schemas.microsoft.com/office/drawing/2014/main" id="{5EF7E3C7-B6CA-E0F4-5A31-9595C8E767F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Image result for human icon png">
                <a:extLst>
                  <a:ext uri="{FF2B5EF4-FFF2-40B4-BE49-F238E27FC236}">
                    <a16:creationId xmlns:a16="http://schemas.microsoft.com/office/drawing/2014/main" id="{282A6999-A3A0-1B63-BA8F-10CBE9E17DC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3" name="Group 72">
              <a:extLst>
                <a:ext uri="{FF2B5EF4-FFF2-40B4-BE49-F238E27FC236}">
                  <a16:creationId xmlns:a16="http://schemas.microsoft.com/office/drawing/2014/main" id="{936E4F5A-6B11-D33F-F7D7-5E5741BD0282}"/>
                </a:ext>
              </a:extLst>
            </p:cNvPr>
            <p:cNvGrpSpPr/>
            <p:nvPr/>
          </p:nvGrpSpPr>
          <p:grpSpPr>
            <a:xfrm>
              <a:off x="4919872" y="1231462"/>
              <a:ext cx="1181645" cy="732902"/>
              <a:chOff x="7111532" y="2553230"/>
              <a:chExt cx="1680563" cy="1042350"/>
            </a:xfrm>
          </p:grpSpPr>
          <p:pic>
            <p:nvPicPr>
              <p:cNvPr id="74" name="Picture 73" descr="Image result for human icon png">
                <a:extLst>
                  <a:ext uri="{FF2B5EF4-FFF2-40B4-BE49-F238E27FC236}">
                    <a16:creationId xmlns:a16="http://schemas.microsoft.com/office/drawing/2014/main" id="{315361B6-D603-8F38-F992-C652C111F30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descr="Image result for human icon png">
                <a:extLst>
                  <a:ext uri="{FF2B5EF4-FFF2-40B4-BE49-F238E27FC236}">
                    <a16:creationId xmlns:a16="http://schemas.microsoft.com/office/drawing/2014/main" id="{0CE9F975-5349-C397-9C02-4D520C351FE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descr="Image result for human icon png">
                <a:extLst>
                  <a:ext uri="{FF2B5EF4-FFF2-40B4-BE49-F238E27FC236}">
                    <a16:creationId xmlns:a16="http://schemas.microsoft.com/office/drawing/2014/main" id="{93974F58-E2A6-0F87-F485-AF9715D8E8D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descr="Image result for human icon png">
                <a:extLst>
                  <a:ext uri="{FF2B5EF4-FFF2-40B4-BE49-F238E27FC236}">
                    <a16:creationId xmlns:a16="http://schemas.microsoft.com/office/drawing/2014/main" id="{8A94D90C-E3A1-83AB-E44C-DFAA2F5D82F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7" descr="Image result for human icon png">
                <a:extLst>
                  <a:ext uri="{FF2B5EF4-FFF2-40B4-BE49-F238E27FC236}">
                    <a16:creationId xmlns:a16="http://schemas.microsoft.com/office/drawing/2014/main" id="{D7F8C9EA-CB6A-FED5-A782-8F54DBBB2AA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78" descr="Image result for human icon png">
                <a:extLst>
                  <a:ext uri="{FF2B5EF4-FFF2-40B4-BE49-F238E27FC236}">
                    <a16:creationId xmlns:a16="http://schemas.microsoft.com/office/drawing/2014/main" id="{F7FC7A7A-DDFF-2EB5-096B-1AE96C547F9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descr="Image result for human icon png">
                <a:extLst>
                  <a:ext uri="{FF2B5EF4-FFF2-40B4-BE49-F238E27FC236}">
                    <a16:creationId xmlns:a16="http://schemas.microsoft.com/office/drawing/2014/main" id="{876039C1-0EDB-4E39-D191-5612AB72209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descr="Image result for human icon png">
                <a:extLst>
                  <a:ext uri="{FF2B5EF4-FFF2-40B4-BE49-F238E27FC236}">
                    <a16:creationId xmlns:a16="http://schemas.microsoft.com/office/drawing/2014/main" id="{84016B88-817B-9AE0-EFE6-02D6A0F3AAB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1" descr="Image result for human icon png">
                <a:extLst>
                  <a:ext uri="{FF2B5EF4-FFF2-40B4-BE49-F238E27FC236}">
                    <a16:creationId xmlns:a16="http://schemas.microsoft.com/office/drawing/2014/main" id="{532C4C4F-722D-1DC7-6474-20BF2517115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2" descr="Image result for human icon png">
                <a:extLst>
                  <a:ext uri="{FF2B5EF4-FFF2-40B4-BE49-F238E27FC236}">
                    <a16:creationId xmlns:a16="http://schemas.microsoft.com/office/drawing/2014/main" id="{0DB98776-6040-097E-FBAB-3E10A4F3C1F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descr="Image result for human icon png">
                <a:extLst>
                  <a:ext uri="{FF2B5EF4-FFF2-40B4-BE49-F238E27FC236}">
                    <a16:creationId xmlns:a16="http://schemas.microsoft.com/office/drawing/2014/main" id="{BFE394A5-6302-9581-EE1C-84242671621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descr="Image result for human icon png">
                <a:extLst>
                  <a:ext uri="{FF2B5EF4-FFF2-40B4-BE49-F238E27FC236}">
                    <a16:creationId xmlns:a16="http://schemas.microsoft.com/office/drawing/2014/main" id="{37FDC575-6E29-71DF-4475-C4A43D9D05C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5" descr="Image result for human icon png">
                <a:extLst>
                  <a:ext uri="{FF2B5EF4-FFF2-40B4-BE49-F238E27FC236}">
                    <a16:creationId xmlns:a16="http://schemas.microsoft.com/office/drawing/2014/main" id="{476AAAC1-9231-5C20-3E73-AC9A08BC7E9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Image result for human icon png">
                <a:extLst>
                  <a:ext uri="{FF2B5EF4-FFF2-40B4-BE49-F238E27FC236}">
                    <a16:creationId xmlns:a16="http://schemas.microsoft.com/office/drawing/2014/main" id="{179BC777-7116-4A60-D935-3AFDF39D6AF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Image result for human icon png">
                <a:extLst>
                  <a:ext uri="{FF2B5EF4-FFF2-40B4-BE49-F238E27FC236}">
                    <a16:creationId xmlns:a16="http://schemas.microsoft.com/office/drawing/2014/main" id="{F3ACB25E-F47B-146B-DAEF-A8103F7DE4C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Image result for human icon png">
                <a:extLst>
                  <a:ext uri="{FF2B5EF4-FFF2-40B4-BE49-F238E27FC236}">
                    <a16:creationId xmlns:a16="http://schemas.microsoft.com/office/drawing/2014/main" id="{D0E08B5C-CF8E-D97B-8954-B471E731549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0" name="Group 89">
              <a:extLst>
                <a:ext uri="{FF2B5EF4-FFF2-40B4-BE49-F238E27FC236}">
                  <a16:creationId xmlns:a16="http://schemas.microsoft.com/office/drawing/2014/main" id="{52A87CAC-42F2-00A3-015C-F19953ED4B67}"/>
                </a:ext>
              </a:extLst>
            </p:cNvPr>
            <p:cNvGrpSpPr/>
            <p:nvPr/>
          </p:nvGrpSpPr>
          <p:grpSpPr>
            <a:xfrm>
              <a:off x="5958563" y="1231462"/>
              <a:ext cx="1181645" cy="732902"/>
              <a:chOff x="7111532" y="2553230"/>
              <a:chExt cx="1680563" cy="1042350"/>
            </a:xfrm>
          </p:grpSpPr>
          <p:pic>
            <p:nvPicPr>
              <p:cNvPr id="91" name="Picture 90" descr="Image result for human icon png">
                <a:extLst>
                  <a:ext uri="{FF2B5EF4-FFF2-40B4-BE49-F238E27FC236}">
                    <a16:creationId xmlns:a16="http://schemas.microsoft.com/office/drawing/2014/main" id="{C56BBD10-187C-A91E-3B33-BB632FDC4E5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1" descr="Image result for human icon png">
                <a:extLst>
                  <a:ext uri="{FF2B5EF4-FFF2-40B4-BE49-F238E27FC236}">
                    <a16:creationId xmlns:a16="http://schemas.microsoft.com/office/drawing/2014/main" id="{202F31DA-60C8-845C-0D2A-2EB2413C5C3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92" descr="Image result for human icon png">
                <a:extLst>
                  <a:ext uri="{FF2B5EF4-FFF2-40B4-BE49-F238E27FC236}">
                    <a16:creationId xmlns:a16="http://schemas.microsoft.com/office/drawing/2014/main" id="{8C62E371-18DE-287E-7CBC-374700240ED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Image result for human icon png">
                <a:extLst>
                  <a:ext uri="{FF2B5EF4-FFF2-40B4-BE49-F238E27FC236}">
                    <a16:creationId xmlns:a16="http://schemas.microsoft.com/office/drawing/2014/main" id="{C56E6547-6904-8E62-0CEB-AE65C26F94E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descr="Image result for human icon png">
                <a:extLst>
                  <a:ext uri="{FF2B5EF4-FFF2-40B4-BE49-F238E27FC236}">
                    <a16:creationId xmlns:a16="http://schemas.microsoft.com/office/drawing/2014/main" id="{4D28A442-1523-E9A3-1B54-35400C796F4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descr="Image result for human icon png">
                <a:extLst>
                  <a:ext uri="{FF2B5EF4-FFF2-40B4-BE49-F238E27FC236}">
                    <a16:creationId xmlns:a16="http://schemas.microsoft.com/office/drawing/2014/main" id="{A4352C3C-6A8A-9894-D526-2AC2B03A555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96" descr="Image result for human icon png">
                <a:extLst>
                  <a:ext uri="{FF2B5EF4-FFF2-40B4-BE49-F238E27FC236}">
                    <a16:creationId xmlns:a16="http://schemas.microsoft.com/office/drawing/2014/main" id="{88F65CA0-1E40-86C4-45B5-3C71C915F2E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Image result for human icon png">
                <a:extLst>
                  <a:ext uri="{FF2B5EF4-FFF2-40B4-BE49-F238E27FC236}">
                    <a16:creationId xmlns:a16="http://schemas.microsoft.com/office/drawing/2014/main" id="{6DFC9CEA-ADF2-8197-CFC8-64962F30544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descr="Image result for human icon png">
                <a:extLst>
                  <a:ext uri="{FF2B5EF4-FFF2-40B4-BE49-F238E27FC236}">
                    <a16:creationId xmlns:a16="http://schemas.microsoft.com/office/drawing/2014/main" id="{2487D44A-025C-D770-E7A3-6A83A0CB139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descr="Image result for human icon png">
                <a:extLst>
                  <a:ext uri="{FF2B5EF4-FFF2-40B4-BE49-F238E27FC236}">
                    <a16:creationId xmlns:a16="http://schemas.microsoft.com/office/drawing/2014/main" id="{40901037-B170-8F58-4F95-4A4C4B338AC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00" descr="Image result for human icon png">
                <a:extLst>
                  <a:ext uri="{FF2B5EF4-FFF2-40B4-BE49-F238E27FC236}">
                    <a16:creationId xmlns:a16="http://schemas.microsoft.com/office/drawing/2014/main" id="{68098959-FB6C-1D41-4AB2-15EA19356E1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1" descr="Image result for human icon png">
                <a:extLst>
                  <a:ext uri="{FF2B5EF4-FFF2-40B4-BE49-F238E27FC236}">
                    <a16:creationId xmlns:a16="http://schemas.microsoft.com/office/drawing/2014/main" id="{EE5DB1E6-1F2D-3712-4809-868414E3D69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2" descr="Image result for human icon png">
                <a:extLst>
                  <a:ext uri="{FF2B5EF4-FFF2-40B4-BE49-F238E27FC236}">
                    <a16:creationId xmlns:a16="http://schemas.microsoft.com/office/drawing/2014/main" id="{56FF16A2-85C9-522C-5429-A055FDD058F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descr="Image result for human icon png">
                <a:extLst>
                  <a:ext uri="{FF2B5EF4-FFF2-40B4-BE49-F238E27FC236}">
                    <a16:creationId xmlns:a16="http://schemas.microsoft.com/office/drawing/2014/main" id="{97D9E8C7-5E59-191A-7104-4C334561036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descr="Image result for human icon png">
                <a:extLst>
                  <a:ext uri="{FF2B5EF4-FFF2-40B4-BE49-F238E27FC236}">
                    <a16:creationId xmlns:a16="http://schemas.microsoft.com/office/drawing/2014/main" id="{6CBA821D-913D-EC44-140B-405C6D84ACC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05" descr="Image result for human icon png">
                <a:extLst>
                  <a:ext uri="{FF2B5EF4-FFF2-40B4-BE49-F238E27FC236}">
                    <a16:creationId xmlns:a16="http://schemas.microsoft.com/office/drawing/2014/main" id="{588CE8BD-FA03-087B-C1F7-A128E0548AD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7" name="Group 106">
              <a:extLst>
                <a:ext uri="{FF2B5EF4-FFF2-40B4-BE49-F238E27FC236}">
                  <a16:creationId xmlns:a16="http://schemas.microsoft.com/office/drawing/2014/main" id="{83E678B7-CF5A-2DC9-F332-252C0E726F94}"/>
                </a:ext>
              </a:extLst>
            </p:cNvPr>
            <p:cNvGrpSpPr/>
            <p:nvPr/>
          </p:nvGrpSpPr>
          <p:grpSpPr>
            <a:xfrm>
              <a:off x="6954370" y="1229222"/>
              <a:ext cx="1181645" cy="732902"/>
              <a:chOff x="7111532" y="2553230"/>
              <a:chExt cx="1680563" cy="1042350"/>
            </a:xfrm>
          </p:grpSpPr>
          <p:pic>
            <p:nvPicPr>
              <p:cNvPr id="108" name="Picture 107" descr="Image result for human icon png">
                <a:extLst>
                  <a:ext uri="{FF2B5EF4-FFF2-40B4-BE49-F238E27FC236}">
                    <a16:creationId xmlns:a16="http://schemas.microsoft.com/office/drawing/2014/main" id="{1F57F9D6-6EAA-AE6D-F57F-B1138C5243D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8" descr="Image result for human icon png">
                <a:extLst>
                  <a:ext uri="{FF2B5EF4-FFF2-40B4-BE49-F238E27FC236}">
                    <a16:creationId xmlns:a16="http://schemas.microsoft.com/office/drawing/2014/main" id="{BBBDE552-1244-51B9-C6A8-A5FA04FF8B4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descr="Image result for human icon png">
                <a:extLst>
                  <a:ext uri="{FF2B5EF4-FFF2-40B4-BE49-F238E27FC236}">
                    <a16:creationId xmlns:a16="http://schemas.microsoft.com/office/drawing/2014/main" id="{C601498F-5E50-BCDB-2FA6-182570588E2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110" descr="Image result for human icon png">
                <a:extLst>
                  <a:ext uri="{FF2B5EF4-FFF2-40B4-BE49-F238E27FC236}">
                    <a16:creationId xmlns:a16="http://schemas.microsoft.com/office/drawing/2014/main" id="{812E9180-39AD-A30D-0690-236B3AA7743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11" descr="Image result for human icon png">
                <a:extLst>
                  <a:ext uri="{FF2B5EF4-FFF2-40B4-BE49-F238E27FC236}">
                    <a16:creationId xmlns:a16="http://schemas.microsoft.com/office/drawing/2014/main" id="{8B44673D-39A1-4A22-9212-1BCF78BE42F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Image result for human icon png">
                <a:extLst>
                  <a:ext uri="{FF2B5EF4-FFF2-40B4-BE49-F238E27FC236}">
                    <a16:creationId xmlns:a16="http://schemas.microsoft.com/office/drawing/2014/main" id="{05E0E5D7-1CFF-58DD-8414-08267906825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113" descr="Image result for human icon png">
                <a:extLst>
                  <a:ext uri="{FF2B5EF4-FFF2-40B4-BE49-F238E27FC236}">
                    <a16:creationId xmlns:a16="http://schemas.microsoft.com/office/drawing/2014/main" id="{1FE335DE-506D-3F1F-6E41-705BFDBD223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14" descr="Image result for human icon png">
                <a:extLst>
                  <a:ext uri="{FF2B5EF4-FFF2-40B4-BE49-F238E27FC236}">
                    <a16:creationId xmlns:a16="http://schemas.microsoft.com/office/drawing/2014/main" id="{8226C452-7FA0-18BE-0BB2-A60508BADBE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15" descr="Image result for human icon png">
                <a:extLst>
                  <a:ext uri="{FF2B5EF4-FFF2-40B4-BE49-F238E27FC236}">
                    <a16:creationId xmlns:a16="http://schemas.microsoft.com/office/drawing/2014/main" id="{A0DFD4C2-A77B-4AF1-CFD8-C6C040AAF25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16" descr="Image result for human icon png">
                <a:extLst>
                  <a:ext uri="{FF2B5EF4-FFF2-40B4-BE49-F238E27FC236}">
                    <a16:creationId xmlns:a16="http://schemas.microsoft.com/office/drawing/2014/main" id="{C866FA81-370B-163D-539A-2AFE2A247F6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descr="Image result for human icon png">
                <a:extLst>
                  <a:ext uri="{FF2B5EF4-FFF2-40B4-BE49-F238E27FC236}">
                    <a16:creationId xmlns:a16="http://schemas.microsoft.com/office/drawing/2014/main" id="{677358C4-C4DC-7A80-B430-61C90B4DA61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18" descr="Image result for human icon png">
                <a:extLst>
                  <a:ext uri="{FF2B5EF4-FFF2-40B4-BE49-F238E27FC236}">
                    <a16:creationId xmlns:a16="http://schemas.microsoft.com/office/drawing/2014/main" id="{726E7340-E22A-4C24-054E-C5876B31B1E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119" descr="Image result for human icon png">
                <a:extLst>
                  <a:ext uri="{FF2B5EF4-FFF2-40B4-BE49-F238E27FC236}">
                    <a16:creationId xmlns:a16="http://schemas.microsoft.com/office/drawing/2014/main" id="{7263E9E9-E7D2-7DC1-DD58-1A11474ED85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120" descr="Image result for human icon png">
                <a:extLst>
                  <a:ext uri="{FF2B5EF4-FFF2-40B4-BE49-F238E27FC236}">
                    <a16:creationId xmlns:a16="http://schemas.microsoft.com/office/drawing/2014/main" id="{19E6ADA0-7C3D-6DCE-4089-7E2C861633B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121" descr="Image result for human icon png">
                <a:extLst>
                  <a:ext uri="{FF2B5EF4-FFF2-40B4-BE49-F238E27FC236}">
                    <a16:creationId xmlns:a16="http://schemas.microsoft.com/office/drawing/2014/main" id="{FB6E8C30-5CCF-2936-4F7B-3074A4F6000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descr="Image result for human icon png">
                <a:extLst>
                  <a:ext uri="{FF2B5EF4-FFF2-40B4-BE49-F238E27FC236}">
                    <a16:creationId xmlns:a16="http://schemas.microsoft.com/office/drawing/2014/main" id="{1419F192-B992-CB12-1182-7505C20E41C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4" name="Group 123">
              <a:extLst>
                <a:ext uri="{FF2B5EF4-FFF2-40B4-BE49-F238E27FC236}">
                  <a16:creationId xmlns:a16="http://schemas.microsoft.com/office/drawing/2014/main" id="{152CA96D-74F6-0A41-600A-59559FECC8D8}"/>
                </a:ext>
              </a:extLst>
            </p:cNvPr>
            <p:cNvGrpSpPr/>
            <p:nvPr/>
          </p:nvGrpSpPr>
          <p:grpSpPr>
            <a:xfrm>
              <a:off x="7993061" y="1229222"/>
              <a:ext cx="1181645" cy="732902"/>
              <a:chOff x="7111532" y="2553230"/>
              <a:chExt cx="1680563" cy="1042350"/>
            </a:xfrm>
          </p:grpSpPr>
          <p:pic>
            <p:nvPicPr>
              <p:cNvPr id="125" name="Picture 124" descr="Image result for human icon png">
                <a:extLst>
                  <a:ext uri="{FF2B5EF4-FFF2-40B4-BE49-F238E27FC236}">
                    <a16:creationId xmlns:a16="http://schemas.microsoft.com/office/drawing/2014/main" id="{6C0F0366-DBED-9111-6871-5F76D28D5F8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125" descr="Image result for human icon png">
                <a:extLst>
                  <a:ext uri="{FF2B5EF4-FFF2-40B4-BE49-F238E27FC236}">
                    <a16:creationId xmlns:a16="http://schemas.microsoft.com/office/drawing/2014/main" id="{F88CA6AE-3C2F-0A58-9330-CDB3DEA03A0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6" descr="Image result for human icon png">
                <a:extLst>
                  <a:ext uri="{FF2B5EF4-FFF2-40B4-BE49-F238E27FC236}">
                    <a16:creationId xmlns:a16="http://schemas.microsoft.com/office/drawing/2014/main" id="{A615DD8A-CAEE-5187-CC7D-56B67E0BF4D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27" descr="Image result for human icon png">
                <a:extLst>
                  <a:ext uri="{FF2B5EF4-FFF2-40B4-BE49-F238E27FC236}">
                    <a16:creationId xmlns:a16="http://schemas.microsoft.com/office/drawing/2014/main" id="{55279DFC-7B5F-EB68-1E3C-122C5CB7323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28" descr="Image result for human icon png">
                <a:extLst>
                  <a:ext uri="{FF2B5EF4-FFF2-40B4-BE49-F238E27FC236}">
                    <a16:creationId xmlns:a16="http://schemas.microsoft.com/office/drawing/2014/main" id="{788C6D10-65CD-A38F-8B4D-35F6ABE645C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29" descr="Image result for human icon png">
                <a:extLst>
                  <a:ext uri="{FF2B5EF4-FFF2-40B4-BE49-F238E27FC236}">
                    <a16:creationId xmlns:a16="http://schemas.microsoft.com/office/drawing/2014/main" id="{C7200A58-536A-8FCE-0BAB-2FCC4F441B1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30" descr="Image result for human icon png">
                <a:extLst>
                  <a:ext uri="{FF2B5EF4-FFF2-40B4-BE49-F238E27FC236}">
                    <a16:creationId xmlns:a16="http://schemas.microsoft.com/office/drawing/2014/main" id="{766FB714-0566-99BE-E59E-CAF1D2BCBC0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31" descr="Image result for human icon png">
                <a:extLst>
                  <a:ext uri="{FF2B5EF4-FFF2-40B4-BE49-F238E27FC236}">
                    <a16:creationId xmlns:a16="http://schemas.microsoft.com/office/drawing/2014/main" id="{EB570477-F3A4-F94C-8037-4B1A5596235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32" descr="Image result for human icon png">
                <a:extLst>
                  <a:ext uri="{FF2B5EF4-FFF2-40B4-BE49-F238E27FC236}">
                    <a16:creationId xmlns:a16="http://schemas.microsoft.com/office/drawing/2014/main" id="{B89E678B-AAF9-C32D-CD2B-C4007078F3A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33" descr="Image result for human icon png">
                <a:extLst>
                  <a:ext uri="{FF2B5EF4-FFF2-40B4-BE49-F238E27FC236}">
                    <a16:creationId xmlns:a16="http://schemas.microsoft.com/office/drawing/2014/main" id="{C4859DBC-8AFB-C6E2-4C55-D67788511E6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34" descr="Image result for human icon png">
                <a:extLst>
                  <a:ext uri="{FF2B5EF4-FFF2-40B4-BE49-F238E27FC236}">
                    <a16:creationId xmlns:a16="http://schemas.microsoft.com/office/drawing/2014/main" id="{D24A9947-5D9F-FD7F-07E5-A8089A2E6E1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descr="Image result for human icon png">
                <a:extLst>
                  <a:ext uri="{FF2B5EF4-FFF2-40B4-BE49-F238E27FC236}">
                    <a16:creationId xmlns:a16="http://schemas.microsoft.com/office/drawing/2014/main" id="{DCBA0727-D3DC-DAC2-D4B2-10086571855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descr="Image result for human icon png">
                <a:extLst>
                  <a:ext uri="{FF2B5EF4-FFF2-40B4-BE49-F238E27FC236}">
                    <a16:creationId xmlns:a16="http://schemas.microsoft.com/office/drawing/2014/main" id="{FCFDEB15-F13B-23BD-A1C0-15A91F6DF5C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descr="Image result for human icon png">
                <a:extLst>
                  <a:ext uri="{FF2B5EF4-FFF2-40B4-BE49-F238E27FC236}">
                    <a16:creationId xmlns:a16="http://schemas.microsoft.com/office/drawing/2014/main" id="{DF905F13-6766-DB2F-0384-E4AAE7AC1EA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138" descr="Image result for human icon png">
                <a:extLst>
                  <a:ext uri="{FF2B5EF4-FFF2-40B4-BE49-F238E27FC236}">
                    <a16:creationId xmlns:a16="http://schemas.microsoft.com/office/drawing/2014/main" id="{C79DCABD-B0E8-BA65-6014-6C6DFF1CD26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39" descr="Image result for human icon png">
                <a:extLst>
                  <a:ext uri="{FF2B5EF4-FFF2-40B4-BE49-F238E27FC236}">
                    <a16:creationId xmlns:a16="http://schemas.microsoft.com/office/drawing/2014/main" id="{F19B3828-539A-83B9-9B9D-A3C61B64E75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1" name="Group 140">
              <a:extLst>
                <a:ext uri="{FF2B5EF4-FFF2-40B4-BE49-F238E27FC236}">
                  <a16:creationId xmlns:a16="http://schemas.microsoft.com/office/drawing/2014/main" id="{DD2F11C4-77BD-440C-783E-E8B5257D2BEF}"/>
                </a:ext>
              </a:extLst>
            </p:cNvPr>
            <p:cNvGrpSpPr/>
            <p:nvPr/>
          </p:nvGrpSpPr>
          <p:grpSpPr>
            <a:xfrm>
              <a:off x="9018494" y="1249392"/>
              <a:ext cx="1181645" cy="732902"/>
              <a:chOff x="7111532" y="2553230"/>
              <a:chExt cx="1680563" cy="1042350"/>
            </a:xfrm>
          </p:grpSpPr>
          <p:pic>
            <p:nvPicPr>
              <p:cNvPr id="142" name="Picture 141" descr="Image result for human icon png">
                <a:extLst>
                  <a:ext uri="{FF2B5EF4-FFF2-40B4-BE49-F238E27FC236}">
                    <a16:creationId xmlns:a16="http://schemas.microsoft.com/office/drawing/2014/main" id="{D50048D6-9658-384F-DD42-08D8B40978D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142" descr="Image result for human icon png">
                <a:extLst>
                  <a:ext uri="{FF2B5EF4-FFF2-40B4-BE49-F238E27FC236}">
                    <a16:creationId xmlns:a16="http://schemas.microsoft.com/office/drawing/2014/main" id="{03EC1FD5-61F8-0649-5350-3170690B2EC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143" descr="Image result for human icon png">
                <a:extLst>
                  <a:ext uri="{FF2B5EF4-FFF2-40B4-BE49-F238E27FC236}">
                    <a16:creationId xmlns:a16="http://schemas.microsoft.com/office/drawing/2014/main" id="{C8162A57-9AA6-8359-F994-7AA41C0958F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44" descr="Image result for human icon png">
                <a:extLst>
                  <a:ext uri="{FF2B5EF4-FFF2-40B4-BE49-F238E27FC236}">
                    <a16:creationId xmlns:a16="http://schemas.microsoft.com/office/drawing/2014/main" id="{09C51D66-97E5-54D5-1849-744AF267159A}"/>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145" descr="Image result for human icon png">
                <a:extLst>
                  <a:ext uri="{FF2B5EF4-FFF2-40B4-BE49-F238E27FC236}">
                    <a16:creationId xmlns:a16="http://schemas.microsoft.com/office/drawing/2014/main" id="{A6FCADAB-7015-0F5F-0878-F308DC595F2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46" descr="Image result for human icon png">
                <a:extLst>
                  <a:ext uri="{FF2B5EF4-FFF2-40B4-BE49-F238E27FC236}">
                    <a16:creationId xmlns:a16="http://schemas.microsoft.com/office/drawing/2014/main" id="{EEA89849-7CBA-6F82-6848-D2D0F31E4DB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47" descr="Image result for human icon png">
                <a:extLst>
                  <a:ext uri="{FF2B5EF4-FFF2-40B4-BE49-F238E27FC236}">
                    <a16:creationId xmlns:a16="http://schemas.microsoft.com/office/drawing/2014/main" id="{6CDBE334-F08D-BA17-3DED-F208E6848F2E}"/>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48" descr="Image result for human icon png">
                <a:extLst>
                  <a:ext uri="{FF2B5EF4-FFF2-40B4-BE49-F238E27FC236}">
                    <a16:creationId xmlns:a16="http://schemas.microsoft.com/office/drawing/2014/main" id="{466D28CA-1DE4-8A2B-DEC0-F856F174DEC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49" descr="Image result for human icon png">
                <a:extLst>
                  <a:ext uri="{FF2B5EF4-FFF2-40B4-BE49-F238E27FC236}">
                    <a16:creationId xmlns:a16="http://schemas.microsoft.com/office/drawing/2014/main" id="{43942022-A6D3-2F08-964E-72A1E46377B5}"/>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50" descr="Image result for human icon png">
                <a:extLst>
                  <a:ext uri="{FF2B5EF4-FFF2-40B4-BE49-F238E27FC236}">
                    <a16:creationId xmlns:a16="http://schemas.microsoft.com/office/drawing/2014/main" id="{98862407-0ED2-2AF9-9EFF-87DF5150B63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51" descr="Image result for human icon png">
                <a:extLst>
                  <a:ext uri="{FF2B5EF4-FFF2-40B4-BE49-F238E27FC236}">
                    <a16:creationId xmlns:a16="http://schemas.microsoft.com/office/drawing/2014/main" id="{2B1F0390-29EF-4C80-18C5-79728E87B71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152" descr="Image result for human icon png">
                <a:extLst>
                  <a:ext uri="{FF2B5EF4-FFF2-40B4-BE49-F238E27FC236}">
                    <a16:creationId xmlns:a16="http://schemas.microsoft.com/office/drawing/2014/main" id="{1DC9B93C-5E08-C2A4-40CE-715100DDA3E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53" descr="Image result for human icon png">
                <a:extLst>
                  <a:ext uri="{FF2B5EF4-FFF2-40B4-BE49-F238E27FC236}">
                    <a16:creationId xmlns:a16="http://schemas.microsoft.com/office/drawing/2014/main" id="{9AB06652-42AB-4BB4-F4F2-2410668630D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154" descr="Image result for human icon png">
                <a:extLst>
                  <a:ext uri="{FF2B5EF4-FFF2-40B4-BE49-F238E27FC236}">
                    <a16:creationId xmlns:a16="http://schemas.microsoft.com/office/drawing/2014/main" id="{45C5DC3E-500A-10AD-976D-1B086D1C6DFF}"/>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155" descr="Image result for human icon png">
                <a:extLst>
                  <a:ext uri="{FF2B5EF4-FFF2-40B4-BE49-F238E27FC236}">
                    <a16:creationId xmlns:a16="http://schemas.microsoft.com/office/drawing/2014/main" id="{DF0E3DCF-F172-DE18-C8ED-E9BD1E32B2E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156" descr="Image result for human icon png">
                <a:extLst>
                  <a:ext uri="{FF2B5EF4-FFF2-40B4-BE49-F238E27FC236}">
                    <a16:creationId xmlns:a16="http://schemas.microsoft.com/office/drawing/2014/main" id="{3C87C9C9-8B5C-4A14-FA61-BDEC41EB004B}"/>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60" name="Group 159">
            <a:extLst>
              <a:ext uri="{FF2B5EF4-FFF2-40B4-BE49-F238E27FC236}">
                <a16:creationId xmlns:a16="http://schemas.microsoft.com/office/drawing/2014/main" id="{907E1B90-9A0F-0217-EECA-399DCD130D64}"/>
              </a:ext>
            </a:extLst>
          </p:cNvPr>
          <p:cNvGrpSpPr/>
          <p:nvPr/>
        </p:nvGrpSpPr>
        <p:grpSpPr>
          <a:xfrm>
            <a:off x="5447435" y="3322502"/>
            <a:ext cx="1181645" cy="732902"/>
            <a:chOff x="7111532" y="2553230"/>
            <a:chExt cx="1680563" cy="1042350"/>
          </a:xfrm>
        </p:grpSpPr>
        <p:pic>
          <p:nvPicPr>
            <p:cNvPr id="161" name="Picture 160" descr="Image result for human icon png">
              <a:extLst>
                <a:ext uri="{FF2B5EF4-FFF2-40B4-BE49-F238E27FC236}">
                  <a16:creationId xmlns:a16="http://schemas.microsoft.com/office/drawing/2014/main" id="{E2C0F72A-ECBB-F070-B3F2-4A4C1B95CBA6}"/>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2" name="Picture 161" descr="Image result for human icon png">
              <a:extLst>
                <a:ext uri="{FF2B5EF4-FFF2-40B4-BE49-F238E27FC236}">
                  <a16:creationId xmlns:a16="http://schemas.microsoft.com/office/drawing/2014/main" id="{7F5FF2A3-6CE2-DC2A-573B-4428D9066730}"/>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162" descr="Image result for human icon png">
              <a:extLst>
                <a:ext uri="{FF2B5EF4-FFF2-40B4-BE49-F238E27FC236}">
                  <a16:creationId xmlns:a16="http://schemas.microsoft.com/office/drawing/2014/main" id="{C5C202ED-477F-6B4F-7930-3A9B27A887D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163" descr="Image result for human icon png">
              <a:extLst>
                <a:ext uri="{FF2B5EF4-FFF2-40B4-BE49-F238E27FC236}">
                  <a16:creationId xmlns:a16="http://schemas.microsoft.com/office/drawing/2014/main" id="{05B4B998-1764-C2F6-6D4C-0C241FC6A85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64" descr="Image result for human icon png">
              <a:extLst>
                <a:ext uri="{FF2B5EF4-FFF2-40B4-BE49-F238E27FC236}">
                  <a16:creationId xmlns:a16="http://schemas.microsoft.com/office/drawing/2014/main" id="{19029E1B-9FCE-5681-C024-E6D83FF8E8B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165" descr="Image result for human icon png">
              <a:extLst>
                <a:ext uri="{FF2B5EF4-FFF2-40B4-BE49-F238E27FC236}">
                  <a16:creationId xmlns:a16="http://schemas.microsoft.com/office/drawing/2014/main" id="{EBE2E5EA-C67B-B5B8-61A9-2A9A7DB2BDB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descr="Image result for human icon png">
              <a:extLst>
                <a:ext uri="{FF2B5EF4-FFF2-40B4-BE49-F238E27FC236}">
                  <a16:creationId xmlns:a16="http://schemas.microsoft.com/office/drawing/2014/main" id="{75DBF0FB-7E83-0EF0-DEF0-69FF797D28F8}"/>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167" descr="Image result for human icon png">
              <a:extLst>
                <a:ext uri="{FF2B5EF4-FFF2-40B4-BE49-F238E27FC236}">
                  <a16:creationId xmlns:a16="http://schemas.microsoft.com/office/drawing/2014/main" id="{DE82D0B6-30E4-EDFF-2C82-982537E2B79D}"/>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168" descr="Image result for human icon png">
              <a:extLst>
                <a:ext uri="{FF2B5EF4-FFF2-40B4-BE49-F238E27FC236}">
                  <a16:creationId xmlns:a16="http://schemas.microsoft.com/office/drawing/2014/main" id="{658A1F2D-7990-B47D-4AB8-501037CC85F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169" descr="Image result for human icon png">
              <a:extLst>
                <a:ext uri="{FF2B5EF4-FFF2-40B4-BE49-F238E27FC236}">
                  <a16:creationId xmlns:a16="http://schemas.microsoft.com/office/drawing/2014/main" id="{F1FCF0D3-6B9A-8834-573C-702DE89CCB23}"/>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170" descr="Image result for human icon png">
              <a:extLst>
                <a:ext uri="{FF2B5EF4-FFF2-40B4-BE49-F238E27FC236}">
                  <a16:creationId xmlns:a16="http://schemas.microsoft.com/office/drawing/2014/main" id="{B6327748-71E4-426C-995E-E880D95B4B09}"/>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171" descr="Image result for human icon png">
              <a:extLst>
                <a:ext uri="{FF2B5EF4-FFF2-40B4-BE49-F238E27FC236}">
                  <a16:creationId xmlns:a16="http://schemas.microsoft.com/office/drawing/2014/main" id="{87C45A27-F6A3-E33C-2F29-7766A3A7F481}"/>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172" descr="Image result for human icon png">
              <a:extLst>
                <a:ext uri="{FF2B5EF4-FFF2-40B4-BE49-F238E27FC236}">
                  <a16:creationId xmlns:a16="http://schemas.microsoft.com/office/drawing/2014/main" id="{35F7D7F2-FBFC-A734-FEC6-F9DE42D2B88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4" name="Picture 173" descr="Image result for human icon png">
              <a:extLst>
                <a:ext uri="{FF2B5EF4-FFF2-40B4-BE49-F238E27FC236}">
                  <a16:creationId xmlns:a16="http://schemas.microsoft.com/office/drawing/2014/main" id="{59B03BB8-F091-0277-550A-D71E2A8865C2}"/>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5" name="Picture 174" descr="Image result for human icon png">
              <a:extLst>
                <a:ext uri="{FF2B5EF4-FFF2-40B4-BE49-F238E27FC236}">
                  <a16:creationId xmlns:a16="http://schemas.microsoft.com/office/drawing/2014/main" id="{FE287545-1809-8897-F6B4-C9B2DF746EB4}"/>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6" name="Picture 175" descr="Image result for human icon png">
              <a:extLst>
                <a:ext uri="{FF2B5EF4-FFF2-40B4-BE49-F238E27FC236}">
                  <a16:creationId xmlns:a16="http://schemas.microsoft.com/office/drawing/2014/main" id="{093B8383-3E6C-8016-89DE-915E3744EE37}"/>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C8F149A-C38C-616D-90BE-EAA38044A17E}"/>
                  </a:ext>
                </a:extLst>
              </p:cNvPr>
              <p:cNvSpPr txBox="1"/>
              <p:nvPr/>
            </p:nvSpPr>
            <p:spPr>
              <a:xfrm>
                <a:off x="5334601" y="1996499"/>
                <a:ext cx="3446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2000" dirty="0">
                  <a:solidFill>
                    <a:schemeClr val="accent2">
                      <a:lumMod val="75000"/>
                    </a:schemeClr>
                  </a:solidFill>
                </a:endParaRPr>
              </a:p>
            </p:txBody>
          </p:sp>
        </mc:Choice>
        <mc:Fallback xmlns="">
          <p:sp>
            <p:nvSpPr>
              <p:cNvPr id="3" name="TextBox 2">
                <a:extLst>
                  <a:ext uri="{FF2B5EF4-FFF2-40B4-BE49-F238E27FC236}">
                    <a16:creationId xmlns:a16="http://schemas.microsoft.com/office/drawing/2014/main" id="{EC8F149A-C38C-616D-90BE-EAA38044A17E}"/>
                  </a:ext>
                </a:extLst>
              </p:cNvPr>
              <p:cNvSpPr txBox="1">
                <a:spLocks noRot="1" noChangeAspect="1" noMove="1" noResize="1" noEditPoints="1" noAdjustHandles="1" noChangeArrowheads="1" noChangeShapeType="1" noTextEdit="1"/>
              </p:cNvSpPr>
              <p:nvPr/>
            </p:nvSpPr>
            <p:spPr>
              <a:xfrm>
                <a:off x="5334601" y="1996499"/>
                <a:ext cx="344668" cy="307777"/>
              </a:xfrm>
              <a:prstGeom prst="rect">
                <a:avLst/>
              </a:prstGeom>
              <a:blipFill>
                <a:blip r:embed="rId3"/>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AF528BAC-B92B-B39B-DEF2-9113DE8DF0DE}"/>
                  </a:ext>
                </a:extLst>
              </p:cNvPr>
              <p:cNvSpPr txBox="1"/>
              <p:nvPr/>
            </p:nvSpPr>
            <p:spPr>
              <a:xfrm>
                <a:off x="5839695" y="4152990"/>
                <a:ext cx="301592" cy="3208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solidFill>
                    <a:schemeClr val="accent2">
                      <a:lumMod val="75000"/>
                    </a:schemeClr>
                  </a:solidFill>
                </a:endParaRPr>
              </a:p>
            </p:txBody>
          </p:sp>
        </mc:Choice>
        <mc:Fallback xmlns="">
          <p:sp>
            <p:nvSpPr>
              <p:cNvPr id="158" name="TextBox 157">
                <a:extLst>
                  <a:ext uri="{FF2B5EF4-FFF2-40B4-BE49-F238E27FC236}">
                    <a16:creationId xmlns:a16="http://schemas.microsoft.com/office/drawing/2014/main" id="{AF528BAC-B92B-B39B-DEF2-9113DE8DF0DE}"/>
                  </a:ext>
                </a:extLst>
              </p:cNvPr>
              <p:cNvSpPr txBox="1">
                <a:spLocks noRot="1" noChangeAspect="1" noMove="1" noResize="1" noEditPoints="1" noAdjustHandles="1" noChangeArrowheads="1" noChangeShapeType="1" noTextEdit="1"/>
              </p:cNvSpPr>
              <p:nvPr/>
            </p:nvSpPr>
            <p:spPr>
              <a:xfrm>
                <a:off x="5839695" y="4152990"/>
                <a:ext cx="301592" cy="320857"/>
              </a:xfrm>
              <a:prstGeom prst="rect">
                <a:avLst/>
              </a:prstGeom>
              <a:blipFill>
                <a:blip r:embed="rId4"/>
                <a:stretch>
                  <a:fillRect l="-6122" t="-16981" r="-67347" b="-9434"/>
                </a:stretch>
              </a:blipFill>
            </p:spPr>
            <p:txBody>
              <a:bodyPr/>
              <a:lstStyle/>
              <a:p>
                <a:r>
                  <a:rPr lang="en-GB">
                    <a:noFill/>
                  </a:rPr>
                  <a:t> </a:t>
                </a:r>
              </a:p>
            </p:txBody>
          </p:sp>
        </mc:Fallback>
      </mc:AlternateContent>
      <p:sp>
        <p:nvSpPr>
          <p:cNvPr id="180" name="TextBox 179">
            <a:extLst>
              <a:ext uri="{FF2B5EF4-FFF2-40B4-BE49-F238E27FC236}">
                <a16:creationId xmlns:a16="http://schemas.microsoft.com/office/drawing/2014/main" id="{E05F6BCA-F460-71F1-6704-407D9EE26B49}"/>
              </a:ext>
            </a:extLst>
          </p:cNvPr>
          <p:cNvSpPr txBox="1"/>
          <p:nvPr/>
        </p:nvSpPr>
        <p:spPr>
          <a:xfrm>
            <a:off x="1278565" y="4117843"/>
            <a:ext cx="4707100"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test statistic in our sample is represented as: </a:t>
            </a:r>
            <a:endParaRPr lang="en-GB" dirty="0"/>
          </a:p>
        </p:txBody>
      </p:sp>
      <p:sp>
        <p:nvSpPr>
          <p:cNvPr id="183" name="TextBox 182">
            <a:extLst>
              <a:ext uri="{FF2B5EF4-FFF2-40B4-BE49-F238E27FC236}">
                <a16:creationId xmlns:a16="http://schemas.microsoft.com/office/drawing/2014/main" id="{99ABE5DA-870D-E295-30D1-ABCFD1A320C4}"/>
              </a:ext>
            </a:extLst>
          </p:cNvPr>
          <p:cNvSpPr txBox="1"/>
          <p:nvPr/>
        </p:nvSpPr>
        <p:spPr>
          <a:xfrm>
            <a:off x="1269795" y="4520345"/>
            <a:ext cx="9885029"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This is the treatment effect we observe in our sample (i.e. a clinical trial).</a:t>
            </a:r>
            <a:endParaRPr lang="en-GB" dirty="0"/>
          </a:p>
        </p:txBody>
      </p:sp>
      <p:sp>
        <p:nvSpPr>
          <p:cNvPr id="185" name="TextBox 184">
            <a:extLst>
              <a:ext uri="{FF2B5EF4-FFF2-40B4-BE49-F238E27FC236}">
                <a16:creationId xmlns:a16="http://schemas.microsoft.com/office/drawing/2014/main" id="{7063D5B0-0996-D14F-04BE-11E70A141CC7}"/>
              </a:ext>
            </a:extLst>
          </p:cNvPr>
          <p:cNvSpPr txBox="1"/>
          <p:nvPr/>
        </p:nvSpPr>
        <p:spPr>
          <a:xfrm>
            <a:off x="3074611" y="5459101"/>
            <a:ext cx="5927294" cy="455414"/>
          </a:xfrm>
          <a:prstGeom prst="rect">
            <a:avLst/>
          </a:prstGeom>
          <a:noFill/>
          <a:ln w="12700">
            <a:solidFill>
              <a:schemeClr val="accent6">
                <a:lumMod val="75000"/>
              </a:schemeClr>
            </a:solidFill>
          </a:ln>
        </p:spPr>
        <p:txBody>
          <a:bodyPr wrap="square" anchor="ctr">
            <a:no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Note that     and    are the only Greek letters in this course!  </a:t>
            </a:r>
            <a:endParaRPr lang="en-GB" dirty="0"/>
          </a:p>
        </p:txBody>
      </p:sp>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FAE557BC-EEA9-0620-95E6-A4897C6ECFB6}"/>
                  </a:ext>
                </a:extLst>
              </p:cNvPr>
              <p:cNvSpPr txBox="1"/>
              <p:nvPr/>
            </p:nvSpPr>
            <p:spPr>
              <a:xfrm>
                <a:off x="4000706" y="5531385"/>
                <a:ext cx="3446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2000" dirty="0">
                  <a:solidFill>
                    <a:schemeClr val="accent2">
                      <a:lumMod val="75000"/>
                    </a:schemeClr>
                  </a:solidFill>
                </a:endParaRPr>
              </a:p>
            </p:txBody>
          </p:sp>
        </mc:Choice>
        <mc:Fallback xmlns="">
          <p:sp>
            <p:nvSpPr>
              <p:cNvPr id="187" name="TextBox 186">
                <a:extLst>
                  <a:ext uri="{FF2B5EF4-FFF2-40B4-BE49-F238E27FC236}">
                    <a16:creationId xmlns:a16="http://schemas.microsoft.com/office/drawing/2014/main" id="{FAE557BC-EEA9-0620-95E6-A4897C6ECFB6}"/>
                  </a:ext>
                </a:extLst>
              </p:cNvPr>
              <p:cNvSpPr txBox="1">
                <a:spLocks noRot="1" noChangeAspect="1" noMove="1" noResize="1" noEditPoints="1" noAdjustHandles="1" noChangeArrowheads="1" noChangeShapeType="1" noTextEdit="1"/>
              </p:cNvSpPr>
              <p:nvPr/>
            </p:nvSpPr>
            <p:spPr>
              <a:xfrm>
                <a:off x="4000706" y="5531385"/>
                <a:ext cx="344668" cy="307777"/>
              </a:xfrm>
              <a:prstGeom prst="rect">
                <a:avLst/>
              </a:prstGeom>
              <a:blipFill>
                <a:blip r:embed="rId5"/>
                <a:stretch>
                  <a:fillRect b="-7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1" name="TextBox 190">
                <a:extLst>
                  <a:ext uri="{FF2B5EF4-FFF2-40B4-BE49-F238E27FC236}">
                    <a16:creationId xmlns:a16="http://schemas.microsoft.com/office/drawing/2014/main" id="{69592E84-CF4B-F539-1640-38D5E6605227}"/>
                  </a:ext>
                </a:extLst>
              </p:cNvPr>
              <p:cNvSpPr txBox="1"/>
              <p:nvPr/>
            </p:nvSpPr>
            <p:spPr>
              <a:xfrm>
                <a:off x="4557848" y="5475467"/>
                <a:ext cx="456652" cy="4131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p>
            </p:txBody>
          </p:sp>
        </mc:Choice>
        <mc:Fallback xmlns="">
          <p:sp>
            <p:nvSpPr>
              <p:cNvPr id="191" name="TextBox 190">
                <a:extLst>
                  <a:ext uri="{FF2B5EF4-FFF2-40B4-BE49-F238E27FC236}">
                    <a16:creationId xmlns:a16="http://schemas.microsoft.com/office/drawing/2014/main" id="{69592E84-CF4B-F539-1640-38D5E6605227}"/>
                  </a:ext>
                </a:extLst>
              </p:cNvPr>
              <p:cNvSpPr txBox="1">
                <a:spLocks noRot="1" noChangeAspect="1" noMove="1" noResize="1" noEditPoints="1" noAdjustHandles="1" noChangeArrowheads="1" noChangeShapeType="1" noTextEdit="1"/>
              </p:cNvSpPr>
              <p:nvPr/>
            </p:nvSpPr>
            <p:spPr>
              <a:xfrm>
                <a:off x="4557848" y="5475467"/>
                <a:ext cx="456652" cy="413190"/>
              </a:xfrm>
              <a:prstGeom prst="rect">
                <a:avLst/>
              </a:prstGeom>
              <a:blipFill>
                <a:blip r:embed="rId6"/>
                <a:stretch>
                  <a:fillRect t="-2941" r="-21333"/>
                </a:stretch>
              </a:blipFill>
            </p:spPr>
            <p:txBody>
              <a:bodyPr/>
              <a:lstStyle/>
              <a:p>
                <a:r>
                  <a:rPr lang="en-GB">
                    <a:noFill/>
                  </a:rPr>
                  <a:t> </a:t>
                </a:r>
              </a:p>
            </p:txBody>
          </p:sp>
        </mc:Fallback>
      </mc:AlternateContent>
    </p:spTree>
    <p:extLst>
      <p:ext uri="{BB962C8B-B14F-4D97-AF65-F5344CB8AC3E}">
        <p14:creationId xmlns:p14="http://schemas.microsoft.com/office/powerpoint/2010/main" val="4206641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9DEC0-E23E-256C-B420-FF04A05C273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31B365D-843C-7EB2-2D3D-98F4C10030E8}"/>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Sampling and Inference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08534E-588F-6175-779B-8C7BED09572A}"/>
                  </a:ext>
                </a:extLst>
              </p:cNvPr>
              <p:cNvSpPr txBox="1"/>
              <p:nvPr/>
            </p:nvSpPr>
            <p:spPr>
              <a:xfrm>
                <a:off x="1254179" y="1792837"/>
                <a:ext cx="37491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2800" dirty="0">
                  <a:solidFill>
                    <a:schemeClr val="accent2">
                      <a:lumMod val="75000"/>
                    </a:schemeClr>
                  </a:solidFill>
                </a:endParaRPr>
              </a:p>
            </p:txBody>
          </p:sp>
        </mc:Choice>
        <mc:Fallback xmlns="">
          <p:sp>
            <p:nvSpPr>
              <p:cNvPr id="3" name="TextBox 2">
                <a:extLst>
                  <a:ext uri="{FF2B5EF4-FFF2-40B4-BE49-F238E27FC236}">
                    <a16:creationId xmlns:a16="http://schemas.microsoft.com/office/drawing/2014/main" id="{6D08534E-588F-6175-779B-8C7BED09572A}"/>
                  </a:ext>
                </a:extLst>
              </p:cNvPr>
              <p:cNvSpPr txBox="1">
                <a:spLocks noRot="1" noChangeAspect="1" noMove="1" noResize="1" noEditPoints="1" noAdjustHandles="1" noChangeArrowheads="1" noChangeShapeType="1" noTextEdit="1"/>
              </p:cNvSpPr>
              <p:nvPr/>
            </p:nvSpPr>
            <p:spPr>
              <a:xfrm>
                <a:off x="1254179" y="1792837"/>
                <a:ext cx="374911" cy="430887"/>
              </a:xfrm>
              <a:prstGeom prst="rect">
                <a:avLst/>
              </a:prstGeom>
              <a:blipFill>
                <a:blip r:embed="rId3"/>
                <a:stretch>
                  <a:fillRect/>
                </a:stretch>
              </a:blipFill>
            </p:spPr>
            <p:txBody>
              <a:bodyPr/>
              <a:lstStyle/>
              <a:p>
                <a:r>
                  <a:rPr lang="en-GB">
                    <a:noFill/>
                  </a:rPr>
                  <a:t> </a:t>
                </a:r>
              </a:p>
            </p:txBody>
          </p:sp>
        </mc:Fallback>
      </mc:AlternateContent>
      <p:sp>
        <p:nvSpPr>
          <p:cNvPr id="179" name="TextBox 178">
            <a:extLst>
              <a:ext uri="{FF2B5EF4-FFF2-40B4-BE49-F238E27FC236}">
                <a16:creationId xmlns:a16="http://schemas.microsoft.com/office/drawing/2014/main" id="{A9BA778A-F25F-ADDD-9346-3EA47389692B}"/>
              </a:ext>
            </a:extLst>
          </p:cNvPr>
          <p:cNvSpPr txBox="1"/>
          <p:nvPr/>
        </p:nvSpPr>
        <p:spPr>
          <a:xfrm>
            <a:off x="913832" y="1349389"/>
            <a:ext cx="5284837"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We have the following definitions:</a:t>
            </a:r>
            <a:endParaRPr lang="en-GB" dirty="0"/>
          </a:p>
        </p:txBody>
      </p: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C5FD0003-9254-8D8D-84FC-980AC0011ECB}"/>
                  </a:ext>
                </a:extLst>
              </p:cNvPr>
              <p:cNvSpPr txBox="1"/>
              <p:nvPr/>
            </p:nvSpPr>
            <p:spPr>
              <a:xfrm>
                <a:off x="1254179" y="2395875"/>
                <a:ext cx="328055" cy="44916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8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8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800" dirty="0">
                  <a:solidFill>
                    <a:schemeClr val="accent2">
                      <a:lumMod val="75000"/>
                    </a:schemeClr>
                  </a:solidFill>
                </a:endParaRPr>
              </a:p>
            </p:txBody>
          </p:sp>
        </mc:Choice>
        <mc:Fallback xmlns="">
          <p:sp>
            <p:nvSpPr>
              <p:cNvPr id="158" name="TextBox 157">
                <a:extLst>
                  <a:ext uri="{FF2B5EF4-FFF2-40B4-BE49-F238E27FC236}">
                    <a16:creationId xmlns:a16="http://schemas.microsoft.com/office/drawing/2014/main" id="{C5FD0003-9254-8D8D-84FC-980AC0011ECB}"/>
                  </a:ext>
                </a:extLst>
              </p:cNvPr>
              <p:cNvSpPr txBox="1">
                <a:spLocks noRot="1" noChangeAspect="1" noMove="1" noResize="1" noEditPoints="1" noAdjustHandles="1" noChangeArrowheads="1" noChangeShapeType="1" noTextEdit="1"/>
              </p:cNvSpPr>
              <p:nvPr/>
            </p:nvSpPr>
            <p:spPr>
              <a:xfrm>
                <a:off x="1254179" y="2395875"/>
                <a:ext cx="328055" cy="449162"/>
              </a:xfrm>
              <a:prstGeom prst="rect">
                <a:avLst/>
              </a:prstGeom>
              <a:blipFill>
                <a:blip r:embed="rId4"/>
                <a:stretch>
                  <a:fillRect/>
                </a:stretch>
              </a:blipFill>
            </p:spPr>
            <p:txBody>
              <a:bodyPr/>
              <a:lstStyle/>
              <a:p>
                <a:r>
                  <a:rPr lang="en-GB">
                    <a:noFill/>
                  </a:rPr>
                  <a:t> </a:t>
                </a:r>
              </a:p>
            </p:txBody>
          </p:sp>
        </mc:Fallback>
      </mc:AlternateContent>
      <p:sp>
        <p:nvSpPr>
          <p:cNvPr id="159" name="TextBox 158">
            <a:extLst>
              <a:ext uri="{FF2B5EF4-FFF2-40B4-BE49-F238E27FC236}">
                <a16:creationId xmlns:a16="http://schemas.microsoft.com/office/drawing/2014/main" id="{0A716DFD-EF1E-6B90-403D-053E609CADAA}"/>
              </a:ext>
            </a:extLst>
          </p:cNvPr>
          <p:cNvSpPr txBox="1"/>
          <p:nvPr/>
        </p:nvSpPr>
        <p:spPr>
          <a:xfrm>
            <a:off x="1675252" y="1836648"/>
            <a:ext cx="9249422"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True treatment effect: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Fixed</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but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unknowable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(i.e. “outside the cave”).</a:t>
            </a:r>
            <a:endParaRPr lang="en-GB" dirty="0"/>
          </a:p>
        </p:txBody>
      </p:sp>
      <p:sp>
        <p:nvSpPr>
          <p:cNvPr id="177" name="TextBox 176">
            <a:extLst>
              <a:ext uri="{FF2B5EF4-FFF2-40B4-BE49-F238E27FC236}">
                <a16:creationId xmlns:a16="http://schemas.microsoft.com/office/drawing/2014/main" id="{F0DD7E7D-BC86-8B04-EF7D-04EA3B4FBACA}"/>
              </a:ext>
            </a:extLst>
          </p:cNvPr>
          <p:cNvSpPr txBox="1"/>
          <p:nvPr/>
        </p:nvSpPr>
        <p:spPr>
          <a:xfrm>
            <a:off x="1675252" y="2439667"/>
            <a:ext cx="9249422"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Estimated treatment effect: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Observed in each study</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This is our estimate of the truth (“shadows on the wall”).</a:t>
            </a:r>
            <a:endParaRPr lang="en-GB" dirty="0"/>
          </a:p>
        </p:txBody>
      </p:sp>
      <p:sp>
        <p:nvSpPr>
          <p:cNvPr id="196" name="TextBox 195">
            <a:extLst>
              <a:ext uri="{FF2B5EF4-FFF2-40B4-BE49-F238E27FC236}">
                <a16:creationId xmlns:a16="http://schemas.microsoft.com/office/drawing/2014/main" id="{8C8BBF8C-C5EF-D1DD-94B9-40C31007C310}"/>
              </a:ext>
            </a:extLst>
          </p:cNvPr>
          <p:cNvSpPr txBox="1"/>
          <p:nvPr/>
        </p:nvSpPr>
        <p:spPr>
          <a:xfrm>
            <a:off x="913831" y="3429000"/>
            <a:ext cx="7459069" cy="2308324"/>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So how do we find the “truth” (   )?</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Results from each study provide an estimate of the treatment effect (   ).</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But if we repeated the study, we’d observe a different value of     each time. </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It’s helpful to consider how     varies between studies.</a:t>
            </a:r>
          </a:p>
          <a:p>
            <a:endParaRPr lang="en-GB" dirty="0"/>
          </a:p>
        </p:txBody>
      </p: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FE2461E2-E545-8D37-600B-4047646A830F}"/>
                  </a:ext>
                </a:extLst>
              </p:cNvPr>
              <p:cNvSpPr txBox="1"/>
              <p:nvPr/>
            </p:nvSpPr>
            <p:spPr>
              <a:xfrm>
                <a:off x="6740929" y="4540293"/>
                <a:ext cx="344668" cy="3208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solidFill>
                    <a:schemeClr val="accent2">
                      <a:lumMod val="75000"/>
                    </a:schemeClr>
                  </a:solidFill>
                </a:endParaRPr>
              </a:p>
            </p:txBody>
          </p:sp>
        </mc:Choice>
        <mc:Fallback xmlns="">
          <p:sp>
            <p:nvSpPr>
              <p:cNvPr id="197" name="TextBox 196">
                <a:extLst>
                  <a:ext uri="{FF2B5EF4-FFF2-40B4-BE49-F238E27FC236}">
                    <a16:creationId xmlns:a16="http://schemas.microsoft.com/office/drawing/2014/main" id="{FE2461E2-E545-8D37-600B-4047646A830F}"/>
                  </a:ext>
                </a:extLst>
              </p:cNvPr>
              <p:cNvSpPr txBox="1">
                <a:spLocks noRot="1" noChangeAspect="1" noMove="1" noResize="1" noEditPoints="1" noAdjustHandles="1" noChangeArrowheads="1" noChangeShapeType="1" noTextEdit="1"/>
              </p:cNvSpPr>
              <p:nvPr/>
            </p:nvSpPr>
            <p:spPr>
              <a:xfrm>
                <a:off x="6740929" y="4540293"/>
                <a:ext cx="344668" cy="320857"/>
              </a:xfrm>
              <a:prstGeom prst="rect">
                <a:avLst/>
              </a:prstGeom>
              <a:blipFill>
                <a:blip r:embed="rId5"/>
                <a:stretch>
                  <a:fillRect t="-19231" r="-58929" b="-11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5A4D82D0-722C-F0BF-005A-1C3B75FBCC81}"/>
                  </a:ext>
                </a:extLst>
              </p:cNvPr>
              <p:cNvSpPr txBox="1"/>
              <p:nvPr/>
            </p:nvSpPr>
            <p:spPr>
              <a:xfrm>
                <a:off x="3828594" y="3449582"/>
                <a:ext cx="34466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2000" dirty="0">
                  <a:solidFill>
                    <a:schemeClr val="accent2">
                      <a:lumMod val="75000"/>
                    </a:schemeClr>
                  </a:solidFill>
                </a:endParaRPr>
              </a:p>
            </p:txBody>
          </p:sp>
        </mc:Choice>
        <mc:Fallback xmlns="">
          <p:sp>
            <p:nvSpPr>
              <p:cNvPr id="198" name="TextBox 197">
                <a:extLst>
                  <a:ext uri="{FF2B5EF4-FFF2-40B4-BE49-F238E27FC236}">
                    <a16:creationId xmlns:a16="http://schemas.microsoft.com/office/drawing/2014/main" id="{5A4D82D0-722C-F0BF-005A-1C3B75FBCC81}"/>
                  </a:ext>
                </a:extLst>
              </p:cNvPr>
              <p:cNvSpPr txBox="1">
                <a:spLocks noRot="1" noChangeAspect="1" noMove="1" noResize="1" noEditPoints="1" noAdjustHandles="1" noChangeArrowheads="1" noChangeShapeType="1" noTextEdit="1"/>
              </p:cNvSpPr>
              <p:nvPr/>
            </p:nvSpPr>
            <p:spPr>
              <a:xfrm>
                <a:off x="3828594" y="3449582"/>
                <a:ext cx="344668" cy="307777"/>
              </a:xfrm>
              <a:prstGeom prst="rect">
                <a:avLst/>
              </a:prstGeom>
              <a:blipFill>
                <a:blip r:embed="rId6"/>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026EA1DB-042E-343B-4A6F-58F81BA04398}"/>
                  </a:ext>
                </a:extLst>
              </p:cNvPr>
              <p:cNvSpPr txBox="1"/>
              <p:nvPr/>
            </p:nvSpPr>
            <p:spPr>
              <a:xfrm>
                <a:off x="7351318" y="4000896"/>
                <a:ext cx="301592" cy="3208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solidFill>
                    <a:schemeClr val="accent2">
                      <a:lumMod val="75000"/>
                    </a:schemeClr>
                  </a:solidFill>
                </a:endParaRPr>
              </a:p>
            </p:txBody>
          </p:sp>
        </mc:Choice>
        <mc:Fallback xmlns="">
          <p:sp>
            <p:nvSpPr>
              <p:cNvPr id="199" name="TextBox 198">
                <a:extLst>
                  <a:ext uri="{FF2B5EF4-FFF2-40B4-BE49-F238E27FC236}">
                    <a16:creationId xmlns:a16="http://schemas.microsoft.com/office/drawing/2014/main" id="{026EA1DB-042E-343B-4A6F-58F81BA04398}"/>
                  </a:ext>
                </a:extLst>
              </p:cNvPr>
              <p:cNvSpPr txBox="1">
                <a:spLocks noRot="1" noChangeAspect="1" noMove="1" noResize="1" noEditPoints="1" noAdjustHandles="1" noChangeArrowheads="1" noChangeShapeType="1" noTextEdit="1"/>
              </p:cNvSpPr>
              <p:nvPr/>
            </p:nvSpPr>
            <p:spPr>
              <a:xfrm>
                <a:off x="7351318" y="4000896"/>
                <a:ext cx="301592" cy="320857"/>
              </a:xfrm>
              <a:prstGeom prst="rect">
                <a:avLst/>
              </a:prstGeom>
              <a:blipFill>
                <a:blip r:embed="rId7"/>
                <a:stretch>
                  <a:fillRect l="-6122" t="-16981" r="-67347" b="-943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D15663EB-8AD3-78E1-98B7-EE0867008BB4}"/>
                  </a:ext>
                </a:extLst>
              </p:cNvPr>
              <p:cNvSpPr txBox="1"/>
              <p:nvPr/>
            </p:nvSpPr>
            <p:spPr>
              <a:xfrm>
                <a:off x="3495610" y="5112662"/>
                <a:ext cx="344668" cy="3208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solidFill>
                    <a:schemeClr val="accent2">
                      <a:lumMod val="75000"/>
                    </a:schemeClr>
                  </a:solidFill>
                </a:endParaRPr>
              </a:p>
            </p:txBody>
          </p:sp>
        </mc:Choice>
        <mc:Fallback xmlns="">
          <p:sp>
            <p:nvSpPr>
              <p:cNvPr id="201" name="TextBox 200">
                <a:extLst>
                  <a:ext uri="{FF2B5EF4-FFF2-40B4-BE49-F238E27FC236}">
                    <a16:creationId xmlns:a16="http://schemas.microsoft.com/office/drawing/2014/main" id="{D15663EB-8AD3-78E1-98B7-EE0867008BB4}"/>
                  </a:ext>
                </a:extLst>
              </p:cNvPr>
              <p:cNvSpPr txBox="1">
                <a:spLocks noRot="1" noChangeAspect="1" noMove="1" noResize="1" noEditPoints="1" noAdjustHandles="1" noChangeArrowheads="1" noChangeShapeType="1" noTextEdit="1"/>
              </p:cNvSpPr>
              <p:nvPr/>
            </p:nvSpPr>
            <p:spPr>
              <a:xfrm>
                <a:off x="3495610" y="5112662"/>
                <a:ext cx="344668" cy="320857"/>
              </a:xfrm>
              <a:prstGeom prst="rect">
                <a:avLst/>
              </a:prstGeom>
              <a:blipFill>
                <a:blip r:embed="rId8"/>
                <a:stretch>
                  <a:fillRect t="-19231" r="-57895" b="-11538"/>
                </a:stretch>
              </a:blipFill>
            </p:spPr>
            <p:txBody>
              <a:bodyPr/>
              <a:lstStyle/>
              <a:p>
                <a:r>
                  <a:rPr lang="en-GB">
                    <a:noFill/>
                  </a:rPr>
                  <a:t> </a:t>
                </a:r>
              </a:p>
            </p:txBody>
          </p:sp>
        </mc:Fallback>
      </mc:AlternateContent>
    </p:spTree>
    <p:extLst>
      <p:ext uri="{BB962C8B-B14F-4D97-AF65-F5344CB8AC3E}">
        <p14:creationId xmlns:p14="http://schemas.microsoft.com/office/powerpoint/2010/main" val="97900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52970-5964-FFCA-AF3A-3DD3CC87A4F8}"/>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solidFill>
                  <a:schemeClr val="accent6">
                    <a:lumMod val="75000"/>
                  </a:schemeClr>
                </a:solidFill>
              </a:rPr>
              <a:t>Sampling and Inference</a:t>
            </a:r>
            <a:endParaRPr lang="en-GB"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AB6BCD0-96AA-1888-A58A-108E684417CA}"/>
                  </a:ext>
                </a:extLst>
              </p:cNvPr>
              <p:cNvSpPr txBox="1"/>
              <p:nvPr/>
            </p:nvSpPr>
            <p:spPr>
              <a:xfrm>
                <a:off x="2403065" y="6268325"/>
                <a:ext cx="344668" cy="2245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14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1400" dirty="0">
                  <a:solidFill>
                    <a:schemeClr val="accent2">
                      <a:lumMod val="75000"/>
                    </a:schemeClr>
                  </a:solidFill>
                </a:endParaRPr>
              </a:p>
            </p:txBody>
          </p:sp>
        </mc:Choice>
        <mc:Fallback xmlns="">
          <p:sp>
            <p:nvSpPr>
              <p:cNvPr id="31" name="TextBox 30">
                <a:extLst>
                  <a:ext uri="{FF2B5EF4-FFF2-40B4-BE49-F238E27FC236}">
                    <a16:creationId xmlns:a16="http://schemas.microsoft.com/office/drawing/2014/main" id="{0AB6BCD0-96AA-1888-A58A-108E684417CA}"/>
                  </a:ext>
                </a:extLst>
              </p:cNvPr>
              <p:cNvSpPr txBox="1">
                <a:spLocks noRot="1" noChangeAspect="1" noMove="1" noResize="1" noEditPoints="1" noAdjustHandles="1" noChangeArrowheads="1" noChangeShapeType="1" noTextEdit="1"/>
              </p:cNvSpPr>
              <p:nvPr/>
            </p:nvSpPr>
            <p:spPr>
              <a:xfrm>
                <a:off x="2403065" y="6268325"/>
                <a:ext cx="344668" cy="224549"/>
              </a:xfrm>
              <a:prstGeom prst="rect">
                <a:avLst/>
              </a:prstGeom>
              <a:blipFill>
                <a:blip r:embed="rId2"/>
                <a:stretch>
                  <a:fillRect t="-21622" r="-45614" b="-10811"/>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5D892E05-5982-5C45-E23C-6E7DFD62848E}"/>
              </a:ext>
            </a:extLst>
          </p:cNvPr>
          <p:cNvSpPr txBox="1"/>
          <p:nvPr/>
        </p:nvSpPr>
        <p:spPr>
          <a:xfrm>
            <a:off x="4616045" y="2288422"/>
            <a:ext cx="5918859"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Small study</a:t>
            </a:r>
          </a:p>
          <a:p>
            <a:r>
              <a:rPr lang="en-GB"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Higher variability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(SEM = 33.1)</a:t>
            </a:r>
            <a:r>
              <a:rPr lang="en-GB"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a:r>
            <a:endParaRPr lang="en-GB" b="1" dirty="0"/>
          </a:p>
        </p:txBody>
      </p:sp>
      <p:sp>
        <p:nvSpPr>
          <p:cNvPr id="10" name="TextBox 9">
            <a:extLst>
              <a:ext uri="{FF2B5EF4-FFF2-40B4-BE49-F238E27FC236}">
                <a16:creationId xmlns:a16="http://schemas.microsoft.com/office/drawing/2014/main" id="{482E47EE-5BE8-439D-79D4-4E8970A9D49F}"/>
              </a:ext>
            </a:extLst>
          </p:cNvPr>
          <p:cNvSpPr txBox="1"/>
          <p:nvPr/>
        </p:nvSpPr>
        <p:spPr>
          <a:xfrm>
            <a:off x="4616046" y="1078511"/>
            <a:ext cx="6648584" cy="893208"/>
          </a:xfrm>
          <a:prstGeom prst="rect">
            <a:avLst/>
          </a:prstGeom>
          <a:noFill/>
          <a:ln w="6350">
            <a:solidFill>
              <a:schemeClr val="tx1">
                <a:lumMod val="65000"/>
                <a:lumOff val="35000"/>
              </a:schemeClr>
            </a:solidFill>
          </a:ln>
        </p:spPr>
        <p:txBody>
          <a:bodyPr wrap="square" anchor="ctr">
            <a:noAutofit/>
          </a:bodyPr>
          <a:lstStyle/>
          <a:p>
            <a:r>
              <a:rPr lang="en-GB"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Definition:</a:t>
            </a:r>
          </a:p>
          <a:p>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Standard Error of the Mean (SEM)</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 measure of the variability of between repeated trials.</a:t>
            </a:r>
            <a:endParaRPr lang="en-GB"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6ECA29-BABB-5756-85F3-56AA9C5CCDC7}"/>
                  </a:ext>
                </a:extLst>
              </p:cNvPr>
              <p:cNvSpPr txBox="1"/>
              <p:nvPr/>
            </p:nvSpPr>
            <p:spPr>
              <a:xfrm>
                <a:off x="10715389" y="1382445"/>
                <a:ext cx="301592" cy="2887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solidFill>
                                <a:schemeClr val="accent2">
                                  <a:lumMod val="75000"/>
                                </a:schemeClr>
                              </a:solidFill>
                              <a:latin typeface="Cambria Math" panose="02040503050406030204" pitchFamily="18" charset="0"/>
                              <a:ea typeface="Cambria Math" panose="02040503050406030204" pitchFamily="18" charset="0"/>
                            </a:rPr>
                          </m:ctrlPr>
                        </m:accPr>
                        <m:e>
                          <m:r>
                            <a:rPr lang="en-GB"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dirty="0">
                  <a:solidFill>
                    <a:schemeClr val="accent2">
                      <a:lumMod val="75000"/>
                    </a:schemeClr>
                  </a:solidFill>
                </a:endParaRPr>
              </a:p>
            </p:txBody>
          </p:sp>
        </mc:Choice>
        <mc:Fallback xmlns="">
          <p:sp>
            <p:nvSpPr>
              <p:cNvPr id="12" name="TextBox 11">
                <a:extLst>
                  <a:ext uri="{FF2B5EF4-FFF2-40B4-BE49-F238E27FC236}">
                    <a16:creationId xmlns:a16="http://schemas.microsoft.com/office/drawing/2014/main" id="{D46ECA29-BABB-5756-85F3-56AA9C5CCDC7}"/>
                  </a:ext>
                </a:extLst>
              </p:cNvPr>
              <p:cNvSpPr txBox="1">
                <a:spLocks noRot="1" noChangeAspect="1" noMove="1" noResize="1" noEditPoints="1" noAdjustHandles="1" noChangeArrowheads="1" noChangeShapeType="1" noTextEdit="1"/>
              </p:cNvSpPr>
              <p:nvPr/>
            </p:nvSpPr>
            <p:spPr>
              <a:xfrm>
                <a:off x="10715389" y="1382445"/>
                <a:ext cx="301592" cy="288733"/>
              </a:xfrm>
              <a:prstGeom prst="rect">
                <a:avLst/>
              </a:prstGeom>
              <a:blipFill>
                <a:blip r:embed="rId3"/>
                <a:stretch>
                  <a:fillRect t="-25532" r="-67347" b="-8511"/>
                </a:stretch>
              </a:blipFill>
            </p:spPr>
            <p:txBody>
              <a:bodyPr/>
              <a:lstStyle/>
              <a:p>
                <a:r>
                  <a:rPr lang="en-GB">
                    <a:noFill/>
                  </a:rPr>
                  <a:t> </a:t>
                </a:r>
              </a:p>
            </p:txBody>
          </p:sp>
        </mc:Fallback>
      </mc:AlternateContent>
      <p:sp>
        <p:nvSpPr>
          <p:cNvPr id="17" name="TextBox 16">
            <a:extLst>
              <a:ext uri="{FF2B5EF4-FFF2-40B4-BE49-F238E27FC236}">
                <a16:creationId xmlns:a16="http://schemas.microsoft.com/office/drawing/2014/main" id="{22C18D04-B842-C18D-DF50-509133480C5E}"/>
              </a:ext>
            </a:extLst>
          </p:cNvPr>
          <p:cNvSpPr txBox="1"/>
          <p:nvPr/>
        </p:nvSpPr>
        <p:spPr>
          <a:xfrm>
            <a:off x="4616045" y="3962952"/>
            <a:ext cx="5918859"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Large study</a:t>
            </a:r>
          </a:p>
          <a:p>
            <a:r>
              <a:rPr lang="en-GB"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Lower variability</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(SEM = 16.5)</a:t>
            </a:r>
            <a:endParaRPr lang="en-GB" dirty="0"/>
          </a:p>
        </p:txBody>
      </p:sp>
      <p:pic>
        <p:nvPicPr>
          <p:cNvPr id="23" name="Picture 22" descr="A graph with a line and dot&#10;&#10;AI-generated content may be incorrect.">
            <a:extLst>
              <a:ext uri="{FF2B5EF4-FFF2-40B4-BE49-F238E27FC236}">
                <a16:creationId xmlns:a16="http://schemas.microsoft.com/office/drawing/2014/main" id="{D067BC97-2097-1A32-BF94-7AE3CA7431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911" y="3754975"/>
            <a:ext cx="3518688" cy="2513349"/>
          </a:xfrm>
          <a:prstGeom prst="rect">
            <a:avLst/>
          </a:prstGeom>
        </p:spPr>
      </p:pic>
      <p:sp>
        <p:nvSpPr>
          <p:cNvPr id="24" name="TextBox 23">
            <a:extLst>
              <a:ext uri="{FF2B5EF4-FFF2-40B4-BE49-F238E27FC236}">
                <a16:creationId xmlns:a16="http://schemas.microsoft.com/office/drawing/2014/main" id="{AF73FE98-B308-7232-66D8-DDDE95637436}"/>
              </a:ext>
            </a:extLst>
          </p:cNvPr>
          <p:cNvSpPr txBox="1"/>
          <p:nvPr/>
        </p:nvSpPr>
        <p:spPr>
          <a:xfrm>
            <a:off x="4616046" y="5375116"/>
            <a:ext cx="6648584" cy="752729"/>
          </a:xfrm>
          <a:prstGeom prst="rect">
            <a:avLst/>
          </a:prstGeom>
          <a:noFill/>
          <a:ln w="6350">
            <a:solidFill>
              <a:schemeClr val="tx1">
                <a:lumMod val="65000"/>
                <a:lumOff val="35000"/>
              </a:schemeClr>
            </a:solidFill>
          </a:ln>
        </p:spPr>
        <p:txBody>
          <a:bodyPr wrap="square" anchor="t" anchorCtr="0">
            <a:no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Estimated treatment effect:     varies between repeated studies </a:t>
            </a: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amount of variability depends on the sample size</a:t>
            </a:r>
            <a:endParaRPr lang="en-GB"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175E81-A364-7283-7482-9778E5320BB4}"/>
                  </a:ext>
                </a:extLst>
              </p:cNvPr>
              <p:cNvSpPr txBox="1"/>
              <p:nvPr/>
            </p:nvSpPr>
            <p:spPr>
              <a:xfrm>
                <a:off x="7262392" y="5426561"/>
                <a:ext cx="344668" cy="2887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solidFill>
                                <a:schemeClr val="accent2">
                                  <a:lumMod val="75000"/>
                                </a:schemeClr>
                              </a:solidFill>
                              <a:latin typeface="Cambria Math" panose="02040503050406030204" pitchFamily="18" charset="0"/>
                              <a:ea typeface="Cambria Math" panose="02040503050406030204" pitchFamily="18" charset="0"/>
                            </a:rPr>
                          </m:ctrlPr>
                        </m:accPr>
                        <m:e>
                          <m:r>
                            <a:rPr lang="en-GB"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dirty="0">
                  <a:solidFill>
                    <a:schemeClr val="accent2">
                      <a:lumMod val="75000"/>
                    </a:schemeClr>
                  </a:solidFill>
                </a:endParaRPr>
              </a:p>
            </p:txBody>
          </p:sp>
        </mc:Choice>
        <mc:Fallback xmlns="">
          <p:sp>
            <p:nvSpPr>
              <p:cNvPr id="26" name="TextBox 25">
                <a:extLst>
                  <a:ext uri="{FF2B5EF4-FFF2-40B4-BE49-F238E27FC236}">
                    <a16:creationId xmlns:a16="http://schemas.microsoft.com/office/drawing/2014/main" id="{20175E81-A364-7283-7482-9778E5320BB4}"/>
                  </a:ext>
                </a:extLst>
              </p:cNvPr>
              <p:cNvSpPr txBox="1">
                <a:spLocks noRot="1" noChangeAspect="1" noMove="1" noResize="1" noEditPoints="1" noAdjustHandles="1" noChangeArrowheads="1" noChangeShapeType="1" noTextEdit="1"/>
              </p:cNvSpPr>
              <p:nvPr/>
            </p:nvSpPr>
            <p:spPr>
              <a:xfrm>
                <a:off x="7262392" y="5426561"/>
                <a:ext cx="344668" cy="288733"/>
              </a:xfrm>
              <a:prstGeom prst="rect">
                <a:avLst/>
              </a:prstGeom>
              <a:blipFill>
                <a:blip r:embed="rId5"/>
                <a:stretch>
                  <a:fillRect t="-22917" r="-52632" b="-8333"/>
                </a:stretch>
              </a:blipFill>
            </p:spPr>
            <p:txBody>
              <a:bodyPr/>
              <a:lstStyle/>
              <a:p>
                <a:r>
                  <a:rPr lang="en-GB">
                    <a:noFill/>
                  </a:rPr>
                  <a:t> </a:t>
                </a:r>
              </a:p>
            </p:txBody>
          </p:sp>
        </mc:Fallback>
      </mc:AlternateContent>
      <p:pic>
        <p:nvPicPr>
          <p:cNvPr id="30" name="Picture 29" descr="A graph with a line and dot&#10;&#10;AI-generated content may be incorrect.">
            <a:extLst>
              <a:ext uri="{FF2B5EF4-FFF2-40B4-BE49-F238E27FC236}">
                <a16:creationId xmlns:a16="http://schemas.microsoft.com/office/drawing/2014/main" id="{1F29E1BF-2041-DDCE-2F26-39AEB5603F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194" y="1193126"/>
            <a:ext cx="3654405" cy="2610289"/>
          </a:xfrm>
          <a:prstGeom prst="rect">
            <a:avLst/>
          </a:prstGeom>
        </p:spPr>
      </p:pic>
      <p:sp>
        <p:nvSpPr>
          <p:cNvPr id="32" name="TextBox 31">
            <a:extLst>
              <a:ext uri="{FF2B5EF4-FFF2-40B4-BE49-F238E27FC236}">
                <a16:creationId xmlns:a16="http://schemas.microsoft.com/office/drawing/2014/main" id="{FA759CC5-13C8-BEA9-350D-E2C8A6C9B342}"/>
              </a:ext>
            </a:extLst>
          </p:cNvPr>
          <p:cNvSpPr txBox="1"/>
          <p:nvPr/>
        </p:nvSpPr>
        <p:spPr>
          <a:xfrm>
            <a:off x="594027" y="3655175"/>
            <a:ext cx="1095543"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 = 1000</a:t>
            </a:r>
          </a:p>
        </p:txBody>
      </p:sp>
      <p:sp>
        <p:nvSpPr>
          <p:cNvPr id="34" name="TextBox 33">
            <a:extLst>
              <a:ext uri="{FF2B5EF4-FFF2-40B4-BE49-F238E27FC236}">
                <a16:creationId xmlns:a16="http://schemas.microsoft.com/office/drawing/2014/main" id="{C6F5971F-3E63-1E89-9B45-EA848B190722}"/>
              </a:ext>
            </a:extLst>
          </p:cNvPr>
          <p:cNvSpPr txBox="1"/>
          <p:nvPr/>
        </p:nvSpPr>
        <p:spPr>
          <a:xfrm>
            <a:off x="594027" y="1078511"/>
            <a:ext cx="1095543"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 = 250</a:t>
            </a:r>
          </a:p>
        </p:txBody>
      </p:sp>
    </p:spTree>
    <p:extLst>
      <p:ext uri="{BB962C8B-B14F-4D97-AF65-F5344CB8AC3E}">
        <p14:creationId xmlns:p14="http://schemas.microsoft.com/office/powerpoint/2010/main" val="242818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D7CE-AD5A-19A5-C3DB-EA0335A9467B}"/>
            </a:ext>
          </a:extLst>
        </p:cNvPr>
        <p:cNvGrpSpPr/>
        <p:nvPr/>
      </p:nvGrpSpPr>
      <p:grpSpPr>
        <a:xfrm>
          <a:off x="0" y="0"/>
          <a:ext cx="0" cy="0"/>
          <a:chOff x="0" y="0"/>
          <a:chExt cx="0" cy="0"/>
        </a:xfrm>
      </p:grpSpPr>
      <p:pic>
        <p:nvPicPr>
          <p:cNvPr id="58" name="Picture 57" descr="A graph with a dotted line&#10;&#10;AI-generated content may be incorrect.">
            <a:extLst>
              <a:ext uri="{FF2B5EF4-FFF2-40B4-BE49-F238E27FC236}">
                <a16:creationId xmlns:a16="http://schemas.microsoft.com/office/drawing/2014/main" id="{61B117E9-99E5-CA01-DEA4-75992304D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027" y="1319243"/>
            <a:ext cx="3381544" cy="2415389"/>
          </a:xfrm>
          <a:prstGeom prst="rect">
            <a:avLst/>
          </a:prstGeom>
        </p:spPr>
      </p:pic>
      <p:pic>
        <p:nvPicPr>
          <p:cNvPr id="56" name="Picture 55" descr="A graph with a dotted line&#10;&#10;AI-generated content may be incorrect.">
            <a:extLst>
              <a:ext uri="{FF2B5EF4-FFF2-40B4-BE49-F238E27FC236}">
                <a16:creationId xmlns:a16="http://schemas.microsoft.com/office/drawing/2014/main" id="{083C1424-463F-0600-FBEB-BD53015F8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26" y="3705865"/>
            <a:ext cx="3395751" cy="2425536"/>
          </a:xfrm>
          <a:prstGeom prst="rect">
            <a:avLst/>
          </a:prstGeom>
        </p:spPr>
      </p:pic>
      <p:sp>
        <p:nvSpPr>
          <p:cNvPr id="2" name="Title 1">
            <a:extLst>
              <a:ext uri="{FF2B5EF4-FFF2-40B4-BE49-F238E27FC236}">
                <a16:creationId xmlns:a16="http://schemas.microsoft.com/office/drawing/2014/main" id="{71DA45BA-D241-64B3-6480-199DCC4B74E0}"/>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solidFill>
                  <a:schemeClr val="accent6">
                    <a:lumMod val="75000"/>
                  </a:schemeClr>
                </a:solidFill>
              </a:rPr>
              <a:t>Sampling and Inference</a:t>
            </a:r>
            <a:endParaRPr lang="en-GB"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5C52335-1B44-983E-C3C9-F05C82FC24D7}"/>
                  </a:ext>
                </a:extLst>
              </p:cNvPr>
              <p:cNvSpPr txBox="1"/>
              <p:nvPr/>
            </p:nvSpPr>
            <p:spPr>
              <a:xfrm>
                <a:off x="2119567" y="6082206"/>
                <a:ext cx="344668" cy="2245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14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1400" dirty="0">
                  <a:solidFill>
                    <a:schemeClr val="accent2">
                      <a:lumMod val="75000"/>
                    </a:schemeClr>
                  </a:solidFill>
                </a:endParaRPr>
              </a:p>
            </p:txBody>
          </p:sp>
        </mc:Choice>
        <mc:Fallback xmlns="">
          <p:sp>
            <p:nvSpPr>
              <p:cNvPr id="31" name="TextBox 30">
                <a:extLst>
                  <a:ext uri="{FF2B5EF4-FFF2-40B4-BE49-F238E27FC236}">
                    <a16:creationId xmlns:a16="http://schemas.microsoft.com/office/drawing/2014/main" id="{05C52335-1B44-983E-C3C9-F05C82FC24D7}"/>
                  </a:ext>
                </a:extLst>
              </p:cNvPr>
              <p:cNvSpPr txBox="1">
                <a:spLocks noRot="1" noChangeAspect="1" noMove="1" noResize="1" noEditPoints="1" noAdjustHandles="1" noChangeArrowheads="1" noChangeShapeType="1" noTextEdit="1"/>
              </p:cNvSpPr>
              <p:nvPr/>
            </p:nvSpPr>
            <p:spPr>
              <a:xfrm>
                <a:off x="2119567" y="6082206"/>
                <a:ext cx="344668" cy="224549"/>
              </a:xfrm>
              <a:prstGeom prst="rect">
                <a:avLst/>
              </a:prstGeom>
              <a:blipFill>
                <a:blip r:embed="rId4"/>
                <a:stretch>
                  <a:fillRect t="-24324" r="-46429" b="-8108"/>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4513051F-BF78-A69A-6684-6ACE5EF29CF3}"/>
              </a:ext>
            </a:extLst>
          </p:cNvPr>
          <p:cNvSpPr txBox="1"/>
          <p:nvPr/>
        </p:nvSpPr>
        <p:spPr>
          <a:xfrm>
            <a:off x="4749421" y="1078511"/>
            <a:ext cx="7021773" cy="602285"/>
          </a:xfrm>
          <a:prstGeom prst="rect">
            <a:avLst/>
          </a:prstGeom>
          <a:noFill/>
          <a:ln w="6350">
            <a:solidFill>
              <a:schemeClr val="tx1">
                <a:lumMod val="65000"/>
                <a:lumOff val="35000"/>
              </a:schemeClr>
            </a:solidFill>
          </a:ln>
        </p:spPr>
        <p:txBody>
          <a:bodyPr wrap="square" anchor="t" anchorCtr="0">
            <a:noAutofit/>
          </a:bodyPr>
          <a:lstStyle/>
          <a:p>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Definition:</a:t>
            </a:r>
          </a:p>
          <a:p>
            <a:r>
              <a:rPr lang="en-GB" sz="16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95% Confidence Interval</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range of values likely to contain the true effect (   ).</a:t>
            </a:r>
            <a:b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b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523CB075-9386-AB51-A390-A42177A27E7B}"/>
              </a:ext>
            </a:extLst>
          </p:cNvPr>
          <p:cNvSpPr txBox="1"/>
          <p:nvPr/>
        </p:nvSpPr>
        <p:spPr>
          <a:xfrm>
            <a:off x="4749419" y="5331051"/>
            <a:ext cx="6397025" cy="584775"/>
          </a:xfrm>
          <a:prstGeom prst="rect">
            <a:avLst/>
          </a:prstGeom>
          <a:noFill/>
        </p:spPr>
        <p:txBody>
          <a:bodyPr wrap="square">
            <a:spAutoFit/>
          </a:bodyPr>
          <a:lstStyle/>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If we repeated the same study many times, </a:t>
            </a:r>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95% of the calculated intervals would include the true effect</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a:r>
            <a:endParaRPr lang="en-GB" sz="160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57599FF-6F13-75FD-3C10-807AE7E65125}"/>
                  </a:ext>
                </a:extLst>
              </p:cNvPr>
              <p:cNvSpPr txBox="1"/>
              <p:nvPr/>
            </p:nvSpPr>
            <p:spPr>
              <a:xfrm>
                <a:off x="10802600" y="1380882"/>
                <a:ext cx="344668"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6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1600" dirty="0">
                  <a:solidFill>
                    <a:schemeClr val="accent2">
                      <a:lumMod val="75000"/>
                    </a:schemeClr>
                  </a:solidFill>
                </a:endParaRPr>
              </a:p>
            </p:txBody>
          </p:sp>
        </mc:Choice>
        <mc:Fallback xmlns="">
          <p:sp>
            <p:nvSpPr>
              <p:cNvPr id="20" name="TextBox 19">
                <a:extLst>
                  <a:ext uri="{FF2B5EF4-FFF2-40B4-BE49-F238E27FC236}">
                    <a16:creationId xmlns:a16="http://schemas.microsoft.com/office/drawing/2014/main" id="{C57599FF-6F13-75FD-3C10-807AE7E65125}"/>
                  </a:ext>
                </a:extLst>
              </p:cNvPr>
              <p:cNvSpPr txBox="1">
                <a:spLocks noRot="1" noChangeAspect="1" noMove="1" noResize="1" noEditPoints="1" noAdjustHandles="1" noChangeArrowheads="1" noChangeShapeType="1" noTextEdit="1"/>
              </p:cNvSpPr>
              <p:nvPr/>
            </p:nvSpPr>
            <p:spPr>
              <a:xfrm>
                <a:off x="10802600" y="1380882"/>
                <a:ext cx="344668" cy="246221"/>
              </a:xfrm>
              <a:prstGeom prst="rect">
                <a:avLst/>
              </a:prstGeom>
              <a:blipFill>
                <a:blip r:embed="rId5"/>
                <a:stretch>
                  <a:fillRect b="-10000"/>
                </a:stretch>
              </a:blipFill>
            </p:spPr>
            <p:txBody>
              <a:bodyPr/>
              <a:lstStyle/>
              <a:p>
                <a:r>
                  <a:rPr lang="en-GB">
                    <a:noFill/>
                  </a:rPr>
                  <a:t> </a:t>
                </a:r>
              </a:p>
            </p:txBody>
          </p:sp>
        </mc:Fallback>
      </mc:AlternateContent>
      <p:sp>
        <p:nvSpPr>
          <p:cNvPr id="49" name="TextBox 48">
            <a:extLst>
              <a:ext uri="{FF2B5EF4-FFF2-40B4-BE49-F238E27FC236}">
                <a16:creationId xmlns:a16="http://schemas.microsoft.com/office/drawing/2014/main" id="{98F6B8E7-22B1-E2B1-9FB9-D3F949D1C774}"/>
              </a:ext>
            </a:extLst>
          </p:cNvPr>
          <p:cNvSpPr txBox="1"/>
          <p:nvPr/>
        </p:nvSpPr>
        <p:spPr>
          <a:xfrm>
            <a:off x="602790" y="4149976"/>
            <a:ext cx="1095543"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 = 1000</a:t>
            </a:r>
          </a:p>
        </p:txBody>
      </p:sp>
      <p:sp>
        <p:nvSpPr>
          <p:cNvPr id="50" name="TextBox 49">
            <a:extLst>
              <a:ext uri="{FF2B5EF4-FFF2-40B4-BE49-F238E27FC236}">
                <a16:creationId xmlns:a16="http://schemas.microsoft.com/office/drawing/2014/main" id="{03E971E5-4CBA-B83D-8370-2F9609DC8CE0}"/>
              </a:ext>
            </a:extLst>
          </p:cNvPr>
          <p:cNvSpPr txBox="1"/>
          <p:nvPr/>
        </p:nvSpPr>
        <p:spPr>
          <a:xfrm>
            <a:off x="594026" y="1769201"/>
            <a:ext cx="1095543"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 = 250</a:t>
            </a:r>
          </a:p>
        </p:txBody>
      </p:sp>
      <p:sp>
        <p:nvSpPr>
          <p:cNvPr id="59" name="TextBox 58">
            <a:extLst>
              <a:ext uri="{FF2B5EF4-FFF2-40B4-BE49-F238E27FC236}">
                <a16:creationId xmlns:a16="http://schemas.microsoft.com/office/drawing/2014/main" id="{3940AB99-18D3-BF63-C44F-DD8DB20DDE78}"/>
              </a:ext>
            </a:extLst>
          </p:cNvPr>
          <p:cNvSpPr txBox="1"/>
          <p:nvPr/>
        </p:nvSpPr>
        <p:spPr>
          <a:xfrm>
            <a:off x="4749419" y="2377039"/>
            <a:ext cx="3129984" cy="830997"/>
          </a:xfrm>
          <a:prstGeom prst="rect">
            <a:avLst/>
          </a:prstGeom>
          <a:noFill/>
          <a:ln w="3175">
            <a:solidFill>
              <a:schemeClr val="tx1">
                <a:lumMod val="50000"/>
                <a:lumOff val="50000"/>
              </a:schemeClr>
            </a:solidFill>
          </a:ln>
        </p:spPr>
        <p:txBody>
          <a:bodyPr wrap="square">
            <a:spAutoFit/>
          </a:bodyPr>
          <a:lstStyle/>
          <a:p>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Smaller study:</a:t>
            </a: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Higher variability </a:t>
            </a:r>
          </a:p>
          <a:p>
            <a:r>
              <a:rPr lang="en-GB" sz="16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Wider confidence intervals</a:t>
            </a:r>
            <a:endParaRPr lang="en-GB" sz="1600" b="1" dirty="0">
              <a:solidFill>
                <a:schemeClr val="accent2">
                  <a:lumMod val="75000"/>
                </a:schemeClr>
              </a:solidFill>
            </a:endParaRPr>
          </a:p>
        </p:txBody>
      </p:sp>
      <p:sp>
        <p:nvSpPr>
          <p:cNvPr id="60" name="TextBox 59">
            <a:extLst>
              <a:ext uri="{FF2B5EF4-FFF2-40B4-BE49-F238E27FC236}">
                <a16:creationId xmlns:a16="http://schemas.microsoft.com/office/drawing/2014/main" id="{245CF710-B369-25A4-8376-49C7570F0231}"/>
              </a:ext>
            </a:extLst>
          </p:cNvPr>
          <p:cNvSpPr txBox="1"/>
          <p:nvPr/>
        </p:nvSpPr>
        <p:spPr>
          <a:xfrm>
            <a:off x="4749419" y="3962952"/>
            <a:ext cx="3129985" cy="830997"/>
          </a:xfrm>
          <a:prstGeom prst="rect">
            <a:avLst/>
          </a:prstGeom>
          <a:noFill/>
          <a:ln w="3175">
            <a:solidFill>
              <a:schemeClr val="tx1">
                <a:lumMod val="50000"/>
                <a:lumOff val="50000"/>
              </a:schemeClr>
            </a:solidFill>
          </a:ln>
        </p:spPr>
        <p:txBody>
          <a:bodyPr wrap="square">
            <a:spAutoFit/>
          </a:bodyPr>
          <a:lstStyle/>
          <a:p>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Larger study:</a:t>
            </a: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Lower variability</a:t>
            </a:r>
          </a:p>
          <a:p>
            <a:r>
              <a:rPr lang="en-GB" sz="16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Narrower confidence intervals</a:t>
            </a:r>
            <a:endParaRPr lang="en-GB" sz="1600" dirty="0">
              <a:solidFill>
                <a:schemeClr val="accent2">
                  <a:lumMod val="75000"/>
                </a:schemeClr>
              </a:solidFill>
            </a:endParaRPr>
          </a:p>
        </p:txBody>
      </p:sp>
      <p:sp>
        <p:nvSpPr>
          <p:cNvPr id="61" name="TextBox 60">
            <a:extLst>
              <a:ext uri="{FF2B5EF4-FFF2-40B4-BE49-F238E27FC236}">
                <a16:creationId xmlns:a16="http://schemas.microsoft.com/office/drawing/2014/main" id="{8710DE18-0DF1-B8D8-DCF6-B4C59F12A5CB}"/>
              </a:ext>
            </a:extLst>
          </p:cNvPr>
          <p:cNvSpPr txBox="1"/>
          <p:nvPr/>
        </p:nvSpPr>
        <p:spPr>
          <a:xfrm>
            <a:off x="602790" y="959503"/>
            <a:ext cx="3903835" cy="527224"/>
          </a:xfrm>
          <a:prstGeom prst="rect">
            <a:avLst/>
          </a:prstGeom>
          <a:noFill/>
        </p:spPr>
        <p:txBody>
          <a:bodyPr wrap="square">
            <a:no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If we assume the true effect (   ) is 100, how does    vary between repeated trials?</a:t>
            </a:r>
            <a:endParaRPr lang="en-GB" sz="1400"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9889154-6CCF-C5AE-BB19-D698BC9FD2EF}"/>
                  </a:ext>
                </a:extLst>
              </p:cNvPr>
              <p:cNvSpPr txBox="1"/>
              <p:nvPr/>
            </p:nvSpPr>
            <p:spPr>
              <a:xfrm>
                <a:off x="2695830" y="1006633"/>
                <a:ext cx="344668"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1400" dirty="0">
                  <a:solidFill>
                    <a:schemeClr val="accent2">
                      <a:lumMod val="75000"/>
                    </a:schemeClr>
                  </a:solidFill>
                </a:endParaRPr>
              </a:p>
            </p:txBody>
          </p:sp>
        </mc:Choice>
        <mc:Fallback xmlns="">
          <p:sp>
            <p:nvSpPr>
              <p:cNvPr id="62" name="TextBox 61">
                <a:extLst>
                  <a:ext uri="{FF2B5EF4-FFF2-40B4-BE49-F238E27FC236}">
                    <a16:creationId xmlns:a16="http://schemas.microsoft.com/office/drawing/2014/main" id="{69889154-6CCF-C5AE-BB19-D698BC9FD2EF}"/>
                  </a:ext>
                </a:extLst>
              </p:cNvPr>
              <p:cNvSpPr txBox="1">
                <a:spLocks noRot="1" noChangeAspect="1" noMove="1" noResize="1" noEditPoints="1" noAdjustHandles="1" noChangeArrowheads="1" noChangeShapeType="1" noTextEdit="1"/>
              </p:cNvSpPr>
              <p:nvPr/>
            </p:nvSpPr>
            <p:spPr>
              <a:xfrm>
                <a:off x="2695830" y="1006633"/>
                <a:ext cx="344668" cy="215444"/>
              </a:xfrm>
              <a:prstGeom prst="rect">
                <a:avLst/>
              </a:prstGeom>
              <a:blipFill>
                <a:blip r:embed="rId6"/>
                <a:stretch>
                  <a:fillRect b="-1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1270F2E-AABF-0588-72F5-9F9D564AD261}"/>
                  </a:ext>
                </a:extLst>
              </p:cNvPr>
              <p:cNvSpPr txBox="1"/>
              <p:nvPr/>
            </p:nvSpPr>
            <p:spPr>
              <a:xfrm>
                <a:off x="4130231" y="997862"/>
                <a:ext cx="344668" cy="2245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14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1400" dirty="0">
                  <a:solidFill>
                    <a:schemeClr val="accent2">
                      <a:lumMod val="75000"/>
                    </a:schemeClr>
                  </a:solidFill>
                </a:endParaRPr>
              </a:p>
            </p:txBody>
          </p:sp>
        </mc:Choice>
        <mc:Fallback xmlns="">
          <p:sp>
            <p:nvSpPr>
              <p:cNvPr id="64" name="TextBox 63">
                <a:extLst>
                  <a:ext uri="{FF2B5EF4-FFF2-40B4-BE49-F238E27FC236}">
                    <a16:creationId xmlns:a16="http://schemas.microsoft.com/office/drawing/2014/main" id="{31270F2E-AABF-0588-72F5-9F9D564AD261}"/>
                  </a:ext>
                </a:extLst>
              </p:cNvPr>
              <p:cNvSpPr txBox="1">
                <a:spLocks noRot="1" noChangeAspect="1" noMove="1" noResize="1" noEditPoints="1" noAdjustHandles="1" noChangeArrowheads="1" noChangeShapeType="1" noTextEdit="1"/>
              </p:cNvSpPr>
              <p:nvPr/>
            </p:nvSpPr>
            <p:spPr>
              <a:xfrm>
                <a:off x="4130231" y="997862"/>
                <a:ext cx="344668" cy="224549"/>
              </a:xfrm>
              <a:prstGeom prst="rect">
                <a:avLst/>
              </a:prstGeom>
              <a:blipFill>
                <a:blip r:embed="rId4"/>
                <a:stretch>
                  <a:fillRect t="-24324" r="-46429" b="-8108"/>
                </a:stretch>
              </a:blipFill>
            </p:spPr>
            <p:txBody>
              <a:bodyPr/>
              <a:lstStyle/>
              <a:p>
                <a:r>
                  <a:rPr lang="en-GB">
                    <a:noFill/>
                  </a:rPr>
                  <a:t> </a:t>
                </a:r>
              </a:p>
            </p:txBody>
          </p:sp>
        </mc:Fallback>
      </mc:AlternateContent>
    </p:spTree>
    <p:extLst>
      <p:ext uri="{BB962C8B-B14F-4D97-AF65-F5344CB8AC3E}">
        <p14:creationId xmlns:p14="http://schemas.microsoft.com/office/powerpoint/2010/main" val="307596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E58A-8A9D-4CA9-F8D5-AA874E3FB70A}"/>
            </a:ext>
          </a:extLst>
        </p:cNvPr>
        <p:cNvGrpSpPr/>
        <p:nvPr/>
      </p:nvGrpSpPr>
      <p:grpSpPr>
        <a:xfrm>
          <a:off x="0" y="0"/>
          <a:ext cx="0" cy="0"/>
          <a:chOff x="0" y="0"/>
          <a:chExt cx="0" cy="0"/>
        </a:xfrm>
      </p:grpSpPr>
      <p:pic>
        <p:nvPicPr>
          <p:cNvPr id="10" name="Picture 9" descr="A graph with a dotted line&#10;&#10;AI-generated content may be incorrect.">
            <a:extLst>
              <a:ext uri="{FF2B5EF4-FFF2-40B4-BE49-F238E27FC236}">
                <a16:creationId xmlns:a16="http://schemas.microsoft.com/office/drawing/2014/main" id="{CEB817B8-0CCC-537B-8F92-2F977D179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8462" y="3652997"/>
            <a:ext cx="3524696" cy="2517640"/>
          </a:xfrm>
          <a:prstGeom prst="rect">
            <a:avLst/>
          </a:prstGeom>
        </p:spPr>
      </p:pic>
      <p:sp>
        <p:nvSpPr>
          <p:cNvPr id="40" name="Rectangle 39">
            <a:extLst>
              <a:ext uri="{FF2B5EF4-FFF2-40B4-BE49-F238E27FC236}">
                <a16:creationId xmlns:a16="http://schemas.microsoft.com/office/drawing/2014/main" id="{E832DD2F-8687-0D2D-13A4-A98C09B3CC40}"/>
              </a:ext>
            </a:extLst>
          </p:cNvPr>
          <p:cNvSpPr/>
          <p:nvPr/>
        </p:nvSpPr>
        <p:spPr>
          <a:xfrm>
            <a:off x="8564742" y="4083984"/>
            <a:ext cx="1010792" cy="151995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TextBox 28">
            <a:extLst>
              <a:ext uri="{FF2B5EF4-FFF2-40B4-BE49-F238E27FC236}">
                <a16:creationId xmlns:a16="http://schemas.microsoft.com/office/drawing/2014/main" id="{E608649A-840E-535F-D33E-A72022FEFFE6}"/>
              </a:ext>
            </a:extLst>
          </p:cNvPr>
          <p:cNvSpPr txBox="1"/>
          <p:nvPr/>
        </p:nvSpPr>
        <p:spPr>
          <a:xfrm>
            <a:off x="8399786" y="5843754"/>
            <a:ext cx="3180679" cy="261610"/>
          </a:xfrm>
          <a:prstGeom prst="rect">
            <a:avLst/>
          </a:prstGeom>
          <a:noFill/>
        </p:spPr>
        <p:txBody>
          <a:bodyPr wrap="none" rtlCol="0">
            <a:spAutoFit/>
          </a:bodyPr>
          <a:lstStyle/>
          <a:p>
            <a:r>
              <a:rPr lang="en-GB" sz="1100" dirty="0">
                <a:solidFill>
                  <a:schemeClr val="tx1">
                    <a:lumMod val="65000"/>
                    <a:lumOff val="35000"/>
                  </a:schemeClr>
                </a:solidFill>
                <a:latin typeface="Times New Roman" panose="02020603050405020304" pitchFamily="18" charset="0"/>
                <a:cs typeface="Times New Roman" panose="02020603050405020304" pitchFamily="18" charset="0"/>
              </a:rPr>
              <a:t>Pre-bronchodilator FEV1 change from baseline (mL)</a:t>
            </a:r>
          </a:p>
        </p:txBody>
      </p:sp>
      <p:sp>
        <p:nvSpPr>
          <p:cNvPr id="41" name="Rectangle 40">
            <a:extLst>
              <a:ext uri="{FF2B5EF4-FFF2-40B4-BE49-F238E27FC236}">
                <a16:creationId xmlns:a16="http://schemas.microsoft.com/office/drawing/2014/main" id="{C8060E7A-D0EB-25B5-422B-A4A69E9B5D9D}"/>
              </a:ext>
            </a:extLst>
          </p:cNvPr>
          <p:cNvSpPr/>
          <p:nvPr/>
        </p:nvSpPr>
        <p:spPr>
          <a:xfrm>
            <a:off x="9580346" y="4083983"/>
            <a:ext cx="1010792" cy="151995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Rectangle 42">
            <a:extLst>
              <a:ext uri="{FF2B5EF4-FFF2-40B4-BE49-F238E27FC236}">
                <a16:creationId xmlns:a16="http://schemas.microsoft.com/office/drawing/2014/main" id="{FB60F47A-E61C-46A8-609D-8F4175A332EE}"/>
              </a:ext>
            </a:extLst>
          </p:cNvPr>
          <p:cNvSpPr/>
          <p:nvPr/>
        </p:nvSpPr>
        <p:spPr>
          <a:xfrm>
            <a:off x="10591138" y="4083983"/>
            <a:ext cx="1010792" cy="151995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TextBox 43">
            <a:extLst>
              <a:ext uri="{FF2B5EF4-FFF2-40B4-BE49-F238E27FC236}">
                <a16:creationId xmlns:a16="http://schemas.microsoft.com/office/drawing/2014/main" id="{DE604D88-DB90-D228-6058-EEAF3916F4B2}"/>
              </a:ext>
            </a:extLst>
          </p:cNvPr>
          <p:cNvSpPr txBox="1"/>
          <p:nvPr/>
        </p:nvSpPr>
        <p:spPr>
          <a:xfrm>
            <a:off x="8631556" y="4083983"/>
            <a:ext cx="877163" cy="261610"/>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45" name="TextBox 44">
            <a:extLst>
              <a:ext uri="{FF2B5EF4-FFF2-40B4-BE49-F238E27FC236}">
                <a16:creationId xmlns:a16="http://schemas.microsoft.com/office/drawing/2014/main" id="{CCE0EC08-2030-9F84-1E2E-DC9121C138D4}"/>
              </a:ext>
            </a:extLst>
          </p:cNvPr>
          <p:cNvSpPr txBox="1"/>
          <p:nvPr/>
        </p:nvSpPr>
        <p:spPr>
          <a:xfrm>
            <a:off x="9433223" y="4085040"/>
            <a:ext cx="1321714" cy="456631"/>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46" name="TextBox 45">
            <a:extLst>
              <a:ext uri="{FF2B5EF4-FFF2-40B4-BE49-F238E27FC236}">
                <a16:creationId xmlns:a16="http://schemas.microsoft.com/office/drawing/2014/main" id="{C2094999-AD0E-F337-0D74-6BD4AD875101}"/>
              </a:ext>
            </a:extLst>
          </p:cNvPr>
          <p:cNvSpPr txBox="1"/>
          <p:nvPr/>
        </p:nvSpPr>
        <p:spPr>
          <a:xfrm>
            <a:off x="10419600" y="4084334"/>
            <a:ext cx="1321714" cy="456631"/>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pic>
        <p:nvPicPr>
          <p:cNvPr id="7" name="Picture 6">
            <a:extLst>
              <a:ext uri="{FF2B5EF4-FFF2-40B4-BE49-F238E27FC236}">
                <a16:creationId xmlns:a16="http://schemas.microsoft.com/office/drawing/2014/main" id="{A33B95A3-A71E-08B5-8F8E-2E417AEDB612}"/>
              </a:ext>
            </a:extLst>
          </p:cNvPr>
          <p:cNvPicPr>
            <a:picLocks noChangeAspect="1"/>
          </p:cNvPicPr>
          <p:nvPr/>
        </p:nvPicPr>
        <p:blipFill>
          <a:blip r:embed="rId3"/>
          <a:stretch>
            <a:fillRect/>
          </a:stretch>
        </p:blipFill>
        <p:spPr>
          <a:xfrm>
            <a:off x="8998899" y="563696"/>
            <a:ext cx="2190362" cy="3062029"/>
          </a:xfrm>
          <a:prstGeom prst="rect">
            <a:avLst/>
          </a:prstGeom>
          <a:ln w="3175">
            <a:solidFill>
              <a:schemeClr val="tx1"/>
            </a:solidFill>
          </a:ln>
        </p:spPr>
      </p:pic>
      <p:sp>
        <p:nvSpPr>
          <p:cNvPr id="13" name="Title 1">
            <a:extLst>
              <a:ext uri="{FF2B5EF4-FFF2-40B4-BE49-F238E27FC236}">
                <a16:creationId xmlns:a16="http://schemas.microsoft.com/office/drawing/2014/main" id="{8FB9AC1E-00E4-6265-90F1-2A6305A14913}"/>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sp>
        <p:nvSpPr>
          <p:cNvPr id="2" name="TextBox 1">
            <a:extLst>
              <a:ext uri="{FF2B5EF4-FFF2-40B4-BE49-F238E27FC236}">
                <a16:creationId xmlns:a16="http://schemas.microsoft.com/office/drawing/2014/main" id="{0B1C66C5-81CE-F8CC-257B-A337015573DC}"/>
              </a:ext>
            </a:extLst>
          </p:cNvPr>
          <p:cNvSpPr txBox="1"/>
          <p:nvPr/>
        </p:nvSpPr>
        <p:spPr>
          <a:xfrm>
            <a:off x="836085" y="1078674"/>
            <a:ext cx="6648583"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Back to our case study, we are interested in interpreting the results from a single trial.</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Remember, the true treatment effect (   ) is unknown.</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study results provide the estimate (   ) and 95% confidence interval (CI).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232098-30B8-333F-F497-9361BCB69E4F}"/>
                  </a:ext>
                </a:extLst>
              </p:cNvPr>
              <p:cNvSpPr txBox="1"/>
              <p:nvPr/>
            </p:nvSpPr>
            <p:spPr>
              <a:xfrm>
                <a:off x="3599465" y="1359681"/>
                <a:ext cx="344668"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1400" dirty="0">
                  <a:solidFill>
                    <a:schemeClr val="accent2">
                      <a:lumMod val="75000"/>
                    </a:schemeClr>
                  </a:solidFill>
                </a:endParaRPr>
              </a:p>
            </p:txBody>
          </p:sp>
        </mc:Choice>
        <mc:Fallback xmlns="">
          <p:sp>
            <p:nvSpPr>
              <p:cNvPr id="4" name="TextBox 3">
                <a:extLst>
                  <a:ext uri="{FF2B5EF4-FFF2-40B4-BE49-F238E27FC236}">
                    <a16:creationId xmlns:a16="http://schemas.microsoft.com/office/drawing/2014/main" id="{40232098-30B8-333F-F497-9361BCB69E4F}"/>
                  </a:ext>
                </a:extLst>
              </p:cNvPr>
              <p:cNvSpPr txBox="1">
                <a:spLocks noRot="1" noChangeAspect="1" noMove="1" noResize="1" noEditPoints="1" noAdjustHandles="1" noChangeArrowheads="1" noChangeShapeType="1" noTextEdit="1"/>
              </p:cNvSpPr>
              <p:nvPr/>
            </p:nvSpPr>
            <p:spPr>
              <a:xfrm>
                <a:off x="3599465" y="1359681"/>
                <a:ext cx="344668" cy="215444"/>
              </a:xfrm>
              <a:prstGeom prst="rect">
                <a:avLst/>
              </a:prstGeom>
              <a:blipFill>
                <a:blip r:embed="rId4"/>
                <a:stretch>
                  <a:fillRect b="-1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7AF40DD-2395-8097-9C70-DFD474D0928E}"/>
                  </a:ext>
                </a:extLst>
              </p:cNvPr>
              <p:cNvSpPr txBox="1"/>
              <p:nvPr/>
            </p:nvSpPr>
            <p:spPr>
              <a:xfrm>
                <a:off x="3700542" y="1560280"/>
                <a:ext cx="301592" cy="2245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14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1400" dirty="0">
                  <a:solidFill>
                    <a:schemeClr val="accent2">
                      <a:lumMod val="75000"/>
                    </a:schemeClr>
                  </a:solidFill>
                </a:endParaRPr>
              </a:p>
            </p:txBody>
          </p:sp>
        </mc:Choice>
        <mc:Fallback xmlns="">
          <p:sp>
            <p:nvSpPr>
              <p:cNvPr id="18" name="TextBox 17">
                <a:extLst>
                  <a:ext uri="{FF2B5EF4-FFF2-40B4-BE49-F238E27FC236}">
                    <a16:creationId xmlns:a16="http://schemas.microsoft.com/office/drawing/2014/main" id="{D7AF40DD-2395-8097-9C70-DFD474D0928E}"/>
                  </a:ext>
                </a:extLst>
              </p:cNvPr>
              <p:cNvSpPr txBox="1">
                <a:spLocks noRot="1" noChangeAspect="1" noMove="1" noResize="1" noEditPoints="1" noAdjustHandles="1" noChangeArrowheads="1" noChangeShapeType="1" noTextEdit="1"/>
              </p:cNvSpPr>
              <p:nvPr/>
            </p:nvSpPr>
            <p:spPr>
              <a:xfrm>
                <a:off x="3700542" y="1560280"/>
                <a:ext cx="301592" cy="224549"/>
              </a:xfrm>
              <a:prstGeom prst="rect">
                <a:avLst/>
              </a:prstGeom>
              <a:blipFill>
                <a:blip r:embed="rId5"/>
                <a:stretch>
                  <a:fillRect t="-24324" r="-58000" b="-8108"/>
                </a:stretch>
              </a:blipFill>
            </p:spPr>
            <p:txBody>
              <a:bodyPr/>
              <a:lstStyle/>
              <a:p>
                <a:r>
                  <a:rPr lang="en-GB">
                    <a:noFill/>
                  </a:rPr>
                  <a:t> </a:t>
                </a:r>
              </a:p>
            </p:txBody>
          </p:sp>
        </mc:Fallback>
      </mc:AlternateContent>
      <p:sp>
        <p:nvSpPr>
          <p:cNvPr id="31" name="TextBox 30">
            <a:extLst>
              <a:ext uri="{FF2B5EF4-FFF2-40B4-BE49-F238E27FC236}">
                <a16:creationId xmlns:a16="http://schemas.microsoft.com/office/drawing/2014/main" id="{BCAF15F6-8E39-2632-1FD6-3A54C37C40B9}"/>
              </a:ext>
            </a:extLst>
          </p:cNvPr>
          <p:cNvSpPr txBox="1"/>
          <p:nvPr/>
        </p:nvSpPr>
        <p:spPr>
          <a:xfrm>
            <a:off x="892521" y="3429000"/>
            <a:ext cx="7216177"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of the properties of the 95% CI, we can make the following statements:</a:t>
            </a:r>
          </a:p>
        </p:txBody>
      </p:sp>
      <p:sp>
        <p:nvSpPr>
          <p:cNvPr id="39" name="TextBox 38">
            <a:extLst>
              <a:ext uri="{FF2B5EF4-FFF2-40B4-BE49-F238E27FC236}">
                <a16:creationId xmlns:a16="http://schemas.microsoft.com/office/drawing/2014/main" id="{36ED32EE-8BD6-DA7B-C49C-EE5254D66651}"/>
              </a:ext>
            </a:extLst>
          </p:cNvPr>
          <p:cNvSpPr txBox="1"/>
          <p:nvPr/>
        </p:nvSpPr>
        <p:spPr>
          <a:xfrm>
            <a:off x="1177859" y="3754511"/>
            <a:ext cx="6967256" cy="95410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Plausible values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for the true treatment effect are between 40 and 124 </a:t>
            </a:r>
            <a:r>
              <a:rPr lang="en-GB" sz="1400" dirty="0" err="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range of treatment effects between 40 and 124 mL is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compatible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with the trial data.”</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CI includes values that may be too small to be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clinically meaningful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the 95% CI excludes zero, the results are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statistically significant</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endParaRPr lang="en-GB" sz="1400" dirty="0"/>
          </a:p>
        </p:txBody>
      </p:sp>
      <p:sp>
        <p:nvSpPr>
          <p:cNvPr id="49" name="TextBox 48">
            <a:extLst>
              <a:ext uri="{FF2B5EF4-FFF2-40B4-BE49-F238E27FC236}">
                <a16:creationId xmlns:a16="http://schemas.microsoft.com/office/drawing/2014/main" id="{F0C94D6D-80C7-6512-839F-7D95846A08A1}"/>
              </a:ext>
            </a:extLst>
          </p:cNvPr>
          <p:cNvSpPr txBox="1"/>
          <p:nvPr/>
        </p:nvSpPr>
        <p:spPr>
          <a:xfrm>
            <a:off x="1117366" y="5105090"/>
            <a:ext cx="5769535"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true effect lies in the interval with 95% probability.”</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treatment works for 95% of patients”.</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CI captures 95% of individual patient outcomes”.</a:t>
            </a:r>
          </a:p>
        </p:txBody>
      </p:sp>
      <p:sp>
        <p:nvSpPr>
          <p:cNvPr id="50" name="TextBox 49">
            <a:extLst>
              <a:ext uri="{FF2B5EF4-FFF2-40B4-BE49-F238E27FC236}">
                <a16:creationId xmlns:a16="http://schemas.microsoft.com/office/drawing/2014/main" id="{F24BF87F-939F-E2EF-D60F-8012CBA308B8}"/>
              </a:ext>
            </a:extLst>
          </p:cNvPr>
          <p:cNvSpPr txBox="1"/>
          <p:nvPr/>
        </p:nvSpPr>
        <p:spPr>
          <a:xfrm>
            <a:off x="890072" y="4735679"/>
            <a:ext cx="7216177"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Don’t say:</a:t>
            </a:r>
          </a:p>
        </p:txBody>
      </p:sp>
      <p:graphicFrame>
        <p:nvGraphicFramePr>
          <p:cNvPr id="55" name="Table 54">
            <a:extLst>
              <a:ext uri="{FF2B5EF4-FFF2-40B4-BE49-F238E27FC236}">
                <a16:creationId xmlns:a16="http://schemas.microsoft.com/office/drawing/2014/main" id="{D0D5DC4E-52C4-1782-25BA-1802CCE20F52}"/>
              </a:ext>
            </a:extLst>
          </p:cNvPr>
          <p:cNvGraphicFramePr>
            <a:graphicFrameLocks noGrp="1"/>
          </p:cNvGraphicFramePr>
          <p:nvPr>
            <p:extLst>
              <p:ext uri="{D42A27DB-BD31-4B8C-83A1-F6EECF244321}">
                <p14:modId xmlns:p14="http://schemas.microsoft.com/office/powerpoint/2010/main" val="4017931921"/>
              </p:ext>
            </p:extLst>
          </p:nvPr>
        </p:nvGraphicFramePr>
        <p:xfrm>
          <a:off x="922524" y="1912060"/>
          <a:ext cx="5708788" cy="1345967"/>
        </p:xfrm>
        <a:graphic>
          <a:graphicData uri="http://schemas.openxmlformats.org/drawingml/2006/table">
            <a:tbl>
              <a:tblPr firstRow="1" bandRow="1">
                <a:tableStyleId>{5C22544A-7EE6-4342-B048-85BDC9FD1C3A}</a:tableStyleId>
              </a:tblPr>
              <a:tblGrid>
                <a:gridCol w="3554136">
                  <a:extLst>
                    <a:ext uri="{9D8B030D-6E8A-4147-A177-3AD203B41FA5}">
                      <a16:colId xmlns:a16="http://schemas.microsoft.com/office/drawing/2014/main" val="3566946925"/>
                    </a:ext>
                  </a:extLst>
                </a:gridCol>
                <a:gridCol w="1077326">
                  <a:extLst>
                    <a:ext uri="{9D8B030D-6E8A-4147-A177-3AD203B41FA5}">
                      <a16:colId xmlns:a16="http://schemas.microsoft.com/office/drawing/2014/main" val="1759458805"/>
                    </a:ext>
                  </a:extLst>
                </a:gridCol>
                <a:gridCol w="1077326">
                  <a:extLst>
                    <a:ext uri="{9D8B030D-6E8A-4147-A177-3AD203B41FA5}">
                      <a16:colId xmlns:a16="http://schemas.microsoft.com/office/drawing/2014/main" val="1740209567"/>
                    </a:ext>
                  </a:extLst>
                </a:gridCol>
              </a:tblGrid>
              <a:tr h="419335">
                <a:tc>
                  <a:txBody>
                    <a:bodyPr/>
                    <a:lstStyle/>
                    <a:p>
                      <a:pPr algn="l"/>
                      <a:r>
                        <a:rPr lang="en-GB" sz="1200" dirty="0">
                          <a:latin typeface="Arial Narrow" panose="020B0606020202030204" pitchFamily="34" charset="0"/>
                        </a:rPr>
                        <a:t>Endpoint</a:t>
                      </a:r>
                    </a:p>
                  </a:txBody>
                  <a:tcPr/>
                </a:tc>
                <a:tc>
                  <a:txBody>
                    <a:bodyPr/>
                    <a:lstStyle/>
                    <a:p>
                      <a:pPr algn="ctr"/>
                      <a:r>
                        <a:rPr lang="en-GB" sz="1200" dirty="0">
                          <a:latin typeface="Arial Narrow" panose="020B0606020202030204" pitchFamily="34" charset="0"/>
                        </a:rPr>
                        <a:t>Placebo</a:t>
                      </a:r>
                    </a:p>
                    <a:p>
                      <a:pPr algn="ctr"/>
                      <a:r>
                        <a:rPr lang="en-GB" sz="1200" dirty="0">
                          <a:latin typeface="Arial Narrow" panose="020B0606020202030204" pitchFamily="34" charset="0"/>
                        </a:rPr>
                        <a:t>(N=465)</a:t>
                      </a:r>
                    </a:p>
                  </a:txBody>
                  <a:tcPr/>
                </a:tc>
                <a:tc>
                  <a:txBody>
                    <a:bodyPr/>
                    <a:lstStyle/>
                    <a:p>
                      <a:pPr algn="ctr"/>
                      <a:r>
                        <a:rPr lang="en-GB" sz="1200" dirty="0">
                          <a:latin typeface="Arial Narrow" panose="020B0606020202030204" pitchFamily="34" charset="0"/>
                        </a:rPr>
                        <a:t>Dupilumab </a:t>
                      </a:r>
                    </a:p>
                    <a:p>
                      <a:pPr algn="ctr"/>
                      <a:r>
                        <a:rPr lang="en-GB" sz="1200" dirty="0">
                          <a:latin typeface="Arial Narrow" panose="020B0606020202030204" pitchFamily="34" charset="0"/>
                        </a:rPr>
                        <a:t>(N=470)</a:t>
                      </a:r>
                    </a:p>
                  </a:txBody>
                  <a:tcPr/>
                </a:tc>
                <a:extLst>
                  <a:ext uri="{0D108BD9-81ED-4DB2-BD59-A6C34878D82A}">
                    <a16:rowId xmlns:a16="http://schemas.microsoft.com/office/drawing/2014/main" val="3449688297"/>
                  </a:ext>
                </a:extLst>
              </a:tr>
              <a:tr h="251601">
                <a:tc>
                  <a:txBody>
                    <a:bodyPr/>
                    <a:lstStyle/>
                    <a:p>
                      <a:r>
                        <a:rPr lang="en-GB" sz="1200" baseline="0" dirty="0">
                          <a:solidFill>
                            <a:schemeClr val="tx1">
                              <a:lumMod val="65000"/>
                              <a:lumOff val="35000"/>
                            </a:schemeClr>
                          </a:solidFill>
                          <a:latin typeface="Arial Narrow" panose="020B0606020202030204" pitchFamily="34" charset="0"/>
                        </a:rPr>
                        <a:t>Change in pre-</a:t>
                      </a:r>
                      <a:r>
                        <a:rPr lang="en-GB" sz="1200" baseline="0" dirty="0" err="1">
                          <a:solidFill>
                            <a:schemeClr val="tx1">
                              <a:lumMod val="65000"/>
                              <a:lumOff val="35000"/>
                            </a:schemeClr>
                          </a:solidFill>
                          <a:latin typeface="Arial Narrow" panose="020B0606020202030204" pitchFamily="34" charset="0"/>
                        </a:rPr>
                        <a:t>brochodilator</a:t>
                      </a:r>
                      <a:r>
                        <a:rPr lang="en-GB" sz="1200" baseline="0" dirty="0">
                          <a:solidFill>
                            <a:schemeClr val="tx1">
                              <a:lumMod val="65000"/>
                              <a:lumOff val="35000"/>
                            </a:schemeClr>
                          </a:solidFill>
                          <a:latin typeface="Arial Narrow" panose="020B0606020202030204" pitchFamily="34" charset="0"/>
                        </a:rPr>
                        <a:t> FEV1 from baseline to </a:t>
                      </a:r>
                      <a:r>
                        <a:rPr lang="en-GB" sz="1200" baseline="0" dirty="0" err="1">
                          <a:solidFill>
                            <a:schemeClr val="tx1">
                              <a:lumMod val="65000"/>
                              <a:lumOff val="35000"/>
                            </a:schemeClr>
                          </a:solidFill>
                          <a:latin typeface="Arial Narrow" panose="020B0606020202030204" pitchFamily="34" charset="0"/>
                        </a:rPr>
                        <a:t>wk</a:t>
                      </a:r>
                      <a:r>
                        <a:rPr lang="en-GB" sz="1200" baseline="0" dirty="0">
                          <a:solidFill>
                            <a:schemeClr val="tx1">
                              <a:lumMod val="65000"/>
                              <a:lumOff val="35000"/>
                            </a:schemeClr>
                          </a:solidFill>
                          <a:latin typeface="Arial Narrow" panose="020B0606020202030204" pitchFamily="34" charset="0"/>
                        </a:rPr>
                        <a:t> 12</a:t>
                      </a: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extLst>
                  <a:ext uri="{0D108BD9-81ED-4DB2-BD59-A6C34878D82A}">
                    <a16:rowId xmlns:a16="http://schemas.microsoft.com/office/drawing/2014/main" val="629653641"/>
                  </a:ext>
                </a:extLst>
              </a:tr>
              <a:tr h="268606">
                <a:tc>
                  <a:txBody>
                    <a:bodyPr/>
                    <a:lstStyle/>
                    <a:p>
                      <a:r>
                        <a:rPr lang="en-GB" sz="1200" baseline="0" dirty="0">
                          <a:solidFill>
                            <a:schemeClr val="tx1">
                              <a:lumMod val="65000"/>
                              <a:lumOff val="35000"/>
                            </a:schemeClr>
                          </a:solidFill>
                          <a:latin typeface="Arial Narrow" panose="020B0606020202030204" pitchFamily="34" charset="0"/>
                        </a:rPr>
                        <a:t>     Least-squares mean change (mL)</a:t>
                      </a: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57</a:t>
                      </a: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139</a:t>
                      </a:r>
                    </a:p>
                  </a:txBody>
                  <a:tcPr/>
                </a:tc>
                <a:extLst>
                  <a:ext uri="{0D108BD9-81ED-4DB2-BD59-A6C34878D82A}">
                    <a16:rowId xmlns:a16="http://schemas.microsoft.com/office/drawing/2014/main" val="4285571955"/>
                  </a:ext>
                </a:extLst>
              </a:tr>
              <a:tr h="340127">
                <a:tc>
                  <a:txBody>
                    <a:bodyPr/>
                    <a:lstStyle/>
                    <a:p>
                      <a:r>
                        <a:rPr lang="en-GB" sz="1200" baseline="0" dirty="0">
                          <a:solidFill>
                            <a:schemeClr val="tx1">
                              <a:lumMod val="65000"/>
                              <a:lumOff val="35000"/>
                            </a:schemeClr>
                          </a:solidFill>
                          <a:latin typeface="Arial Narrow" panose="020B0606020202030204" pitchFamily="34" charset="0"/>
                        </a:rPr>
                        <a:t>    Least-squares mean difference vs, placebo (95% CI) (mL)</a:t>
                      </a: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82.0 (40 to 124)</a:t>
                      </a:r>
                    </a:p>
                  </a:txBody>
                  <a:tcPr/>
                </a:tc>
                <a:extLst>
                  <a:ext uri="{0D108BD9-81ED-4DB2-BD59-A6C34878D82A}">
                    <a16:rowId xmlns:a16="http://schemas.microsoft.com/office/drawing/2014/main" val="4027897724"/>
                  </a:ext>
                </a:extLst>
              </a:tr>
            </a:tbl>
          </a:graphicData>
        </a:graphic>
      </p:graphicFrame>
    </p:spTree>
    <p:extLst>
      <p:ext uri="{BB962C8B-B14F-4D97-AF65-F5344CB8AC3E}">
        <p14:creationId xmlns:p14="http://schemas.microsoft.com/office/powerpoint/2010/main" val="1195476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2CDC37C0-B60A-48BB-C462-33AD46BA9D76}"/>
              </a:ext>
            </a:extLst>
          </p:cNvPr>
          <p:cNvGrpSpPr/>
          <p:nvPr/>
        </p:nvGrpSpPr>
        <p:grpSpPr>
          <a:xfrm>
            <a:off x="7608767" y="1129912"/>
            <a:ext cx="3973204" cy="2570363"/>
            <a:chOff x="5880480" y="1100884"/>
            <a:chExt cx="3973204" cy="2570363"/>
          </a:xfrm>
        </p:grpSpPr>
        <p:pic>
          <p:nvPicPr>
            <p:cNvPr id="7" name="Picture 6" descr="A graph with a dotted line&#10;&#10;AI-generated content may be incorrect.">
              <a:extLst>
                <a:ext uri="{FF2B5EF4-FFF2-40B4-BE49-F238E27FC236}">
                  <a16:creationId xmlns:a16="http://schemas.microsoft.com/office/drawing/2014/main" id="{8F01FC8E-9750-BDD8-746A-0E09B5FE4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0480" y="1100884"/>
              <a:ext cx="3569937" cy="2570363"/>
            </a:xfrm>
            <a:prstGeom prst="rect">
              <a:avLst/>
            </a:prstGeom>
          </p:spPr>
        </p:pic>
        <p:sp>
          <p:nvSpPr>
            <p:cNvPr id="8" name="Rectangle 7">
              <a:extLst>
                <a:ext uri="{FF2B5EF4-FFF2-40B4-BE49-F238E27FC236}">
                  <a16:creationId xmlns:a16="http://schemas.microsoft.com/office/drawing/2014/main" id="{6CE94411-8EDA-BB9E-87D7-C7B8FF887623}"/>
                </a:ext>
              </a:extLst>
            </p:cNvPr>
            <p:cNvSpPr/>
            <p:nvPr/>
          </p:nvSpPr>
          <p:spPr>
            <a:xfrm>
              <a:off x="6636339" y="1540896"/>
              <a:ext cx="1023766" cy="155178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AF713459-ECE8-B975-7DC6-914929FE6B14}"/>
                </a:ext>
              </a:extLst>
            </p:cNvPr>
            <p:cNvSpPr/>
            <p:nvPr/>
          </p:nvSpPr>
          <p:spPr>
            <a:xfrm>
              <a:off x="7664979" y="1540895"/>
              <a:ext cx="1023766" cy="155178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B8D82E6B-BFA2-33E3-7E31-5FCEE32C3EBC}"/>
                </a:ext>
              </a:extLst>
            </p:cNvPr>
            <p:cNvSpPr/>
            <p:nvPr/>
          </p:nvSpPr>
          <p:spPr>
            <a:xfrm>
              <a:off x="8688745" y="1540895"/>
              <a:ext cx="1023766" cy="155178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BA6CE5BD-319B-A585-7BC5-D4B151AF4CED}"/>
                </a:ext>
              </a:extLst>
            </p:cNvPr>
            <p:cNvSpPr txBox="1"/>
            <p:nvPr/>
          </p:nvSpPr>
          <p:spPr>
            <a:xfrm>
              <a:off x="6704011" y="1540895"/>
              <a:ext cx="888422" cy="267088"/>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13" name="TextBox 12">
              <a:extLst>
                <a:ext uri="{FF2B5EF4-FFF2-40B4-BE49-F238E27FC236}">
                  <a16:creationId xmlns:a16="http://schemas.microsoft.com/office/drawing/2014/main" id="{033FDC22-4B66-4FEA-3C3A-6AC76819984A}"/>
                </a:ext>
              </a:extLst>
            </p:cNvPr>
            <p:cNvSpPr txBox="1"/>
            <p:nvPr/>
          </p:nvSpPr>
          <p:spPr>
            <a:xfrm>
              <a:off x="7515967" y="1541975"/>
              <a:ext cx="1338679" cy="466194"/>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14" name="TextBox 13">
              <a:extLst>
                <a:ext uri="{FF2B5EF4-FFF2-40B4-BE49-F238E27FC236}">
                  <a16:creationId xmlns:a16="http://schemas.microsoft.com/office/drawing/2014/main" id="{B893EB88-D471-A604-382E-5E1F3D0D6DFF}"/>
                </a:ext>
              </a:extLst>
            </p:cNvPr>
            <p:cNvSpPr txBox="1"/>
            <p:nvPr/>
          </p:nvSpPr>
          <p:spPr>
            <a:xfrm>
              <a:off x="8515005" y="1541254"/>
              <a:ext cx="1338679" cy="466194"/>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grpSp>
      <p:grpSp>
        <p:nvGrpSpPr>
          <p:cNvPr id="27" name="Group 26">
            <a:extLst>
              <a:ext uri="{FF2B5EF4-FFF2-40B4-BE49-F238E27FC236}">
                <a16:creationId xmlns:a16="http://schemas.microsoft.com/office/drawing/2014/main" id="{01BD85D4-91EE-505B-95A4-8BE0BD27F75D}"/>
              </a:ext>
            </a:extLst>
          </p:cNvPr>
          <p:cNvGrpSpPr/>
          <p:nvPr/>
        </p:nvGrpSpPr>
        <p:grpSpPr>
          <a:xfrm>
            <a:off x="7602953" y="3557567"/>
            <a:ext cx="3912356" cy="2576832"/>
            <a:chOff x="5880480" y="3618525"/>
            <a:chExt cx="3912356" cy="2576832"/>
          </a:xfrm>
        </p:grpSpPr>
        <p:pic>
          <p:nvPicPr>
            <p:cNvPr id="5" name="Picture 4">
              <a:extLst>
                <a:ext uri="{FF2B5EF4-FFF2-40B4-BE49-F238E27FC236}">
                  <a16:creationId xmlns:a16="http://schemas.microsoft.com/office/drawing/2014/main" id="{94DDEFE4-A9A7-B87D-174E-E509772C3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0480" y="3618525"/>
              <a:ext cx="3607565" cy="2576832"/>
            </a:xfrm>
            <a:prstGeom prst="rect">
              <a:avLst/>
            </a:prstGeom>
          </p:spPr>
        </p:pic>
        <p:sp>
          <p:nvSpPr>
            <p:cNvPr id="15" name="Rectangle 14">
              <a:extLst>
                <a:ext uri="{FF2B5EF4-FFF2-40B4-BE49-F238E27FC236}">
                  <a16:creationId xmlns:a16="http://schemas.microsoft.com/office/drawing/2014/main" id="{9C8EBDF9-9722-590F-56EC-B94A5811DFA2}"/>
                </a:ext>
              </a:extLst>
            </p:cNvPr>
            <p:cNvSpPr/>
            <p:nvPr/>
          </p:nvSpPr>
          <p:spPr>
            <a:xfrm>
              <a:off x="6643163" y="4071914"/>
              <a:ext cx="1023766" cy="155178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07E77339-7635-545F-2136-6CB1D20B38F0}"/>
                </a:ext>
              </a:extLst>
            </p:cNvPr>
            <p:cNvSpPr/>
            <p:nvPr/>
          </p:nvSpPr>
          <p:spPr>
            <a:xfrm>
              <a:off x="7671803" y="4071913"/>
              <a:ext cx="1023766" cy="155178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2C18D31A-4287-FC39-3EFB-6BE7F556ED33}"/>
                </a:ext>
              </a:extLst>
            </p:cNvPr>
            <p:cNvSpPr/>
            <p:nvPr/>
          </p:nvSpPr>
          <p:spPr>
            <a:xfrm>
              <a:off x="8695569" y="4071913"/>
              <a:ext cx="1023766" cy="155178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DA9A042F-A66C-0522-4CF7-B77D526E0947}"/>
                </a:ext>
              </a:extLst>
            </p:cNvPr>
            <p:cNvSpPr txBox="1"/>
            <p:nvPr/>
          </p:nvSpPr>
          <p:spPr>
            <a:xfrm>
              <a:off x="6643163" y="4116566"/>
              <a:ext cx="888422" cy="267088"/>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19" name="TextBox 18">
              <a:extLst>
                <a:ext uri="{FF2B5EF4-FFF2-40B4-BE49-F238E27FC236}">
                  <a16:creationId xmlns:a16="http://schemas.microsoft.com/office/drawing/2014/main" id="{C3266BD5-2D4C-186B-6A49-D6315524B188}"/>
                </a:ext>
              </a:extLst>
            </p:cNvPr>
            <p:cNvSpPr txBox="1"/>
            <p:nvPr/>
          </p:nvSpPr>
          <p:spPr>
            <a:xfrm>
              <a:off x="7455119" y="4117646"/>
              <a:ext cx="1338679" cy="466194"/>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20" name="TextBox 19">
              <a:extLst>
                <a:ext uri="{FF2B5EF4-FFF2-40B4-BE49-F238E27FC236}">
                  <a16:creationId xmlns:a16="http://schemas.microsoft.com/office/drawing/2014/main" id="{899090A6-9DA6-999D-D2E0-0A9523F08106}"/>
                </a:ext>
              </a:extLst>
            </p:cNvPr>
            <p:cNvSpPr txBox="1"/>
            <p:nvPr/>
          </p:nvSpPr>
          <p:spPr>
            <a:xfrm>
              <a:off x="8454157" y="4116925"/>
              <a:ext cx="1338679" cy="466194"/>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grpSp>
      <p:sp>
        <p:nvSpPr>
          <p:cNvPr id="21" name="TextBox 20">
            <a:extLst>
              <a:ext uri="{FF2B5EF4-FFF2-40B4-BE49-F238E27FC236}">
                <a16:creationId xmlns:a16="http://schemas.microsoft.com/office/drawing/2014/main" id="{53E5D1AD-5326-C66A-9028-DADA9BCD1432}"/>
              </a:ext>
            </a:extLst>
          </p:cNvPr>
          <p:cNvSpPr txBox="1"/>
          <p:nvPr/>
        </p:nvSpPr>
        <p:spPr>
          <a:xfrm>
            <a:off x="8294396" y="5843066"/>
            <a:ext cx="3221505" cy="267088"/>
          </a:xfrm>
          <a:prstGeom prst="rect">
            <a:avLst/>
          </a:prstGeom>
          <a:noFill/>
        </p:spPr>
        <p:txBody>
          <a:bodyPr wrap="none" rtlCol="0">
            <a:spAutoFit/>
          </a:bodyPr>
          <a:lstStyle/>
          <a:p>
            <a:r>
              <a:rPr lang="en-GB" sz="1100" dirty="0">
                <a:solidFill>
                  <a:schemeClr val="tx1">
                    <a:lumMod val="65000"/>
                    <a:lumOff val="35000"/>
                  </a:schemeClr>
                </a:solidFill>
                <a:latin typeface="Times New Roman" panose="02020603050405020304" pitchFamily="18" charset="0"/>
                <a:cs typeface="Times New Roman" panose="02020603050405020304" pitchFamily="18" charset="0"/>
              </a:rPr>
              <a:t>Pre-bronchodilator FEV1 change from baseline (mL)</a:t>
            </a:r>
          </a:p>
        </p:txBody>
      </p:sp>
      <p:sp>
        <p:nvSpPr>
          <p:cNvPr id="23" name="Title 1">
            <a:extLst>
              <a:ext uri="{FF2B5EF4-FFF2-40B4-BE49-F238E27FC236}">
                <a16:creationId xmlns:a16="http://schemas.microsoft.com/office/drawing/2014/main" id="{B912E1DA-059C-8490-CD1C-8FB01A789080}"/>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sp>
        <p:nvSpPr>
          <p:cNvPr id="24" name="TextBox 23">
            <a:extLst>
              <a:ext uri="{FF2B5EF4-FFF2-40B4-BE49-F238E27FC236}">
                <a16:creationId xmlns:a16="http://schemas.microsoft.com/office/drawing/2014/main" id="{E7477FB2-A118-840E-1AB6-C865A0A21B0C}"/>
              </a:ext>
            </a:extLst>
          </p:cNvPr>
          <p:cNvSpPr txBox="1"/>
          <p:nvPr/>
        </p:nvSpPr>
        <p:spPr>
          <a:xfrm>
            <a:off x="836086" y="1078674"/>
            <a:ext cx="2609974"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What about p-values?</a:t>
            </a:r>
          </a:p>
        </p:txBody>
      </p:sp>
      <p:sp>
        <p:nvSpPr>
          <p:cNvPr id="26" name="TextBox 25">
            <a:extLst>
              <a:ext uri="{FF2B5EF4-FFF2-40B4-BE49-F238E27FC236}">
                <a16:creationId xmlns:a16="http://schemas.microsoft.com/office/drawing/2014/main" id="{252D6A11-E481-F173-86C2-A4DAA094836E}"/>
              </a:ext>
            </a:extLst>
          </p:cNvPr>
          <p:cNvSpPr txBox="1"/>
          <p:nvPr/>
        </p:nvSpPr>
        <p:spPr>
          <a:xfrm>
            <a:off x="848764" y="1456346"/>
            <a:ext cx="6754189" cy="2062103"/>
          </a:xfrm>
          <a:prstGeom prst="rect">
            <a:avLst/>
          </a:prstGeom>
          <a:noFill/>
        </p:spPr>
        <p:txBody>
          <a:bodyPr wrap="square">
            <a:spAutoFit/>
          </a:bodyPr>
          <a:lstStyle/>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p-value</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is a measure of how surprising your study results would be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if the treatment truly had no effect.</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small p-value means the results would be unlikely to occur just by chance, and therefore provide evidence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against</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the “no effect” assumption.</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It does </a:t>
            </a:r>
            <a:r>
              <a:rPr lang="en-GB" sz="1600"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not</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tell you the size or importance of the effect, nor the probability that the treatment works.</a:t>
            </a:r>
          </a:p>
        </p:txBody>
      </p:sp>
      <p:sp>
        <p:nvSpPr>
          <p:cNvPr id="28" name="TextBox 27">
            <a:extLst>
              <a:ext uri="{FF2B5EF4-FFF2-40B4-BE49-F238E27FC236}">
                <a16:creationId xmlns:a16="http://schemas.microsoft.com/office/drawing/2014/main" id="{FC30BF7E-E655-414A-DBDE-EE0047ECF089}"/>
              </a:ext>
            </a:extLst>
          </p:cNvPr>
          <p:cNvSpPr txBox="1"/>
          <p:nvPr/>
        </p:nvSpPr>
        <p:spPr>
          <a:xfrm>
            <a:off x="848764" y="3604377"/>
            <a:ext cx="6691810" cy="1569660"/>
          </a:xfrm>
          <a:prstGeom prst="rect">
            <a:avLst/>
          </a:prstGeom>
          <a:noFill/>
          <a:ln w="6350">
            <a:solidFill>
              <a:schemeClr val="tx1">
                <a:lumMod val="65000"/>
                <a:lumOff val="35000"/>
              </a:schemeClr>
            </a:solidFill>
          </a:ln>
        </p:spPr>
        <p:txBody>
          <a:bodyPr wrap="square">
            <a:spAutoFit/>
          </a:bodyPr>
          <a:lstStyle/>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p-values should be treated with caution, as they encourage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dichotomous thinking</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(“the drug works” vs. the “drug doesn’t work”). They should always be interpreted in conjunction with the CI.</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In the upper example, the CI includes values that may be too small to be clinically meaningful, although the results are “statistically significant”.</a:t>
            </a:r>
          </a:p>
        </p:txBody>
      </p:sp>
      <p:sp>
        <p:nvSpPr>
          <p:cNvPr id="29" name="TextBox 28">
            <a:extLst>
              <a:ext uri="{FF2B5EF4-FFF2-40B4-BE49-F238E27FC236}">
                <a16:creationId xmlns:a16="http://schemas.microsoft.com/office/drawing/2014/main" id="{05FE4982-0E70-4BAA-FB02-54913325F578}"/>
              </a:ext>
            </a:extLst>
          </p:cNvPr>
          <p:cNvSpPr txBox="1"/>
          <p:nvPr/>
        </p:nvSpPr>
        <p:spPr>
          <a:xfrm>
            <a:off x="8515817" y="2476300"/>
            <a:ext cx="731132" cy="276999"/>
          </a:xfrm>
          <a:prstGeom prst="rect">
            <a:avLst/>
          </a:prstGeom>
          <a:noFill/>
        </p:spPr>
        <p:txBody>
          <a:bodyPr wrap="square">
            <a:spAutoFit/>
          </a:bodyPr>
          <a:lstStyle/>
          <a:p>
            <a:r>
              <a:rPr lang="en-GB" sz="12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 &lt; 0.05</a:t>
            </a:r>
          </a:p>
        </p:txBody>
      </p:sp>
      <p:sp>
        <p:nvSpPr>
          <p:cNvPr id="30" name="TextBox 29">
            <a:extLst>
              <a:ext uri="{FF2B5EF4-FFF2-40B4-BE49-F238E27FC236}">
                <a16:creationId xmlns:a16="http://schemas.microsoft.com/office/drawing/2014/main" id="{25BA6439-3B3C-2B5C-5EB9-32F8A820322F}"/>
              </a:ext>
            </a:extLst>
          </p:cNvPr>
          <p:cNvSpPr txBox="1"/>
          <p:nvPr/>
        </p:nvSpPr>
        <p:spPr>
          <a:xfrm>
            <a:off x="8564915" y="4904311"/>
            <a:ext cx="731132" cy="276999"/>
          </a:xfrm>
          <a:prstGeom prst="rect">
            <a:avLst/>
          </a:prstGeom>
          <a:noFill/>
        </p:spPr>
        <p:txBody>
          <a:bodyPr wrap="square">
            <a:spAutoFit/>
          </a:bodyPr>
          <a:lstStyle/>
          <a:p>
            <a:r>
              <a:rPr lang="en-GB" sz="12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 &gt; 0.05</a:t>
            </a:r>
          </a:p>
        </p:txBody>
      </p:sp>
    </p:spTree>
    <p:extLst>
      <p:ext uri="{BB962C8B-B14F-4D97-AF65-F5344CB8AC3E}">
        <p14:creationId xmlns:p14="http://schemas.microsoft.com/office/powerpoint/2010/main" val="2021699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B1C1C-B161-785E-B06F-7A9563211D4E}"/>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DBB7F96F-82F7-9D45-167D-6DEBA1F66A35}"/>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itle 1">
            <a:extLst>
              <a:ext uri="{FF2B5EF4-FFF2-40B4-BE49-F238E27FC236}">
                <a16:creationId xmlns:a16="http://schemas.microsoft.com/office/drawing/2014/main" id="{1FD7D2F2-E0F9-E7BE-4D9B-5B61F0FA723D}"/>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grpSp>
        <p:nvGrpSpPr>
          <p:cNvPr id="7" name="Group 6">
            <a:extLst>
              <a:ext uri="{FF2B5EF4-FFF2-40B4-BE49-F238E27FC236}">
                <a16:creationId xmlns:a16="http://schemas.microsoft.com/office/drawing/2014/main" id="{BF70F938-BCF8-8645-7259-6DDF64435DCE}"/>
              </a:ext>
            </a:extLst>
          </p:cNvPr>
          <p:cNvGrpSpPr/>
          <p:nvPr/>
        </p:nvGrpSpPr>
        <p:grpSpPr>
          <a:xfrm>
            <a:off x="9460006" y="4334886"/>
            <a:ext cx="1064711" cy="1885665"/>
            <a:chOff x="9460006" y="4334886"/>
            <a:chExt cx="1064711" cy="1885665"/>
          </a:xfrm>
        </p:grpSpPr>
        <p:pic>
          <p:nvPicPr>
            <p:cNvPr id="61" name="Picture 60" descr="A person sitting in a chair&#10;&#10;AI-generated content may be incorrect.">
              <a:extLst>
                <a:ext uri="{FF2B5EF4-FFF2-40B4-BE49-F238E27FC236}">
                  <a16:creationId xmlns:a16="http://schemas.microsoft.com/office/drawing/2014/main" id="{C87B1398-AC2C-82D1-883E-44F1C474B1A1}"/>
                </a:ext>
              </a:extLst>
            </p:cNvPr>
            <p:cNvPicPr>
              <a:picLocks noChangeAspect="1"/>
            </p:cNvPicPr>
            <p:nvPr/>
          </p:nvPicPr>
          <p:blipFill>
            <a:blip r:embed="rId2"/>
            <a:stretch>
              <a:fillRect/>
            </a:stretch>
          </p:blipFill>
          <p:spPr>
            <a:xfrm>
              <a:off x="9460006" y="4334886"/>
              <a:ext cx="1064711" cy="1631749"/>
            </a:xfrm>
            <a:prstGeom prst="rect">
              <a:avLst/>
            </a:prstGeom>
          </p:spPr>
        </p:pic>
        <p:sp>
          <p:nvSpPr>
            <p:cNvPr id="62" name="TextBox 61">
              <a:extLst>
                <a:ext uri="{FF2B5EF4-FFF2-40B4-BE49-F238E27FC236}">
                  <a16:creationId xmlns:a16="http://schemas.microsoft.com/office/drawing/2014/main" id="{B9A8152B-8A30-2122-7928-1FE8F61F270E}"/>
                </a:ext>
              </a:extLst>
            </p:cNvPr>
            <p:cNvSpPr txBox="1"/>
            <p:nvPr/>
          </p:nvSpPr>
          <p:spPr>
            <a:xfrm>
              <a:off x="9596870" y="5966635"/>
              <a:ext cx="927847"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Muriel Bristol</a:t>
              </a:r>
            </a:p>
          </p:txBody>
        </p:sp>
      </p:grpSp>
      <p:grpSp>
        <p:nvGrpSpPr>
          <p:cNvPr id="8" name="Group 7">
            <a:extLst>
              <a:ext uri="{FF2B5EF4-FFF2-40B4-BE49-F238E27FC236}">
                <a16:creationId xmlns:a16="http://schemas.microsoft.com/office/drawing/2014/main" id="{8C8815B6-A8E5-BD6D-D9DE-5801B77AD1D7}"/>
              </a:ext>
            </a:extLst>
          </p:cNvPr>
          <p:cNvGrpSpPr/>
          <p:nvPr/>
        </p:nvGrpSpPr>
        <p:grpSpPr>
          <a:xfrm>
            <a:off x="9460006" y="1173171"/>
            <a:ext cx="1217364" cy="2039719"/>
            <a:chOff x="9460006" y="1173171"/>
            <a:chExt cx="1217364" cy="2039719"/>
          </a:xfrm>
        </p:grpSpPr>
        <p:pic>
          <p:nvPicPr>
            <p:cNvPr id="5" name="Picture 4" descr="A person wearing glasses and a suit&#10;&#10;AI-generated content may be incorrect.">
              <a:extLst>
                <a:ext uri="{FF2B5EF4-FFF2-40B4-BE49-F238E27FC236}">
                  <a16:creationId xmlns:a16="http://schemas.microsoft.com/office/drawing/2014/main" id="{DCFBEE5E-DAC8-DE5F-862F-283488E813A7}"/>
                </a:ext>
              </a:extLst>
            </p:cNvPr>
            <p:cNvPicPr>
              <a:picLocks noChangeAspect="1"/>
            </p:cNvPicPr>
            <p:nvPr/>
          </p:nvPicPr>
          <p:blipFill>
            <a:blip r:embed="rId3"/>
            <a:stretch>
              <a:fillRect/>
            </a:stretch>
          </p:blipFill>
          <p:spPr>
            <a:xfrm>
              <a:off x="9460006" y="1173171"/>
              <a:ext cx="1217364" cy="1815799"/>
            </a:xfrm>
            <a:prstGeom prst="rect">
              <a:avLst/>
            </a:prstGeom>
          </p:spPr>
        </p:pic>
        <p:sp>
          <p:nvSpPr>
            <p:cNvPr id="6" name="TextBox 5">
              <a:extLst>
                <a:ext uri="{FF2B5EF4-FFF2-40B4-BE49-F238E27FC236}">
                  <a16:creationId xmlns:a16="http://schemas.microsoft.com/office/drawing/2014/main" id="{7A23B5F2-4972-7D50-43BE-AD415E7F73F6}"/>
                </a:ext>
              </a:extLst>
            </p:cNvPr>
            <p:cNvSpPr txBox="1"/>
            <p:nvPr/>
          </p:nvSpPr>
          <p:spPr>
            <a:xfrm>
              <a:off x="9612659" y="2958974"/>
              <a:ext cx="981030"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Ronald Fisher</a:t>
              </a:r>
            </a:p>
          </p:txBody>
        </p:sp>
      </p:grpSp>
      <p:sp>
        <p:nvSpPr>
          <p:cNvPr id="2" name="TextBox 1">
            <a:extLst>
              <a:ext uri="{FF2B5EF4-FFF2-40B4-BE49-F238E27FC236}">
                <a16:creationId xmlns:a16="http://schemas.microsoft.com/office/drawing/2014/main" id="{0A94DF8B-DA9A-9241-42A5-4C827764F16B}"/>
              </a:ext>
            </a:extLst>
          </p:cNvPr>
          <p:cNvSpPr txBox="1"/>
          <p:nvPr/>
        </p:nvSpPr>
        <p:spPr>
          <a:xfrm>
            <a:off x="889930" y="1085384"/>
            <a:ext cx="8357316" cy="2215991"/>
          </a:xfrm>
          <a:prstGeom prst="rect">
            <a:avLst/>
          </a:prstGeom>
          <a:noFill/>
          <a:ln w="3175">
            <a:noFill/>
          </a:ln>
        </p:spPr>
        <p:txBody>
          <a:bodyPr wrap="square" rtlCol="0">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In the early 1920s, Ronald Fisher was working on experimental design at an agricultural research station. One afternoon Fisher fixed a cup of tea for colleague Muriel Bristol, pouring some milk into a cup and adding tea to it.</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“I won’t drink that”, she declared explaining that she never drank tea unless the milk went in second. </a:t>
            </a:r>
          </a:p>
          <a:p>
            <a:r>
              <a:rPr lang="en-GB" sz="1400" dirty="0">
                <a:latin typeface="Calibri" panose="020F0502020204030204" pitchFamily="34" charset="0"/>
                <a:ea typeface="Calibri" panose="020F0502020204030204" pitchFamily="34" charset="0"/>
                <a:cs typeface="Calibri" panose="020F0502020204030204" pitchFamily="34" charset="0"/>
              </a:rPr>
              <a:t>Fisher was sceptical. “Let’s run a test,” he said. “We’ll make some tea each way and see if you can taste which cup is which.”</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Fisher made eight cups of tea, four tea-first  and four milk-first, presenting them in random order and letting her guess which were the four “Tea-first” cups.</a:t>
            </a:r>
          </a:p>
          <a:p>
            <a:endParaRPr lang="en-GB" sz="12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B864C9E6-1A36-F54A-CAF8-4BFD43CE86CC}"/>
              </a:ext>
            </a:extLst>
          </p:cNvPr>
          <p:cNvGrpSpPr/>
          <p:nvPr/>
        </p:nvGrpSpPr>
        <p:grpSpPr>
          <a:xfrm>
            <a:off x="3175292" y="3475231"/>
            <a:ext cx="5158710" cy="741681"/>
            <a:chOff x="3916673" y="793314"/>
            <a:chExt cx="5545097" cy="834448"/>
          </a:xfrm>
        </p:grpSpPr>
        <p:pic>
          <p:nvPicPr>
            <p:cNvPr id="9" name="Picture 8" descr="A cup of coffee being poured into a cup&#10;&#10;AI-generated content may be incorrect.">
              <a:extLst>
                <a:ext uri="{FF2B5EF4-FFF2-40B4-BE49-F238E27FC236}">
                  <a16:creationId xmlns:a16="http://schemas.microsoft.com/office/drawing/2014/main" id="{59B737F5-A6FE-9E1B-D482-9624DA9FBFAD}"/>
                </a:ext>
              </a:extLst>
            </p:cNvPr>
            <p:cNvPicPr>
              <a:picLocks noChangeAspect="1"/>
            </p:cNvPicPr>
            <p:nvPr/>
          </p:nvPicPr>
          <p:blipFill>
            <a:blip r:embed="rId4"/>
            <a:stretch>
              <a:fillRect/>
            </a:stretch>
          </p:blipFill>
          <p:spPr>
            <a:xfrm>
              <a:off x="3916673" y="793316"/>
              <a:ext cx="610252" cy="834446"/>
            </a:xfrm>
            <a:prstGeom prst="rect">
              <a:avLst/>
            </a:prstGeom>
          </p:spPr>
        </p:pic>
        <p:pic>
          <p:nvPicPr>
            <p:cNvPr id="10" name="Picture 9" descr="A cup of coffee with a pitcher pouring milk into it&#10;&#10;AI-generated content may be incorrect.">
              <a:extLst>
                <a:ext uri="{FF2B5EF4-FFF2-40B4-BE49-F238E27FC236}">
                  <a16:creationId xmlns:a16="http://schemas.microsoft.com/office/drawing/2014/main" id="{FE1B3A18-7E8F-E6F7-6EDD-B8F4D4416263}"/>
                </a:ext>
              </a:extLst>
            </p:cNvPr>
            <p:cNvPicPr>
              <a:picLocks noChangeAspect="1"/>
            </p:cNvPicPr>
            <p:nvPr/>
          </p:nvPicPr>
          <p:blipFill>
            <a:blip r:embed="rId5"/>
            <a:stretch>
              <a:fillRect/>
            </a:stretch>
          </p:blipFill>
          <p:spPr>
            <a:xfrm>
              <a:off x="4615164" y="793316"/>
              <a:ext cx="624783" cy="834446"/>
            </a:xfrm>
            <a:prstGeom prst="rect">
              <a:avLst/>
            </a:prstGeom>
          </p:spPr>
        </p:pic>
        <p:pic>
          <p:nvPicPr>
            <p:cNvPr id="11" name="Picture 10" descr="A cup of coffee with a pitcher pouring milk into it&#10;&#10;AI-generated content may be incorrect.">
              <a:extLst>
                <a:ext uri="{FF2B5EF4-FFF2-40B4-BE49-F238E27FC236}">
                  <a16:creationId xmlns:a16="http://schemas.microsoft.com/office/drawing/2014/main" id="{ED8E1FF5-0ECA-FDE6-C811-A163852C58F4}"/>
                </a:ext>
              </a:extLst>
            </p:cNvPr>
            <p:cNvPicPr>
              <a:picLocks noChangeAspect="1"/>
            </p:cNvPicPr>
            <p:nvPr/>
          </p:nvPicPr>
          <p:blipFill>
            <a:blip r:embed="rId5"/>
            <a:stretch>
              <a:fillRect/>
            </a:stretch>
          </p:blipFill>
          <p:spPr>
            <a:xfrm>
              <a:off x="5329092" y="793316"/>
              <a:ext cx="624783" cy="834446"/>
            </a:xfrm>
            <a:prstGeom prst="rect">
              <a:avLst/>
            </a:prstGeom>
          </p:spPr>
        </p:pic>
        <p:pic>
          <p:nvPicPr>
            <p:cNvPr id="12" name="Picture 11" descr="A cup of coffee being poured into a cup&#10;&#10;AI-generated content may be incorrect.">
              <a:extLst>
                <a:ext uri="{FF2B5EF4-FFF2-40B4-BE49-F238E27FC236}">
                  <a16:creationId xmlns:a16="http://schemas.microsoft.com/office/drawing/2014/main" id="{51682D38-1AEA-84A5-2F8D-B7623822A642}"/>
                </a:ext>
              </a:extLst>
            </p:cNvPr>
            <p:cNvPicPr>
              <a:picLocks noChangeAspect="1"/>
            </p:cNvPicPr>
            <p:nvPr/>
          </p:nvPicPr>
          <p:blipFill>
            <a:blip r:embed="rId4"/>
            <a:stretch>
              <a:fillRect/>
            </a:stretch>
          </p:blipFill>
          <p:spPr>
            <a:xfrm>
              <a:off x="6043021" y="793315"/>
              <a:ext cx="610252" cy="834446"/>
            </a:xfrm>
            <a:prstGeom prst="rect">
              <a:avLst/>
            </a:prstGeom>
          </p:spPr>
        </p:pic>
        <p:pic>
          <p:nvPicPr>
            <p:cNvPr id="13" name="Picture 12" descr="A cup of coffee being poured into a cup&#10;&#10;AI-generated content may be incorrect.">
              <a:extLst>
                <a:ext uri="{FF2B5EF4-FFF2-40B4-BE49-F238E27FC236}">
                  <a16:creationId xmlns:a16="http://schemas.microsoft.com/office/drawing/2014/main" id="{B19D1589-5517-61A7-882F-54F99B61A987}"/>
                </a:ext>
              </a:extLst>
            </p:cNvPr>
            <p:cNvPicPr>
              <a:picLocks noChangeAspect="1"/>
            </p:cNvPicPr>
            <p:nvPr/>
          </p:nvPicPr>
          <p:blipFill>
            <a:blip r:embed="rId4"/>
            <a:stretch>
              <a:fillRect/>
            </a:stretch>
          </p:blipFill>
          <p:spPr>
            <a:xfrm>
              <a:off x="6741513" y="793315"/>
              <a:ext cx="610252" cy="834446"/>
            </a:xfrm>
            <a:prstGeom prst="rect">
              <a:avLst/>
            </a:prstGeom>
          </p:spPr>
        </p:pic>
        <p:pic>
          <p:nvPicPr>
            <p:cNvPr id="14" name="Picture 13" descr="A cup of coffee with a pitcher pouring milk into it&#10;&#10;AI-generated content may be incorrect.">
              <a:extLst>
                <a:ext uri="{FF2B5EF4-FFF2-40B4-BE49-F238E27FC236}">
                  <a16:creationId xmlns:a16="http://schemas.microsoft.com/office/drawing/2014/main" id="{FC6CAD5A-AE98-AA47-4867-AED0430E909A}"/>
                </a:ext>
              </a:extLst>
            </p:cNvPr>
            <p:cNvPicPr>
              <a:picLocks noChangeAspect="1"/>
            </p:cNvPicPr>
            <p:nvPr/>
          </p:nvPicPr>
          <p:blipFill>
            <a:blip r:embed="rId5"/>
            <a:stretch>
              <a:fillRect/>
            </a:stretch>
          </p:blipFill>
          <p:spPr>
            <a:xfrm>
              <a:off x="7440003" y="793315"/>
              <a:ext cx="624783" cy="834446"/>
            </a:xfrm>
            <a:prstGeom prst="rect">
              <a:avLst/>
            </a:prstGeom>
          </p:spPr>
        </p:pic>
        <p:pic>
          <p:nvPicPr>
            <p:cNvPr id="15" name="Picture 14" descr="A cup of coffee being poured into a cup&#10;&#10;AI-generated content may be incorrect.">
              <a:extLst>
                <a:ext uri="{FF2B5EF4-FFF2-40B4-BE49-F238E27FC236}">
                  <a16:creationId xmlns:a16="http://schemas.microsoft.com/office/drawing/2014/main" id="{B5C352A5-C854-087A-FFD9-338AEDB1D616}"/>
                </a:ext>
              </a:extLst>
            </p:cNvPr>
            <p:cNvPicPr>
              <a:picLocks noChangeAspect="1"/>
            </p:cNvPicPr>
            <p:nvPr/>
          </p:nvPicPr>
          <p:blipFill>
            <a:blip r:embed="rId4"/>
            <a:stretch>
              <a:fillRect/>
            </a:stretch>
          </p:blipFill>
          <p:spPr>
            <a:xfrm>
              <a:off x="8138496" y="793314"/>
              <a:ext cx="610252" cy="834446"/>
            </a:xfrm>
            <a:prstGeom prst="rect">
              <a:avLst/>
            </a:prstGeom>
          </p:spPr>
        </p:pic>
        <p:pic>
          <p:nvPicPr>
            <p:cNvPr id="16" name="Picture 15" descr="A cup of coffee with a pitcher pouring milk into it&#10;&#10;AI-generated content may be incorrect.">
              <a:extLst>
                <a:ext uri="{FF2B5EF4-FFF2-40B4-BE49-F238E27FC236}">
                  <a16:creationId xmlns:a16="http://schemas.microsoft.com/office/drawing/2014/main" id="{EB43C652-04FD-196E-7266-6A4C961E500C}"/>
                </a:ext>
              </a:extLst>
            </p:cNvPr>
            <p:cNvPicPr>
              <a:picLocks noChangeAspect="1"/>
            </p:cNvPicPr>
            <p:nvPr/>
          </p:nvPicPr>
          <p:blipFill>
            <a:blip r:embed="rId5"/>
            <a:stretch>
              <a:fillRect/>
            </a:stretch>
          </p:blipFill>
          <p:spPr>
            <a:xfrm>
              <a:off x="8836987" y="793314"/>
              <a:ext cx="624783" cy="834446"/>
            </a:xfrm>
            <a:prstGeom prst="rect">
              <a:avLst/>
            </a:prstGeom>
          </p:spPr>
        </p:pic>
      </p:grpSp>
      <p:graphicFrame>
        <p:nvGraphicFramePr>
          <p:cNvPr id="17" name="Table 16">
            <a:extLst>
              <a:ext uri="{FF2B5EF4-FFF2-40B4-BE49-F238E27FC236}">
                <a16:creationId xmlns:a16="http://schemas.microsoft.com/office/drawing/2014/main" id="{99C1B3F7-FDA8-8991-F43E-93AE0D9E344F}"/>
              </a:ext>
            </a:extLst>
          </p:cNvPr>
          <p:cNvGraphicFramePr>
            <a:graphicFrameLocks noGrp="1"/>
          </p:cNvGraphicFramePr>
          <p:nvPr>
            <p:extLst>
              <p:ext uri="{D42A27DB-BD31-4B8C-83A1-F6EECF244321}">
                <p14:modId xmlns:p14="http://schemas.microsoft.com/office/powerpoint/2010/main" val="3085293354"/>
              </p:ext>
            </p:extLst>
          </p:nvPr>
        </p:nvGraphicFramePr>
        <p:xfrm>
          <a:off x="3175290" y="4334886"/>
          <a:ext cx="5158712" cy="741680"/>
        </p:xfrm>
        <a:graphic>
          <a:graphicData uri="http://schemas.openxmlformats.org/drawingml/2006/table">
            <a:tbl>
              <a:tblPr>
                <a:solidFill>
                  <a:srgbClr val="FCF7E4"/>
                </a:solidFill>
                <a:tableStyleId>{5C22544A-7EE6-4342-B048-85BDC9FD1C3A}</a:tableStyleId>
              </a:tblPr>
              <a:tblGrid>
                <a:gridCol w="644839">
                  <a:extLst>
                    <a:ext uri="{9D8B030D-6E8A-4147-A177-3AD203B41FA5}">
                      <a16:colId xmlns:a16="http://schemas.microsoft.com/office/drawing/2014/main" val="4007301652"/>
                    </a:ext>
                  </a:extLst>
                </a:gridCol>
                <a:gridCol w="644839">
                  <a:extLst>
                    <a:ext uri="{9D8B030D-6E8A-4147-A177-3AD203B41FA5}">
                      <a16:colId xmlns:a16="http://schemas.microsoft.com/office/drawing/2014/main" val="3416368955"/>
                    </a:ext>
                  </a:extLst>
                </a:gridCol>
                <a:gridCol w="644839">
                  <a:extLst>
                    <a:ext uri="{9D8B030D-6E8A-4147-A177-3AD203B41FA5}">
                      <a16:colId xmlns:a16="http://schemas.microsoft.com/office/drawing/2014/main" val="1603540573"/>
                    </a:ext>
                  </a:extLst>
                </a:gridCol>
                <a:gridCol w="644839">
                  <a:extLst>
                    <a:ext uri="{9D8B030D-6E8A-4147-A177-3AD203B41FA5}">
                      <a16:colId xmlns:a16="http://schemas.microsoft.com/office/drawing/2014/main" val="2438716480"/>
                    </a:ext>
                  </a:extLst>
                </a:gridCol>
                <a:gridCol w="644839">
                  <a:extLst>
                    <a:ext uri="{9D8B030D-6E8A-4147-A177-3AD203B41FA5}">
                      <a16:colId xmlns:a16="http://schemas.microsoft.com/office/drawing/2014/main" val="1994857358"/>
                    </a:ext>
                  </a:extLst>
                </a:gridCol>
                <a:gridCol w="644839">
                  <a:extLst>
                    <a:ext uri="{9D8B030D-6E8A-4147-A177-3AD203B41FA5}">
                      <a16:colId xmlns:a16="http://schemas.microsoft.com/office/drawing/2014/main" val="3048875490"/>
                    </a:ext>
                  </a:extLst>
                </a:gridCol>
                <a:gridCol w="644839">
                  <a:extLst>
                    <a:ext uri="{9D8B030D-6E8A-4147-A177-3AD203B41FA5}">
                      <a16:colId xmlns:a16="http://schemas.microsoft.com/office/drawing/2014/main" val="724583136"/>
                    </a:ext>
                  </a:extLst>
                </a:gridCol>
                <a:gridCol w="644839">
                  <a:extLst>
                    <a:ext uri="{9D8B030D-6E8A-4147-A177-3AD203B41FA5}">
                      <a16:colId xmlns:a16="http://schemas.microsoft.com/office/drawing/2014/main" val="1427120671"/>
                    </a:ext>
                  </a:extLst>
                </a:gridCol>
              </a:tblGrid>
              <a:tr h="370840">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graphicFrame>
        <p:nvGraphicFramePr>
          <p:cNvPr id="18" name="Table 17">
            <a:extLst>
              <a:ext uri="{FF2B5EF4-FFF2-40B4-BE49-F238E27FC236}">
                <a16:creationId xmlns:a16="http://schemas.microsoft.com/office/drawing/2014/main" id="{569BDD22-686F-6932-BBDF-E72073773958}"/>
              </a:ext>
            </a:extLst>
          </p:cNvPr>
          <p:cNvGraphicFramePr>
            <a:graphicFrameLocks noGrp="1"/>
          </p:cNvGraphicFramePr>
          <p:nvPr>
            <p:extLst>
              <p:ext uri="{D42A27DB-BD31-4B8C-83A1-F6EECF244321}">
                <p14:modId xmlns:p14="http://schemas.microsoft.com/office/powerpoint/2010/main" val="400580470"/>
              </p:ext>
            </p:extLst>
          </p:nvPr>
        </p:nvGraphicFramePr>
        <p:xfrm>
          <a:off x="2015935" y="4334886"/>
          <a:ext cx="1153300" cy="741680"/>
        </p:xfrm>
        <a:graphic>
          <a:graphicData uri="http://schemas.openxmlformats.org/drawingml/2006/table">
            <a:tbl>
              <a:tblPr>
                <a:solidFill>
                  <a:srgbClr val="FCF7E4"/>
                </a:solidFill>
                <a:tableStyleId>{5C22544A-7EE6-4342-B048-85BDC9FD1C3A}</a:tableStyleId>
              </a:tblPr>
              <a:tblGrid>
                <a:gridCol w="1153300">
                  <a:extLst>
                    <a:ext uri="{9D8B030D-6E8A-4147-A177-3AD203B41FA5}">
                      <a16:colId xmlns:a16="http://schemas.microsoft.com/office/drawing/2014/main" val="4007301652"/>
                    </a:ext>
                  </a:extLst>
                </a:gridCol>
              </a:tblGrid>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Actual Drink</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Muriel’s Guess</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spTree>
    <p:extLst>
      <p:ext uri="{BB962C8B-B14F-4D97-AF65-F5344CB8AC3E}">
        <p14:creationId xmlns:p14="http://schemas.microsoft.com/office/powerpoint/2010/main" val="3936428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C6DDE-814B-234A-BBEA-7F2AA4E3A5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7AA27A-F882-C9C3-B5A2-3424F842FF45}"/>
              </a:ext>
            </a:extLst>
          </p:cNvPr>
          <p:cNvSpPr txBox="1"/>
          <p:nvPr/>
        </p:nvSpPr>
        <p:spPr>
          <a:xfrm>
            <a:off x="2894118" y="5366169"/>
            <a:ext cx="4776546" cy="307777"/>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To everybody’s surprise, Bristol got all guesses correct!</a:t>
            </a:r>
          </a:p>
        </p:txBody>
      </p:sp>
      <p:sp>
        <p:nvSpPr>
          <p:cNvPr id="47" name="Rectangle 46">
            <a:extLst>
              <a:ext uri="{FF2B5EF4-FFF2-40B4-BE49-F238E27FC236}">
                <a16:creationId xmlns:a16="http://schemas.microsoft.com/office/drawing/2014/main" id="{75031D7D-D70B-0914-B114-2794D74C884E}"/>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itle 1">
            <a:extLst>
              <a:ext uri="{FF2B5EF4-FFF2-40B4-BE49-F238E27FC236}">
                <a16:creationId xmlns:a16="http://schemas.microsoft.com/office/drawing/2014/main" id="{E965162D-FB85-2975-C821-59CC42F94520}"/>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grpSp>
        <p:nvGrpSpPr>
          <p:cNvPr id="7" name="Group 6">
            <a:extLst>
              <a:ext uri="{FF2B5EF4-FFF2-40B4-BE49-F238E27FC236}">
                <a16:creationId xmlns:a16="http://schemas.microsoft.com/office/drawing/2014/main" id="{3241DC8B-516C-0D73-A486-FCB6D9556DA6}"/>
              </a:ext>
            </a:extLst>
          </p:cNvPr>
          <p:cNvGrpSpPr/>
          <p:nvPr/>
        </p:nvGrpSpPr>
        <p:grpSpPr>
          <a:xfrm>
            <a:off x="9460006" y="4334886"/>
            <a:ext cx="1064711" cy="1885665"/>
            <a:chOff x="9460006" y="4334886"/>
            <a:chExt cx="1064711" cy="1885665"/>
          </a:xfrm>
        </p:grpSpPr>
        <p:pic>
          <p:nvPicPr>
            <p:cNvPr id="61" name="Picture 60" descr="A person sitting in a chair&#10;&#10;AI-generated content may be incorrect.">
              <a:extLst>
                <a:ext uri="{FF2B5EF4-FFF2-40B4-BE49-F238E27FC236}">
                  <a16:creationId xmlns:a16="http://schemas.microsoft.com/office/drawing/2014/main" id="{2B08271F-7570-2432-B557-E75B1C5CD8F6}"/>
                </a:ext>
              </a:extLst>
            </p:cNvPr>
            <p:cNvPicPr>
              <a:picLocks noChangeAspect="1"/>
            </p:cNvPicPr>
            <p:nvPr/>
          </p:nvPicPr>
          <p:blipFill>
            <a:blip r:embed="rId2"/>
            <a:stretch>
              <a:fillRect/>
            </a:stretch>
          </p:blipFill>
          <p:spPr>
            <a:xfrm>
              <a:off x="9460006" y="4334886"/>
              <a:ext cx="1064711" cy="1631749"/>
            </a:xfrm>
            <a:prstGeom prst="rect">
              <a:avLst/>
            </a:prstGeom>
          </p:spPr>
        </p:pic>
        <p:sp>
          <p:nvSpPr>
            <p:cNvPr id="62" name="TextBox 61">
              <a:extLst>
                <a:ext uri="{FF2B5EF4-FFF2-40B4-BE49-F238E27FC236}">
                  <a16:creationId xmlns:a16="http://schemas.microsoft.com/office/drawing/2014/main" id="{E3A3FD21-8FD2-506E-23DD-72BE74225527}"/>
                </a:ext>
              </a:extLst>
            </p:cNvPr>
            <p:cNvSpPr txBox="1"/>
            <p:nvPr/>
          </p:nvSpPr>
          <p:spPr>
            <a:xfrm>
              <a:off x="9596870" y="5966635"/>
              <a:ext cx="927847"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Muriel Bristol</a:t>
              </a:r>
            </a:p>
          </p:txBody>
        </p:sp>
      </p:grpSp>
      <p:grpSp>
        <p:nvGrpSpPr>
          <p:cNvPr id="8" name="Group 7">
            <a:extLst>
              <a:ext uri="{FF2B5EF4-FFF2-40B4-BE49-F238E27FC236}">
                <a16:creationId xmlns:a16="http://schemas.microsoft.com/office/drawing/2014/main" id="{8D8EB831-2284-43CE-5D00-25508464D886}"/>
              </a:ext>
            </a:extLst>
          </p:cNvPr>
          <p:cNvGrpSpPr/>
          <p:nvPr/>
        </p:nvGrpSpPr>
        <p:grpSpPr>
          <a:xfrm>
            <a:off x="9460006" y="1173171"/>
            <a:ext cx="1217364" cy="2039719"/>
            <a:chOff x="9460006" y="1173171"/>
            <a:chExt cx="1217364" cy="2039719"/>
          </a:xfrm>
        </p:grpSpPr>
        <p:pic>
          <p:nvPicPr>
            <p:cNvPr id="5" name="Picture 4" descr="A person wearing glasses and a suit&#10;&#10;AI-generated content may be incorrect.">
              <a:extLst>
                <a:ext uri="{FF2B5EF4-FFF2-40B4-BE49-F238E27FC236}">
                  <a16:creationId xmlns:a16="http://schemas.microsoft.com/office/drawing/2014/main" id="{A9B12734-F864-A54C-B512-FCB82AB263A0}"/>
                </a:ext>
              </a:extLst>
            </p:cNvPr>
            <p:cNvPicPr>
              <a:picLocks noChangeAspect="1"/>
            </p:cNvPicPr>
            <p:nvPr/>
          </p:nvPicPr>
          <p:blipFill>
            <a:blip r:embed="rId3"/>
            <a:stretch>
              <a:fillRect/>
            </a:stretch>
          </p:blipFill>
          <p:spPr>
            <a:xfrm>
              <a:off x="9460006" y="1173171"/>
              <a:ext cx="1217364" cy="1815799"/>
            </a:xfrm>
            <a:prstGeom prst="rect">
              <a:avLst/>
            </a:prstGeom>
          </p:spPr>
        </p:pic>
        <p:sp>
          <p:nvSpPr>
            <p:cNvPr id="6" name="TextBox 5">
              <a:extLst>
                <a:ext uri="{FF2B5EF4-FFF2-40B4-BE49-F238E27FC236}">
                  <a16:creationId xmlns:a16="http://schemas.microsoft.com/office/drawing/2014/main" id="{BE65A5B1-C359-E25E-03C5-0EC2422FC4A4}"/>
                </a:ext>
              </a:extLst>
            </p:cNvPr>
            <p:cNvSpPr txBox="1"/>
            <p:nvPr/>
          </p:nvSpPr>
          <p:spPr>
            <a:xfrm>
              <a:off x="9612659" y="2958974"/>
              <a:ext cx="981030"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Ronald Fisher</a:t>
              </a:r>
            </a:p>
          </p:txBody>
        </p:sp>
      </p:grpSp>
      <p:sp>
        <p:nvSpPr>
          <p:cNvPr id="2" name="TextBox 1">
            <a:extLst>
              <a:ext uri="{FF2B5EF4-FFF2-40B4-BE49-F238E27FC236}">
                <a16:creationId xmlns:a16="http://schemas.microsoft.com/office/drawing/2014/main" id="{54E40079-8E12-D6ED-EDF4-B00F871C2024}"/>
              </a:ext>
            </a:extLst>
          </p:cNvPr>
          <p:cNvSpPr txBox="1"/>
          <p:nvPr/>
        </p:nvSpPr>
        <p:spPr>
          <a:xfrm>
            <a:off x="889930" y="1085384"/>
            <a:ext cx="8357316" cy="2215991"/>
          </a:xfrm>
          <a:prstGeom prst="rect">
            <a:avLst/>
          </a:prstGeom>
          <a:noFill/>
          <a:ln w="3175">
            <a:noFill/>
          </a:ln>
        </p:spPr>
        <p:txBody>
          <a:bodyPr wrap="square" rtlCol="0">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In the early 1920s, Ronald Fisher was working on experimental design at an agricultural research station. One afternoon Fisher fixed a cup of tea for colleague Muriel Bristol, pouring some milk into a cup and adding tea to it.</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“I won’t drink that”, she declared explaining that she never drank tea unless the milk went in second. </a:t>
            </a:r>
          </a:p>
          <a:p>
            <a:r>
              <a:rPr lang="en-GB" sz="1400" dirty="0">
                <a:latin typeface="Calibri" panose="020F0502020204030204" pitchFamily="34" charset="0"/>
                <a:ea typeface="Calibri" panose="020F0502020204030204" pitchFamily="34" charset="0"/>
                <a:cs typeface="Calibri" panose="020F0502020204030204" pitchFamily="34" charset="0"/>
              </a:rPr>
              <a:t>Fisher was sceptical. “Let’s run a test,” he said. “We’ll make some tea each way and see if you can taste which cup is which.”</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Fisher made eight cups of tea, four tea-first  and four milk-first, presenting them in random order and letting her guess which were the four “Tea-first” cups.</a:t>
            </a:r>
          </a:p>
          <a:p>
            <a:endParaRPr lang="en-GB" sz="12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E4679883-4619-51DE-1EF4-CD86D490DEE5}"/>
              </a:ext>
            </a:extLst>
          </p:cNvPr>
          <p:cNvGrpSpPr/>
          <p:nvPr/>
        </p:nvGrpSpPr>
        <p:grpSpPr>
          <a:xfrm>
            <a:off x="3175292" y="3475231"/>
            <a:ext cx="5158710" cy="741681"/>
            <a:chOff x="3916673" y="793314"/>
            <a:chExt cx="5545097" cy="834448"/>
          </a:xfrm>
        </p:grpSpPr>
        <p:pic>
          <p:nvPicPr>
            <p:cNvPr id="9" name="Picture 8" descr="A cup of coffee being poured into a cup&#10;&#10;AI-generated content may be incorrect.">
              <a:extLst>
                <a:ext uri="{FF2B5EF4-FFF2-40B4-BE49-F238E27FC236}">
                  <a16:creationId xmlns:a16="http://schemas.microsoft.com/office/drawing/2014/main" id="{C3549B52-A0BC-BE41-B3B1-8F38F57E369D}"/>
                </a:ext>
              </a:extLst>
            </p:cNvPr>
            <p:cNvPicPr>
              <a:picLocks noChangeAspect="1"/>
            </p:cNvPicPr>
            <p:nvPr/>
          </p:nvPicPr>
          <p:blipFill>
            <a:blip r:embed="rId4"/>
            <a:stretch>
              <a:fillRect/>
            </a:stretch>
          </p:blipFill>
          <p:spPr>
            <a:xfrm>
              <a:off x="3916673" y="793316"/>
              <a:ext cx="610252" cy="834446"/>
            </a:xfrm>
            <a:prstGeom prst="rect">
              <a:avLst/>
            </a:prstGeom>
          </p:spPr>
        </p:pic>
        <p:pic>
          <p:nvPicPr>
            <p:cNvPr id="10" name="Picture 9" descr="A cup of coffee with a pitcher pouring milk into it&#10;&#10;AI-generated content may be incorrect.">
              <a:extLst>
                <a:ext uri="{FF2B5EF4-FFF2-40B4-BE49-F238E27FC236}">
                  <a16:creationId xmlns:a16="http://schemas.microsoft.com/office/drawing/2014/main" id="{BEE769B4-9E9A-00A5-B964-98ED4DC857BC}"/>
                </a:ext>
              </a:extLst>
            </p:cNvPr>
            <p:cNvPicPr>
              <a:picLocks noChangeAspect="1"/>
            </p:cNvPicPr>
            <p:nvPr/>
          </p:nvPicPr>
          <p:blipFill>
            <a:blip r:embed="rId5"/>
            <a:stretch>
              <a:fillRect/>
            </a:stretch>
          </p:blipFill>
          <p:spPr>
            <a:xfrm>
              <a:off x="4615164" y="793316"/>
              <a:ext cx="624783" cy="834446"/>
            </a:xfrm>
            <a:prstGeom prst="rect">
              <a:avLst/>
            </a:prstGeom>
          </p:spPr>
        </p:pic>
        <p:pic>
          <p:nvPicPr>
            <p:cNvPr id="11" name="Picture 10" descr="A cup of coffee with a pitcher pouring milk into it&#10;&#10;AI-generated content may be incorrect.">
              <a:extLst>
                <a:ext uri="{FF2B5EF4-FFF2-40B4-BE49-F238E27FC236}">
                  <a16:creationId xmlns:a16="http://schemas.microsoft.com/office/drawing/2014/main" id="{48A26922-B146-1B71-E0C6-E7CBE15207FC}"/>
                </a:ext>
              </a:extLst>
            </p:cNvPr>
            <p:cNvPicPr>
              <a:picLocks noChangeAspect="1"/>
            </p:cNvPicPr>
            <p:nvPr/>
          </p:nvPicPr>
          <p:blipFill>
            <a:blip r:embed="rId5"/>
            <a:stretch>
              <a:fillRect/>
            </a:stretch>
          </p:blipFill>
          <p:spPr>
            <a:xfrm>
              <a:off x="5329092" y="793316"/>
              <a:ext cx="624783" cy="834446"/>
            </a:xfrm>
            <a:prstGeom prst="rect">
              <a:avLst/>
            </a:prstGeom>
          </p:spPr>
        </p:pic>
        <p:pic>
          <p:nvPicPr>
            <p:cNvPr id="12" name="Picture 11" descr="A cup of coffee being poured into a cup&#10;&#10;AI-generated content may be incorrect.">
              <a:extLst>
                <a:ext uri="{FF2B5EF4-FFF2-40B4-BE49-F238E27FC236}">
                  <a16:creationId xmlns:a16="http://schemas.microsoft.com/office/drawing/2014/main" id="{83B26896-F2CF-A7FB-81A6-E59E8B85C185}"/>
                </a:ext>
              </a:extLst>
            </p:cNvPr>
            <p:cNvPicPr>
              <a:picLocks noChangeAspect="1"/>
            </p:cNvPicPr>
            <p:nvPr/>
          </p:nvPicPr>
          <p:blipFill>
            <a:blip r:embed="rId4"/>
            <a:stretch>
              <a:fillRect/>
            </a:stretch>
          </p:blipFill>
          <p:spPr>
            <a:xfrm>
              <a:off x="6043021" y="793315"/>
              <a:ext cx="610252" cy="834446"/>
            </a:xfrm>
            <a:prstGeom prst="rect">
              <a:avLst/>
            </a:prstGeom>
          </p:spPr>
        </p:pic>
        <p:pic>
          <p:nvPicPr>
            <p:cNvPr id="13" name="Picture 12" descr="A cup of coffee being poured into a cup&#10;&#10;AI-generated content may be incorrect.">
              <a:extLst>
                <a:ext uri="{FF2B5EF4-FFF2-40B4-BE49-F238E27FC236}">
                  <a16:creationId xmlns:a16="http://schemas.microsoft.com/office/drawing/2014/main" id="{19EF8EC3-205C-7017-1B63-07EE5EBB93C0}"/>
                </a:ext>
              </a:extLst>
            </p:cNvPr>
            <p:cNvPicPr>
              <a:picLocks noChangeAspect="1"/>
            </p:cNvPicPr>
            <p:nvPr/>
          </p:nvPicPr>
          <p:blipFill>
            <a:blip r:embed="rId4"/>
            <a:stretch>
              <a:fillRect/>
            </a:stretch>
          </p:blipFill>
          <p:spPr>
            <a:xfrm>
              <a:off x="6741513" y="793315"/>
              <a:ext cx="610252" cy="834446"/>
            </a:xfrm>
            <a:prstGeom prst="rect">
              <a:avLst/>
            </a:prstGeom>
          </p:spPr>
        </p:pic>
        <p:pic>
          <p:nvPicPr>
            <p:cNvPr id="14" name="Picture 13" descr="A cup of coffee with a pitcher pouring milk into it&#10;&#10;AI-generated content may be incorrect.">
              <a:extLst>
                <a:ext uri="{FF2B5EF4-FFF2-40B4-BE49-F238E27FC236}">
                  <a16:creationId xmlns:a16="http://schemas.microsoft.com/office/drawing/2014/main" id="{5E61A039-A879-2E08-606F-8B12790F4ADB}"/>
                </a:ext>
              </a:extLst>
            </p:cNvPr>
            <p:cNvPicPr>
              <a:picLocks noChangeAspect="1"/>
            </p:cNvPicPr>
            <p:nvPr/>
          </p:nvPicPr>
          <p:blipFill>
            <a:blip r:embed="rId5"/>
            <a:stretch>
              <a:fillRect/>
            </a:stretch>
          </p:blipFill>
          <p:spPr>
            <a:xfrm>
              <a:off x="7440003" y="793315"/>
              <a:ext cx="624783" cy="834446"/>
            </a:xfrm>
            <a:prstGeom prst="rect">
              <a:avLst/>
            </a:prstGeom>
          </p:spPr>
        </p:pic>
        <p:pic>
          <p:nvPicPr>
            <p:cNvPr id="15" name="Picture 14" descr="A cup of coffee being poured into a cup&#10;&#10;AI-generated content may be incorrect.">
              <a:extLst>
                <a:ext uri="{FF2B5EF4-FFF2-40B4-BE49-F238E27FC236}">
                  <a16:creationId xmlns:a16="http://schemas.microsoft.com/office/drawing/2014/main" id="{7B76562A-4530-6E06-AA52-C8D7DE026EF5}"/>
                </a:ext>
              </a:extLst>
            </p:cNvPr>
            <p:cNvPicPr>
              <a:picLocks noChangeAspect="1"/>
            </p:cNvPicPr>
            <p:nvPr/>
          </p:nvPicPr>
          <p:blipFill>
            <a:blip r:embed="rId4"/>
            <a:stretch>
              <a:fillRect/>
            </a:stretch>
          </p:blipFill>
          <p:spPr>
            <a:xfrm>
              <a:off x="8138496" y="793314"/>
              <a:ext cx="610252" cy="834446"/>
            </a:xfrm>
            <a:prstGeom prst="rect">
              <a:avLst/>
            </a:prstGeom>
          </p:spPr>
        </p:pic>
        <p:pic>
          <p:nvPicPr>
            <p:cNvPr id="16" name="Picture 15" descr="A cup of coffee with a pitcher pouring milk into it&#10;&#10;AI-generated content may be incorrect.">
              <a:extLst>
                <a:ext uri="{FF2B5EF4-FFF2-40B4-BE49-F238E27FC236}">
                  <a16:creationId xmlns:a16="http://schemas.microsoft.com/office/drawing/2014/main" id="{11C4DC8E-DDED-3ACC-4B70-3289516011FA}"/>
                </a:ext>
              </a:extLst>
            </p:cNvPr>
            <p:cNvPicPr>
              <a:picLocks noChangeAspect="1"/>
            </p:cNvPicPr>
            <p:nvPr/>
          </p:nvPicPr>
          <p:blipFill>
            <a:blip r:embed="rId5"/>
            <a:stretch>
              <a:fillRect/>
            </a:stretch>
          </p:blipFill>
          <p:spPr>
            <a:xfrm>
              <a:off x="8836987" y="793314"/>
              <a:ext cx="624783" cy="834446"/>
            </a:xfrm>
            <a:prstGeom prst="rect">
              <a:avLst/>
            </a:prstGeom>
          </p:spPr>
        </p:pic>
      </p:grpSp>
      <p:graphicFrame>
        <p:nvGraphicFramePr>
          <p:cNvPr id="17" name="Table 16">
            <a:extLst>
              <a:ext uri="{FF2B5EF4-FFF2-40B4-BE49-F238E27FC236}">
                <a16:creationId xmlns:a16="http://schemas.microsoft.com/office/drawing/2014/main" id="{9295BF91-5B36-8CA7-E6F0-CA2CF005C95A}"/>
              </a:ext>
            </a:extLst>
          </p:cNvPr>
          <p:cNvGraphicFramePr>
            <a:graphicFrameLocks noGrp="1"/>
          </p:cNvGraphicFramePr>
          <p:nvPr/>
        </p:nvGraphicFramePr>
        <p:xfrm>
          <a:off x="3175290" y="4334886"/>
          <a:ext cx="5158712" cy="741680"/>
        </p:xfrm>
        <a:graphic>
          <a:graphicData uri="http://schemas.openxmlformats.org/drawingml/2006/table">
            <a:tbl>
              <a:tblPr>
                <a:solidFill>
                  <a:srgbClr val="FCF7E4"/>
                </a:solidFill>
                <a:tableStyleId>{5C22544A-7EE6-4342-B048-85BDC9FD1C3A}</a:tableStyleId>
              </a:tblPr>
              <a:tblGrid>
                <a:gridCol w="644839">
                  <a:extLst>
                    <a:ext uri="{9D8B030D-6E8A-4147-A177-3AD203B41FA5}">
                      <a16:colId xmlns:a16="http://schemas.microsoft.com/office/drawing/2014/main" val="4007301652"/>
                    </a:ext>
                  </a:extLst>
                </a:gridCol>
                <a:gridCol w="644839">
                  <a:extLst>
                    <a:ext uri="{9D8B030D-6E8A-4147-A177-3AD203B41FA5}">
                      <a16:colId xmlns:a16="http://schemas.microsoft.com/office/drawing/2014/main" val="3416368955"/>
                    </a:ext>
                  </a:extLst>
                </a:gridCol>
                <a:gridCol w="644839">
                  <a:extLst>
                    <a:ext uri="{9D8B030D-6E8A-4147-A177-3AD203B41FA5}">
                      <a16:colId xmlns:a16="http://schemas.microsoft.com/office/drawing/2014/main" val="1603540573"/>
                    </a:ext>
                  </a:extLst>
                </a:gridCol>
                <a:gridCol w="644839">
                  <a:extLst>
                    <a:ext uri="{9D8B030D-6E8A-4147-A177-3AD203B41FA5}">
                      <a16:colId xmlns:a16="http://schemas.microsoft.com/office/drawing/2014/main" val="2438716480"/>
                    </a:ext>
                  </a:extLst>
                </a:gridCol>
                <a:gridCol w="644839">
                  <a:extLst>
                    <a:ext uri="{9D8B030D-6E8A-4147-A177-3AD203B41FA5}">
                      <a16:colId xmlns:a16="http://schemas.microsoft.com/office/drawing/2014/main" val="1994857358"/>
                    </a:ext>
                  </a:extLst>
                </a:gridCol>
                <a:gridCol w="644839">
                  <a:extLst>
                    <a:ext uri="{9D8B030D-6E8A-4147-A177-3AD203B41FA5}">
                      <a16:colId xmlns:a16="http://schemas.microsoft.com/office/drawing/2014/main" val="3048875490"/>
                    </a:ext>
                  </a:extLst>
                </a:gridCol>
                <a:gridCol w="644839">
                  <a:extLst>
                    <a:ext uri="{9D8B030D-6E8A-4147-A177-3AD203B41FA5}">
                      <a16:colId xmlns:a16="http://schemas.microsoft.com/office/drawing/2014/main" val="724583136"/>
                    </a:ext>
                  </a:extLst>
                </a:gridCol>
                <a:gridCol w="644839">
                  <a:extLst>
                    <a:ext uri="{9D8B030D-6E8A-4147-A177-3AD203B41FA5}">
                      <a16:colId xmlns:a16="http://schemas.microsoft.com/office/drawing/2014/main" val="1427120671"/>
                    </a:ext>
                  </a:extLst>
                </a:gridCol>
              </a:tblGrid>
              <a:tr h="370840">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graphicFrame>
        <p:nvGraphicFramePr>
          <p:cNvPr id="18" name="Table 17">
            <a:extLst>
              <a:ext uri="{FF2B5EF4-FFF2-40B4-BE49-F238E27FC236}">
                <a16:creationId xmlns:a16="http://schemas.microsoft.com/office/drawing/2014/main" id="{8F19F6C5-9544-F7DE-2D45-2813CBDCB18D}"/>
              </a:ext>
            </a:extLst>
          </p:cNvPr>
          <p:cNvGraphicFramePr>
            <a:graphicFrameLocks noGrp="1"/>
          </p:cNvGraphicFramePr>
          <p:nvPr/>
        </p:nvGraphicFramePr>
        <p:xfrm>
          <a:off x="2015935" y="4334886"/>
          <a:ext cx="1153300" cy="741680"/>
        </p:xfrm>
        <a:graphic>
          <a:graphicData uri="http://schemas.openxmlformats.org/drawingml/2006/table">
            <a:tbl>
              <a:tblPr>
                <a:solidFill>
                  <a:srgbClr val="FCF7E4"/>
                </a:solidFill>
                <a:tableStyleId>{5C22544A-7EE6-4342-B048-85BDC9FD1C3A}</a:tableStyleId>
              </a:tblPr>
              <a:tblGrid>
                <a:gridCol w="1153300">
                  <a:extLst>
                    <a:ext uri="{9D8B030D-6E8A-4147-A177-3AD203B41FA5}">
                      <a16:colId xmlns:a16="http://schemas.microsoft.com/office/drawing/2014/main" val="4007301652"/>
                    </a:ext>
                  </a:extLst>
                </a:gridCol>
              </a:tblGrid>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Actual Drink</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Muriel’s Guess</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spTree>
    <p:extLst>
      <p:ext uri="{BB962C8B-B14F-4D97-AF65-F5344CB8AC3E}">
        <p14:creationId xmlns:p14="http://schemas.microsoft.com/office/powerpoint/2010/main" val="2482034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CD17-56D3-6288-0D21-367355CF1EC3}"/>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E44D5FB3-87F1-CC0D-E49B-6E95EDEE380F}"/>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sp>
        <p:nvSpPr>
          <p:cNvPr id="5" name="TextBox 4">
            <a:extLst>
              <a:ext uri="{FF2B5EF4-FFF2-40B4-BE49-F238E27FC236}">
                <a16:creationId xmlns:a16="http://schemas.microsoft.com/office/drawing/2014/main" id="{4DB6F287-5A6B-3BE6-16E1-52BF0A582337}"/>
              </a:ext>
            </a:extLst>
          </p:cNvPr>
          <p:cNvSpPr txBox="1"/>
          <p:nvPr/>
        </p:nvSpPr>
        <p:spPr>
          <a:xfrm>
            <a:off x="959404" y="1173309"/>
            <a:ext cx="9722043" cy="1169551"/>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Fisher hypothesised that Muriel was guessing at random (called the null hypothesis). He then calculated that if the null hypothesis was true, the probability of the observed result was 1 in 70 (p=0.014). </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Because this probability is very small, Fisher concluded that we can reject the null hypothesis. Muriel was able to tell the difference between “Tea first” and “Milk first” cups. This was one of the first recorded examples of a p-value.</a:t>
            </a:r>
          </a:p>
        </p:txBody>
      </p:sp>
      <p:sp>
        <p:nvSpPr>
          <p:cNvPr id="6" name="Rectangle 5">
            <a:extLst>
              <a:ext uri="{FF2B5EF4-FFF2-40B4-BE49-F238E27FC236}">
                <a16:creationId xmlns:a16="http://schemas.microsoft.com/office/drawing/2014/main" id="{06F07F8D-40D1-929D-91FA-D15ECA503655}"/>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F0B1B106-8A8C-EBF1-97C0-3117030AD7CC}"/>
              </a:ext>
            </a:extLst>
          </p:cNvPr>
          <p:cNvSpPr txBox="1"/>
          <p:nvPr/>
        </p:nvSpPr>
        <p:spPr>
          <a:xfrm>
            <a:off x="8121759" y="5948031"/>
            <a:ext cx="2306291" cy="307777"/>
          </a:xfrm>
          <a:prstGeom prst="rect">
            <a:avLst/>
          </a:prstGeom>
          <a:noFill/>
        </p:spPr>
        <p:txBody>
          <a:bodyPr wrap="square">
            <a:spAutoFit/>
          </a:bodyPr>
          <a:lstStyle/>
          <a:p>
            <a:pPr algn="l"/>
            <a:r>
              <a:rPr lang="en-GB" sz="14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Number of Correct Guesses</a:t>
            </a:r>
          </a:p>
        </p:txBody>
      </p:sp>
      <p:sp>
        <p:nvSpPr>
          <p:cNvPr id="36" name="TextBox 35">
            <a:extLst>
              <a:ext uri="{FF2B5EF4-FFF2-40B4-BE49-F238E27FC236}">
                <a16:creationId xmlns:a16="http://schemas.microsoft.com/office/drawing/2014/main" id="{8C4A7F79-4A01-6004-C200-70C61663F65E}"/>
              </a:ext>
            </a:extLst>
          </p:cNvPr>
          <p:cNvSpPr txBox="1"/>
          <p:nvPr/>
        </p:nvSpPr>
        <p:spPr>
          <a:xfrm rot="16200000">
            <a:off x="6571561" y="4444315"/>
            <a:ext cx="1071788" cy="307777"/>
          </a:xfrm>
          <a:prstGeom prst="rect">
            <a:avLst/>
          </a:prstGeom>
          <a:noFill/>
        </p:spPr>
        <p:txBody>
          <a:bodyPr wrap="square">
            <a:spAutoFit/>
          </a:bodyPr>
          <a:lstStyle/>
          <a:p>
            <a:pPr algn="l"/>
            <a:r>
              <a:rPr lang="en-GB" sz="14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Probability</a:t>
            </a:r>
          </a:p>
        </p:txBody>
      </p:sp>
      <p:pic>
        <p:nvPicPr>
          <p:cNvPr id="9" name="Picture 8" descr="A graph with numbers and lines&#10;&#10;AI-generated content may be incorrect.">
            <a:extLst>
              <a:ext uri="{FF2B5EF4-FFF2-40B4-BE49-F238E27FC236}">
                <a16:creationId xmlns:a16="http://schemas.microsoft.com/office/drawing/2014/main" id="{019B369C-51C2-31A5-BFBC-A30D5E4E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1808" y="3053868"/>
            <a:ext cx="3372571" cy="2997841"/>
          </a:xfrm>
          <a:prstGeom prst="rect">
            <a:avLst/>
          </a:prstGeom>
        </p:spPr>
      </p:pic>
      <p:sp>
        <p:nvSpPr>
          <p:cNvPr id="10" name="TextBox 9">
            <a:extLst>
              <a:ext uri="{FF2B5EF4-FFF2-40B4-BE49-F238E27FC236}">
                <a16:creationId xmlns:a16="http://schemas.microsoft.com/office/drawing/2014/main" id="{DF8A315E-B287-BECA-F8BE-246EEFF3BAFE}"/>
              </a:ext>
            </a:extLst>
          </p:cNvPr>
          <p:cNvSpPr txBox="1"/>
          <p:nvPr/>
        </p:nvSpPr>
        <p:spPr>
          <a:xfrm>
            <a:off x="7696179" y="2530648"/>
            <a:ext cx="2731871" cy="523220"/>
          </a:xfrm>
          <a:prstGeom prst="rect">
            <a:avLst/>
          </a:prstGeom>
          <a:noFill/>
        </p:spPr>
        <p:txBody>
          <a:bodyPr wrap="square">
            <a:spAutoFit/>
          </a:bodyPr>
          <a:lstStyle/>
          <a:p>
            <a:pPr algn="ctr"/>
            <a:r>
              <a:rPr lang="en-GB" sz="1400" b="1" dirty="0">
                <a:latin typeface="Calibri" panose="020F0502020204030204" pitchFamily="34" charset="0"/>
                <a:ea typeface="Calibri" panose="020F0502020204030204" pitchFamily="34" charset="0"/>
                <a:cs typeface="Calibri" panose="020F0502020204030204" pitchFamily="34" charset="0"/>
              </a:rPr>
              <a:t>Probability of different results </a:t>
            </a:r>
          </a:p>
          <a:p>
            <a:pPr algn="ctr"/>
            <a:r>
              <a:rPr lang="en-GB" sz="1400" b="1" dirty="0">
                <a:latin typeface="Calibri" panose="020F0502020204030204" pitchFamily="34" charset="0"/>
                <a:ea typeface="Calibri" panose="020F0502020204030204" pitchFamily="34" charset="0"/>
                <a:cs typeface="Calibri" panose="020F0502020204030204" pitchFamily="34" charset="0"/>
              </a:rPr>
              <a:t>(null hypothesis)</a:t>
            </a: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30431BB-D8E8-58D1-EA2A-4260B3E76DAB}"/>
              </a:ext>
            </a:extLst>
          </p:cNvPr>
          <p:cNvSpPr txBox="1"/>
          <p:nvPr/>
        </p:nvSpPr>
        <p:spPr>
          <a:xfrm>
            <a:off x="10025974" y="5270923"/>
            <a:ext cx="578434"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p=0.014</a:t>
            </a:r>
          </a:p>
        </p:txBody>
      </p:sp>
      <p:sp>
        <p:nvSpPr>
          <p:cNvPr id="3" name="TextBox 2">
            <a:extLst>
              <a:ext uri="{FF2B5EF4-FFF2-40B4-BE49-F238E27FC236}">
                <a16:creationId xmlns:a16="http://schemas.microsoft.com/office/drawing/2014/main" id="{26FC4714-7271-4ACD-9C33-80CC818D4A11}"/>
              </a:ext>
            </a:extLst>
          </p:cNvPr>
          <p:cNvSpPr txBox="1"/>
          <p:nvPr/>
        </p:nvSpPr>
        <p:spPr>
          <a:xfrm>
            <a:off x="1054373" y="2579540"/>
            <a:ext cx="5582806" cy="1169551"/>
          </a:xfrm>
          <a:prstGeom prst="rect">
            <a:avLst/>
          </a:prstGeom>
          <a:noFill/>
          <a:ln>
            <a:solidFill>
              <a:schemeClr val="tx1">
                <a:lumMod val="65000"/>
                <a:lumOff val="35000"/>
              </a:schemeClr>
            </a:solidFill>
          </a:ln>
        </p:spPr>
        <p:txBody>
          <a:bodyPr wrap="square" rtlCol="0">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What is a p-value?</a:t>
            </a:r>
          </a:p>
          <a:p>
            <a:r>
              <a:rPr lang="en-GB" sz="1400" dirty="0">
                <a:latin typeface="Calibri" panose="020F0502020204030204" pitchFamily="34" charset="0"/>
                <a:ea typeface="Calibri" panose="020F0502020204030204" pitchFamily="34" charset="0"/>
                <a:cs typeface="Calibri" panose="020F0502020204030204" pitchFamily="34" charset="0"/>
              </a:rPr>
              <a:t>A p-value tells you how likely is the result we observed, if in truth there’s no effect. A small p-value means the observed result would be surprising,  if the null hypothesis were true.</a:t>
            </a: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DC0700F0-7FA9-28AD-9E7E-917E93FB6A98}"/>
              </a:ext>
            </a:extLst>
          </p:cNvPr>
          <p:cNvSpPr txBox="1"/>
          <p:nvPr/>
        </p:nvSpPr>
        <p:spPr>
          <a:xfrm>
            <a:off x="1018444" y="3862779"/>
            <a:ext cx="5582807" cy="2462213"/>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A common fallacy is that the p-value is the probability that the null hypothesis is correct. But this wrong, because a p-value is defined only if the null hypothesis is correct.</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Using Fisher’s approach, the p-value isn’t generally compared to a fixed threshold, i.e. there isn’t the concept of “statistical significance”. </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Instead, they provide insight into experimental results (alongside other statistics), with smaller values representing increasingly stronger evidence against the null hypothesis. </a:t>
            </a: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9815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E7675-619E-BC73-EE0B-49160C4703FA}"/>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630724AF-59A9-CD51-2827-A74FCEBB304E}"/>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sp>
        <p:nvSpPr>
          <p:cNvPr id="6" name="Rectangle 5">
            <a:extLst>
              <a:ext uri="{FF2B5EF4-FFF2-40B4-BE49-F238E27FC236}">
                <a16:creationId xmlns:a16="http://schemas.microsoft.com/office/drawing/2014/main" id="{25B8C666-E756-BC9D-0D8F-458CF900C73B}"/>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EDF83259-CA92-9C66-AE4A-8EEF9C832E1E}"/>
              </a:ext>
            </a:extLst>
          </p:cNvPr>
          <p:cNvSpPr txBox="1"/>
          <p:nvPr/>
        </p:nvSpPr>
        <p:spPr>
          <a:xfrm>
            <a:off x="889929" y="1102660"/>
            <a:ext cx="9797525" cy="1600438"/>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We return to our study comparing dupilumab and placebo in mean change from baseline in FEV</a:t>
            </a:r>
            <a:r>
              <a:rPr lang="en-GB" sz="1400" baseline="-25000" dirty="0">
                <a:latin typeface="Calibri" panose="020F0502020204030204" pitchFamily="34" charset="0"/>
                <a:ea typeface="Calibri" panose="020F0502020204030204" pitchFamily="34" charset="0"/>
                <a:cs typeface="Calibri" panose="020F0502020204030204" pitchFamily="34" charset="0"/>
              </a:rPr>
              <a:t>1</a:t>
            </a:r>
            <a:r>
              <a:rPr lang="en-GB" sz="1400" dirty="0">
                <a:latin typeface="Calibri" panose="020F0502020204030204" pitchFamily="34" charset="0"/>
                <a:ea typeface="Calibri" panose="020F0502020204030204" pitchFamily="34" charset="0"/>
                <a:cs typeface="Calibri" panose="020F0502020204030204" pitchFamily="34" charset="0"/>
              </a:rPr>
              <a:t>. </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Similarly to the Tea-test, we first define a null hypothesis (“dupilumab and placebo are the same”). As before, we reject the null hypothesis if the result we observed in our experiment would be surprising, were the null hypothesis to be true.</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We set up our test to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reject the null hypothesis </a:t>
            </a:r>
            <a:r>
              <a:rPr lang="en-GB" sz="1400" dirty="0">
                <a:latin typeface="Calibri" panose="020F0502020204030204" pitchFamily="34" charset="0"/>
                <a:ea typeface="Calibri" panose="020F0502020204030204" pitchFamily="34" charset="0"/>
                <a:cs typeface="Calibri" panose="020F0502020204030204" pitchFamily="34" charset="0"/>
              </a:rPr>
              <a:t>if the estimated treatment effect falls outside the range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±65 </a:t>
            </a:r>
            <a:r>
              <a:rPr lang="en-GB" sz="1400" dirty="0" err="1">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err="1">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Because we can reject the null hypothesis in both directions, this is known as a </a:t>
            </a:r>
            <a:r>
              <a:rPr lang="en-GB" sz="1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two-tailed test</a:t>
            </a:r>
            <a:r>
              <a:rPr lang="en-GB" sz="1400" dirty="0">
                <a:latin typeface="Calibri" panose="020F0502020204030204" pitchFamily="34" charset="0"/>
                <a:ea typeface="Calibri" panose="020F0502020204030204" pitchFamily="34" charset="0"/>
                <a:cs typeface="Calibri" panose="020F0502020204030204" pitchFamily="34" charset="0"/>
              </a:rPr>
              <a:t>.</a:t>
            </a:r>
          </a:p>
        </p:txBody>
      </p:sp>
      <p:sp>
        <p:nvSpPr>
          <p:cNvPr id="22" name="TextBox 21">
            <a:extLst>
              <a:ext uri="{FF2B5EF4-FFF2-40B4-BE49-F238E27FC236}">
                <a16:creationId xmlns:a16="http://schemas.microsoft.com/office/drawing/2014/main" id="{E7564ED7-0F8A-3F35-4298-E32C93E94CBB}"/>
              </a:ext>
            </a:extLst>
          </p:cNvPr>
          <p:cNvSpPr txBox="1"/>
          <p:nvPr/>
        </p:nvSpPr>
        <p:spPr>
          <a:xfrm>
            <a:off x="955849" y="2817701"/>
            <a:ext cx="5508201" cy="1815882"/>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Here we look at a simulation where the null hypothesis is true.</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Sometimes we falsely reject the null hypothesis, when in fact it is true. This happens about once in every 20 trials and known  as a “Type I” error.</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We want this is happen quite rarely, because it could mean that an ineffective drug produces a spurious positive result by chance.</a:t>
            </a:r>
          </a:p>
        </p:txBody>
      </p:sp>
      <p:grpSp>
        <p:nvGrpSpPr>
          <p:cNvPr id="10" name="Group 9">
            <a:extLst>
              <a:ext uri="{FF2B5EF4-FFF2-40B4-BE49-F238E27FC236}">
                <a16:creationId xmlns:a16="http://schemas.microsoft.com/office/drawing/2014/main" id="{5DAFD0C6-D1B4-1994-FD17-B58C091CF4F0}"/>
              </a:ext>
            </a:extLst>
          </p:cNvPr>
          <p:cNvGrpSpPr/>
          <p:nvPr/>
        </p:nvGrpSpPr>
        <p:grpSpPr>
          <a:xfrm>
            <a:off x="6342829" y="3164733"/>
            <a:ext cx="4171600" cy="2979714"/>
            <a:chOff x="6336344" y="3145278"/>
            <a:chExt cx="4171600" cy="2979714"/>
          </a:xfrm>
        </p:grpSpPr>
        <p:pic>
          <p:nvPicPr>
            <p:cNvPr id="9" name="Picture 8">
              <a:extLst>
                <a:ext uri="{FF2B5EF4-FFF2-40B4-BE49-F238E27FC236}">
                  <a16:creationId xmlns:a16="http://schemas.microsoft.com/office/drawing/2014/main" id="{F4013097-41A4-4D54-0EAF-AA3F76358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344" y="3145278"/>
              <a:ext cx="4171600" cy="2979714"/>
            </a:xfrm>
            <a:prstGeom prst="rect">
              <a:avLst/>
            </a:prstGeom>
          </p:spPr>
        </p:pic>
        <p:sp>
          <p:nvSpPr>
            <p:cNvPr id="2" name="TextBox 1">
              <a:extLst>
                <a:ext uri="{FF2B5EF4-FFF2-40B4-BE49-F238E27FC236}">
                  <a16:creationId xmlns:a16="http://schemas.microsoft.com/office/drawing/2014/main" id="{D64941AC-53AD-3937-605B-6CBF6BFCEAFC}"/>
                </a:ext>
              </a:extLst>
            </p:cNvPr>
            <p:cNvSpPr txBox="1"/>
            <p:nvPr/>
          </p:nvSpPr>
          <p:spPr>
            <a:xfrm>
              <a:off x="9319805" y="3946782"/>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
          <p:nvSpPr>
            <p:cNvPr id="3" name="TextBox 2">
              <a:extLst>
                <a:ext uri="{FF2B5EF4-FFF2-40B4-BE49-F238E27FC236}">
                  <a16:creationId xmlns:a16="http://schemas.microsoft.com/office/drawing/2014/main" id="{663C7CE9-56BD-C479-F849-4433951BEB68}"/>
                </a:ext>
              </a:extLst>
            </p:cNvPr>
            <p:cNvSpPr txBox="1"/>
            <p:nvPr/>
          </p:nvSpPr>
          <p:spPr>
            <a:xfrm>
              <a:off x="6578787" y="3946782"/>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grpSp>
    </p:spTree>
    <p:extLst>
      <p:ext uri="{BB962C8B-B14F-4D97-AF65-F5344CB8AC3E}">
        <p14:creationId xmlns:p14="http://schemas.microsoft.com/office/powerpoint/2010/main" val="596437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4D56C-B136-353B-B146-55FCED43D78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B12864B-9AF4-B717-42D6-5CC98A94C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7983" y="2568762"/>
            <a:ext cx="4692677" cy="3351912"/>
          </a:xfrm>
          <a:prstGeom prst="rect">
            <a:avLst/>
          </a:prstGeom>
        </p:spPr>
      </p:pic>
      <p:sp>
        <p:nvSpPr>
          <p:cNvPr id="44" name="Title 1">
            <a:extLst>
              <a:ext uri="{FF2B5EF4-FFF2-40B4-BE49-F238E27FC236}">
                <a16:creationId xmlns:a16="http://schemas.microsoft.com/office/drawing/2014/main" id="{B4273315-650F-36C7-0DCC-1083FFE91CAF}"/>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sp>
        <p:nvSpPr>
          <p:cNvPr id="6" name="Rectangle 5">
            <a:extLst>
              <a:ext uri="{FF2B5EF4-FFF2-40B4-BE49-F238E27FC236}">
                <a16:creationId xmlns:a16="http://schemas.microsoft.com/office/drawing/2014/main" id="{933880F8-98C1-3780-F693-615B4E96355A}"/>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B2CF891E-3B97-2920-29F6-000532D6D19E}"/>
              </a:ext>
            </a:extLst>
          </p:cNvPr>
          <p:cNvSpPr txBox="1"/>
          <p:nvPr/>
        </p:nvSpPr>
        <p:spPr>
          <a:xfrm>
            <a:off x="889929" y="1102660"/>
            <a:ext cx="9797525" cy="1169551"/>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A different approach is to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reject the null hypothesis </a:t>
            </a:r>
            <a:r>
              <a:rPr lang="en-GB" sz="1400" dirty="0">
                <a:latin typeface="Calibri" panose="020F0502020204030204" pitchFamily="34" charset="0"/>
                <a:ea typeface="Calibri" panose="020F0502020204030204" pitchFamily="34" charset="0"/>
                <a:cs typeface="Calibri" panose="020F0502020204030204" pitchFamily="34" charset="0"/>
              </a:rPr>
              <a:t>if the estimated treatment effect is greater than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+65 </a:t>
            </a:r>
            <a:r>
              <a:rPr lang="en-GB" sz="1400" dirty="0" err="1">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err="1">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This is known as a </a:t>
            </a:r>
            <a:r>
              <a:rPr lang="en-GB" sz="1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one-tailed test</a:t>
            </a:r>
            <a:r>
              <a:rPr lang="en-GB" sz="1400" dirty="0">
                <a:latin typeface="Calibri" panose="020F0502020204030204" pitchFamily="34" charset="0"/>
                <a:ea typeface="Calibri" panose="020F0502020204030204" pitchFamily="34" charset="0"/>
                <a:cs typeface="Calibri" panose="020F0502020204030204" pitchFamily="34" charset="0"/>
              </a:rPr>
              <a:t>.</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This is the test we’ll use in our example.</a:t>
            </a:r>
          </a:p>
        </p:txBody>
      </p:sp>
      <p:sp>
        <p:nvSpPr>
          <p:cNvPr id="2" name="TextBox 1">
            <a:extLst>
              <a:ext uri="{FF2B5EF4-FFF2-40B4-BE49-F238E27FC236}">
                <a16:creationId xmlns:a16="http://schemas.microsoft.com/office/drawing/2014/main" id="{6896DDDF-DF45-9D4F-A48F-5057F34B1894}"/>
              </a:ext>
            </a:extLst>
          </p:cNvPr>
          <p:cNvSpPr txBox="1"/>
          <p:nvPr/>
        </p:nvSpPr>
        <p:spPr>
          <a:xfrm>
            <a:off x="9066886" y="3290500"/>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Tree>
    <p:extLst>
      <p:ext uri="{BB962C8B-B14F-4D97-AF65-F5344CB8AC3E}">
        <p14:creationId xmlns:p14="http://schemas.microsoft.com/office/powerpoint/2010/main" val="3361664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1E802-5294-EDBE-DA68-5D04B3E0EF1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5F2E9CBF-A467-A43C-C816-9436F30E2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268" y="2871502"/>
            <a:ext cx="4708186" cy="3362990"/>
          </a:xfrm>
          <a:prstGeom prst="rect">
            <a:avLst/>
          </a:prstGeom>
        </p:spPr>
      </p:pic>
      <p:sp>
        <p:nvSpPr>
          <p:cNvPr id="44" name="Title 1">
            <a:extLst>
              <a:ext uri="{FF2B5EF4-FFF2-40B4-BE49-F238E27FC236}">
                <a16:creationId xmlns:a16="http://schemas.microsoft.com/office/drawing/2014/main" id="{3C45939D-55DE-254A-9A95-8FBB6BFA8B69}"/>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sp>
        <p:nvSpPr>
          <p:cNvPr id="6" name="Rectangle 5">
            <a:extLst>
              <a:ext uri="{FF2B5EF4-FFF2-40B4-BE49-F238E27FC236}">
                <a16:creationId xmlns:a16="http://schemas.microsoft.com/office/drawing/2014/main" id="{4FBC6EA1-256F-1B68-16FD-870634495377}"/>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A0625354-6B14-C7C1-287F-6B92C12D1985}"/>
              </a:ext>
            </a:extLst>
          </p:cNvPr>
          <p:cNvSpPr txBox="1"/>
          <p:nvPr/>
        </p:nvSpPr>
        <p:spPr>
          <a:xfrm>
            <a:off x="1080505" y="1257425"/>
            <a:ext cx="9797525" cy="1169551"/>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Imagine now that dupilumab is superior to placebo.</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In this scenario, we want to reject the null hypothesis with a high probability.</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Sometimes we fail to reject the null hypothesis, which is known as a Type II error (false negative).</a:t>
            </a:r>
          </a:p>
        </p:txBody>
      </p:sp>
      <p:sp>
        <p:nvSpPr>
          <p:cNvPr id="2" name="TextBox 1">
            <a:extLst>
              <a:ext uri="{FF2B5EF4-FFF2-40B4-BE49-F238E27FC236}">
                <a16:creationId xmlns:a16="http://schemas.microsoft.com/office/drawing/2014/main" id="{B3E81E1B-1CF0-600D-5E39-BBCA457B085C}"/>
              </a:ext>
            </a:extLst>
          </p:cNvPr>
          <p:cNvSpPr txBox="1"/>
          <p:nvPr/>
        </p:nvSpPr>
        <p:spPr>
          <a:xfrm>
            <a:off x="9462477" y="3152001"/>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
        <p:nvSpPr>
          <p:cNvPr id="20" name="TextBox 19">
            <a:extLst>
              <a:ext uri="{FF2B5EF4-FFF2-40B4-BE49-F238E27FC236}">
                <a16:creationId xmlns:a16="http://schemas.microsoft.com/office/drawing/2014/main" id="{93867FA6-E851-16C9-C03D-F336C8535DFF}"/>
              </a:ext>
            </a:extLst>
          </p:cNvPr>
          <p:cNvSpPr txBox="1"/>
          <p:nvPr/>
        </p:nvSpPr>
        <p:spPr>
          <a:xfrm>
            <a:off x="1080505" y="2581741"/>
            <a:ext cx="4962401" cy="738664"/>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In the simulation, we correctly reject the null hypothesis about X% of the time. This is known as the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power</a:t>
            </a:r>
            <a:r>
              <a:rPr lang="en-GB" sz="1400" dirty="0">
                <a:latin typeface="Calibri" panose="020F0502020204030204" pitchFamily="34" charset="0"/>
                <a:ea typeface="Calibri" panose="020F0502020204030204" pitchFamily="34" charset="0"/>
                <a:cs typeface="Calibri" panose="020F0502020204030204" pitchFamily="34" charset="0"/>
              </a:rPr>
              <a:t> of the test.</a:t>
            </a:r>
          </a:p>
        </p:txBody>
      </p:sp>
    </p:spTree>
    <p:extLst>
      <p:ext uri="{BB962C8B-B14F-4D97-AF65-F5344CB8AC3E}">
        <p14:creationId xmlns:p14="http://schemas.microsoft.com/office/powerpoint/2010/main" val="241057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BF3A-97EE-46E5-9CB0-67288D8F4A46}"/>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35ADB679-7E80-4A48-9855-B5FB8A83D224}"/>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sp>
        <p:nvSpPr>
          <p:cNvPr id="6" name="Rectangle 5">
            <a:extLst>
              <a:ext uri="{FF2B5EF4-FFF2-40B4-BE49-F238E27FC236}">
                <a16:creationId xmlns:a16="http://schemas.microsoft.com/office/drawing/2014/main" id="{B5B74EF3-8D12-DECC-C14A-A2263D2785B7}"/>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4974B08-A0DC-B6D9-DF1A-F13EB558A6D3}"/>
              </a:ext>
            </a:extLst>
          </p:cNvPr>
          <p:cNvSpPr txBox="1"/>
          <p:nvPr/>
        </p:nvSpPr>
        <p:spPr>
          <a:xfrm>
            <a:off x="1080505" y="1257425"/>
            <a:ext cx="9797525" cy="307777"/>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x</a:t>
            </a:r>
          </a:p>
        </p:txBody>
      </p:sp>
      <p:sp>
        <p:nvSpPr>
          <p:cNvPr id="2" name="TextBox 1">
            <a:extLst>
              <a:ext uri="{FF2B5EF4-FFF2-40B4-BE49-F238E27FC236}">
                <a16:creationId xmlns:a16="http://schemas.microsoft.com/office/drawing/2014/main" id="{E77CAFB3-CD64-CDC8-0F55-1F76B7F8F555}"/>
              </a:ext>
            </a:extLst>
          </p:cNvPr>
          <p:cNvSpPr txBox="1"/>
          <p:nvPr/>
        </p:nvSpPr>
        <p:spPr>
          <a:xfrm>
            <a:off x="9462477" y="3152001"/>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
        <p:nvSpPr>
          <p:cNvPr id="20" name="TextBox 19">
            <a:extLst>
              <a:ext uri="{FF2B5EF4-FFF2-40B4-BE49-F238E27FC236}">
                <a16:creationId xmlns:a16="http://schemas.microsoft.com/office/drawing/2014/main" id="{A704C68A-DA91-157E-5A42-A71DE9A14348}"/>
              </a:ext>
            </a:extLst>
          </p:cNvPr>
          <p:cNvSpPr txBox="1"/>
          <p:nvPr/>
        </p:nvSpPr>
        <p:spPr>
          <a:xfrm>
            <a:off x="1080505" y="2581741"/>
            <a:ext cx="4962401" cy="523220"/>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x</a:t>
            </a:r>
          </a:p>
        </p:txBody>
      </p:sp>
      <p:pic>
        <p:nvPicPr>
          <p:cNvPr id="4" name="Picture 3">
            <a:extLst>
              <a:ext uri="{FF2B5EF4-FFF2-40B4-BE49-F238E27FC236}">
                <a16:creationId xmlns:a16="http://schemas.microsoft.com/office/drawing/2014/main" id="{22E01935-67E3-61BA-0F13-4454E2CC8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7684" y="2648355"/>
            <a:ext cx="4825325" cy="3446661"/>
          </a:xfrm>
          <a:prstGeom prst="rect">
            <a:avLst/>
          </a:prstGeom>
        </p:spPr>
      </p:pic>
    </p:spTree>
    <p:extLst>
      <p:ext uri="{BB962C8B-B14F-4D97-AF65-F5344CB8AC3E}">
        <p14:creationId xmlns:p14="http://schemas.microsoft.com/office/powerpoint/2010/main" val="650988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40B1-A705-66AE-8170-51D55595E594}"/>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pic>
        <p:nvPicPr>
          <p:cNvPr id="4" name="Picture 3" descr="A graph of a function&#10;&#10;AI-generated content may be incorrect.">
            <a:extLst>
              <a:ext uri="{FF2B5EF4-FFF2-40B4-BE49-F238E27FC236}">
                <a16:creationId xmlns:a16="http://schemas.microsoft.com/office/drawing/2014/main" id="{39EAAC42-7911-4041-BC1D-14FF8CE87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464" y="1789099"/>
            <a:ext cx="4057650" cy="2898321"/>
          </a:xfrm>
          <a:prstGeom prst="rect">
            <a:avLst/>
          </a:prstGeom>
        </p:spPr>
      </p:pic>
      <p:sp>
        <p:nvSpPr>
          <p:cNvPr id="7" name="TextBox 6">
            <a:extLst>
              <a:ext uri="{FF2B5EF4-FFF2-40B4-BE49-F238E27FC236}">
                <a16:creationId xmlns:a16="http://schemas.microsoft.com/office/drawing/2014/main" id="{78B2415B-85FE-4180-2D59-D3FB8B4ACE3B}"/>
              </a:ext>
            </a:extLst>
          </p:cNvPr>
          <p:cNvSpPr txBox="1"/>
          <p:nvPr/>
        </p:nvSpPr>
        <p:spPr>
          <a:xfrm>
            <a:off x="3092561" y="2291511"/>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Tree>
    <p:extLst>
      <p:ext uri="{BB962C8B-B14F-4D97-AF65-F5344CB8AC3E}">
        <p14:creationId xmlns:p14="http://schemas.microsoft.com/office/powerpoint/2010/main" val="320019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339D2-C8BE-C427-DBA2-179E39287783}"/>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181EFA03-E31A-ACD0-9EAB-FDBB3862343B}"/>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grpSp>
        <p:nvGrpSpPr>
          <p:cNvPr id="2" name="Group 1">
            <a:extLst>
              <a:ext uri="{FF2B5EF4-FFF2-40B4-BE49-F238E27FC236}">
                <a16:creationId xmlns:a16="http://schemas.microsoft.com/office/drawing/2014/main" id="{3BED9064-54D3-5866-6BC7-E7A92CAEF17C}"/>
              </a:ext>
            </a:extLst>
          </p:cNvPr>
          <p:cNvGrpSpPr/>
          <p:nvPr/>
        </p:nvGrpSpPr>
        <p:grpSpPr>
          <a:xfrm>
            <a:off x="7019149" y="1182231"/>
            <a:ext cx="4334651" cy="4877572"/>
            <a:chOff x="7213458" y="825690"/>
            <a:chExt cx="4334651" cy="4877572"/>
          </a:xfrm>
        </p:grpSpPr>
        <p:pic>
          <p:nvPicPr>
            <p:cNvPr id="3" name="Picture 2">
              <a:extLst>
                <a:ext uri="{FF2B5EF4-FFF2-40B4-BE49-F238E27FC236}">
                  <a16:creationId xmlns:a16="http://schemas.microsoft.com/office/drawing/2014/main" id="{7E644C4C-307D-AB7C-9689-402D8FDDC207}"/>
                </a:ext>
              </a:extLst>
            </p:cNvPr>
            <p:cNvPicPr>
              <a:picLocks noChangeAspect="1"/>
            </p:cNvPicPr>
            <p:nvPr/>
          </p:nvPicPr>
          <p:blipFill>
            <a:blip r:embed="rId2"/>
            <a:stretch>
              <a:fillRect/>
            </a:stretch>
          </p:blipFill>
          <p:spPr>
            <a:xfrm>
              <a:off x="7213458" y="825690"/>
              <a:ext cx="4140342" cy="4722124"/>
            </a:xfrm>
            <a:prstGeom prst="rect">
              <a:avLst/>
            </a:prstGeom>
            <a:ln w="6350">
              <a:solidFill>
                <a:schemeClr val="tx1">
                  <a:lumMod val="50000"/>
                  <a:lumOff val="50000"/>
                </a:schemeClr>
              </a:solidFill>
            </a:ln>
          </p:spPr>
        </p:pic>
        <p:pic>
          <p:nvPicPr>
            <p:cNvPr id="10" name="Picture 9">
              <a:extLst>
                <a:ext uri="{FF2B5EF4-FFF2-40B4-BE49-F238E27FC236}">
                  <a16:creationId xmlns:a16="http://schemas.microsoft.com/office/drawing/2014/main" id="{6AF65048-0801-1563-C309-B9C8BC6D3466}"/>
                </a:ext>
              </a:extLst>
            </p:cNvPr>
            <p:cNvPicPr>
              <a:picLocks noChangeAspect="1"/>
            </p:cNvPicPr>
            <p:nvPr/>
          </p:nvPicPr>
          <p:blipFill>
            <a:blip r:embed="rId3"/>
            <a:stretch>
              <a:fillRect/>
            </a:stretch>
          </p:blipFill>
          <p:spPr>
            <a:xfrm rot="-480000">
              <a:off x="7302465" y="2003631"/>
              <a:ext cx="4227071" cy="1574674"/>
            </a:xfrm>
            <a:prstGeom prst="rect">
              <a:avLst/>
            </a:prstGeom>
            <a:ln>
              <a:solidFill>
                <a:schemeClr val="tx1">
                  <a:lumMod val="50000"/>
                  <a:lumOff val="50000"/>
                </a:schemeClr>
              </a:solidFill>
            </a:ln>
          </p:spPr>
        </p:pic>
        <p:pic>
          <p:nvPicPr>
            <p:cNvPr id="8" name="Picture 7">
              <a:extLst>
                <a:ext uri="{FF2B5EF4-FFF2-40B4-BE49-F238E27FC236}">
                  <a16:creationId xmlns:a16="http://schemas.microsoft.com/office/drawing/2014/main" id="{EF5B264D-3AB8-E5A3-D8EF-149B980A73D8}"/>
                </a:ext>
              </a:extLst>
            </p:cNvPr>
            <p:cNvPicPr>
              <a:picLocks noChangeAspect="1"/>
            </p:cNvPicPr>
            <p:nvPr/>
          </p:nvPicPr>
          <p:blipFill>
            <a:blip r:embed="rId4"/>
            <a:stretch>
              <a:fillRect/>
            </a:stretch>
          </p:blipFill>
          <p:spPr>
            <a:xfrm rot="480000">
              <a:off x="7241851" y="3519373"/>
              <a:ext cx="4306258" cy="2183889"/>
            </a:xfrm>
            <a:prstGeom prst="rect">
              <a:avLst/>
            </a:prstGeom>
            <a:ln>
              <a:solidFill>
                <a:schemeClr val="tx1">
                  <a:lumMod val="50000"/>
                  <a:lumOff val="50000"/>
                </a:schemeClr>
              </a:solidFill>
            </a:ln>
          </p:spPr>
        </p:pic>
      </p:grpSp>
      <p:sp>
        <p:nvSpPr>
          <p:cNvPr id="4" name="TextBox 3">
            <a:extLst>
              <a:ext uri="{FF2B5EF4-FFF2-40B4-BE49-F238E27FC236}">
                <a16:creationId xmlns:a16="http://schemas.microsoft.com/office/drawing/2014/main" id="{3D55D1C4-C0AB-1A2E-AB4B-3AB63B90C09E}"/>
              </a:ext>
            </a:extLst>
          </p:cNvPr>
          <p:cNvSpPr txBox="1"/>
          <p:nvPr/>
        </p:nvSpPr>
        <p:spPr>
          <a:xfrm>
            <a:off x="889930" y="1092847"/>
            <a:ext cx="5918317"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p-values can have a useful role in the scientific and medical literature, but use of “statistically significance” creates as an artificial yes/no dichotomy is controversial and a  topic of recent debate.</a:t>
            </a:r>
          </a:p>
        </p:txBody>
      </p:sp>
      <p:sp>
        <p:nvSpPr>
          <p:cNvPr id="7" name="TextBox 6">
            <a:extLst>
              <a:ext uri="{FF2B5EF4-FFF2-40B4-BE49-F238E27FC236}">
                <a16:creationId xmlns:a16="http://schemas.microsoft.com/office/drawing/2014/main" id="{FDEE8911-BCE2-8F92-8E67-4548849233FA}"/>
              </a:ext>
            </a:extLst>
          </p:cNvPr>
          <p:cNvSpPr txBox="1"/>
          <p:nvPr/>
        </p:nvSpPr>
        <p:spPr>
          <a:xfrm>
            <a:off x="889930" y="4166549"/>
            <a:ext cx="5918317"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However p-values are relevant in the context of dichotomous decision-making by health authorities.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Regulatory approval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generally requires a pivotal trial with p&lt;0.05 in the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primary endpoint</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a:r>
          </a:p>
        </p:txBody>
      </p:sp>
      <p:sp>
        <p:nvSpPr>
          <p:cNvPr id="9" name="TextBox 8">
            <a:extLst>
              <a:ext uri="{FF2B5EF4-FFF2-40B4-BE49-F238E27FC236}">
                <a16:creationId xmlns:a16="http://schemas.microsoft.com/office/drawing/2014/main" id="{B1E5AB83-FCA3-C629-3AF8-E0B63DAE4199}"/>
              </a:ext>
            </a:extLst>
          </p:cNvPr>
          <p:cNvSpPr txBox="1"/>
          <p:nvPr/>
        </p:nvSpPr>
        <p:spPr>
          <a:xfrm>
            <a:off x="889931" y="4958898"/>
            <a:ext cx="7004538"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Don’t say:</a:t>
            </a:r>
          </a:p>
        </p:txBody>
      </p:sp>
      <p:sp>
        <p:nvSpPr>
          <p:cNvPr id="11" name="TextBox 10">
            <a:extLst>
              <a:ext uri="{FF2B5EF4-FFF2-40B4-BE49-F238E27FC236}">
                <a16:creationId xmlns:a16="http://schemas.microsoft.com/office/drawing/2014/main" id="{4972701D-2DE0-56BE-D480-F04664FC8D40}"/>
              </a:ext>
            </a:extLst>
          </p:cNvPr>
          <p:cNvSpPr txBox="1"/>
          <p:nvPr/>
        </p:nvSpPr>
        <p:spPr>
          <a:xfrm>
            <a:off x="1103272" y="5279778"/>
            <a:ext cx="5676552" cy="95410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“There is no effect because p &gt; 0.05”</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 is the probability the treatment has no effect” </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“Statistical significance is proof of clinical importance”</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smaller p-value means one treatment is better than another”</a:t>
            </a:r>
          </a:p>
        </p:txBody>
      </p:sp>
      <p:sp>
        <p:nvSpPr>
          <p:cNvPr id="14" name="Rectangle 13">
            <a:extLst>
              <a:ext uri="{FF2B5EF4-FFF2-40B4-BE49-F238E27FC236}">
                <a16:creationId xmlns:a16="http://schemas.microsoft.com/office/drawing/2014/main" id="{1A6260D1-DC6D-1586-67E3-2E4B4627CC27}"/>
              </a:ext>
            </a:extLst>
          </p:cNvPr>
          <p:cNvSpPr/>
          <p:nvPr/>
        </p:nvSpPr>
        <p:spPr>
          <a:xfrm>
            <a:off x="1005191" y="1831511"/>
            <a:ext cx="5586010" cy="2130112"/>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6EDF5E9-AA75-E130-8C43-23872FDB57F3}"/>
              </a:ext>
            </a:extLst>
          </p:cNvPr>
          <p:cNvSpPr txBox="1"/>
          <p:nvPr/>
        </p:nvSpPr>
        <p:spPr>
          <a:xfrm>
            <a:off x="1032509" y="1828315"/>
            <a:ext cx="3094416" cy="2339102"/>
          </a:xfrm>
          <a:prstGeom prst="rect">
            <a:avLst/>
          </a:prstGeom>
          <a:noFill/>
        </p:spPr>
        <p:txBody>
          <a:bodyPr wrap="square">
            <a:spAutoFit/>
          </a:bodyPr>
          <a:lstStyle/>
          <a:p>
            <a:r>
              <a:rPr lang="en-GB" sz="1200" b="1" dirty="0">
                <a:latin typeface="Calibri" panose="020F0502020204030204" pitchFamily="34" charset="0"/>
                <a:ea typeface="Calibri" panose="020F0502020204030204" pitchFamily="34" charset="0"/>
                <a:cs typeface="Calibri" panose="020F0502020204030204" pitchFamily="34" charset="0"/>
              </a:rPr>
              <a:t>Case Study</a:t>
            </a:r>
          </a:p>
          <a:p>
            <a:r>
              <a:rPr lang="en-GB" sz="1200" dirty="0">
                <a:latin typeface="Calibri" panose="020F0502020204030204" pitchFamily="34" charset="0"/>
                <a:ea typeface="Calibri" panose="020F0502020204030204" pitchFamily="34" charset="0"/>
                <a:cs typeface="Calibri" panose="020F0502020204030204" pitchFamily="34" charset="0"/>
              </a:rPr>
              <a:t>In a safety analysis for an anti-inflammatory drug, results for study B were “statistically non-significant” (p=0.091), with a conclusion “exposure was not associated with atrial fibrillation”.</a:t>
            </a:r>
          </a:p>
          <a:p>
            <a:endParaRPr lang="en-GB" sz="1200" dirty="0">
              <a:latin typeface="Calibri" panose="020F0502020204030204" pitchFamily="34" charset="0"/>
              <a:ea typeface="Calibri" panose="020F0502020204030204" pitchFamily="34" charset="0"/>
              <a:cs typeface="Calibri" panose="020F0502020204030204" pitchFamily="34" charset="0"/>
            </a:endParaRPr>
          </a:p>
          <a:p>
            <a:r>
              <a:rPr lang="en-GB" sz="1200" dirty="0">
                <a:latin typeface="Calibri" panose="020F0502020204030204" pitchFamily="34" charset="0"/>
                <a:ea typeface="Calibri" panose="020F0502020204030204" pitchFamily="34" charset="0"/>
                <a:cs typeface="Calibri" panose="020F0502020204030204" pitchFamily="34" charset="0"/>
              </a:rPr>
              <a:t>However study A has previously showed a statistically significant outcome (p=0.0003) with exactly the same estimate of 20% increase </a:t>
            </a:r>
            <a:r>
              <a:rPr lang="en-GB" sz="1200">
                <a:latin typeface="Calibri" panose="020F0502020204030204" pitchFamily="34" charset="0"/>
                <a:ea typeface="Calibri" panose="020F0502020204030204" pitchFamily="34" charset="0"/>
                <a:cs typeface="Calibri" panose="020F0502020204030204" pitchFamily="34" charset="0"/>
              </a:rPr>
              <a:t>in risk!</a:t>
            </a:r>
            <a:endParaRPr lang="en-GB" sz="1200" dirty="0">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C05ABB97-D7BB-15B6-4A12-AC00F8F1E9B6}"/>
              </a:ext>
            </a:extLst>
          </p:cNvPr>
          <p:cNvGrpSpPr/>
          <p:nvPr/>
        </p:nvGrpSpPr>
        <p:grpSpPr>
          <a:xfrm>
            <a:off x="4099608" y="1940777"/>
            <a:ext cx="2377170" cy="1843875"/>
            <a:chOff x="4099608" y="1940777"/>
            <a:chExt cx="2377170" cy="1843875"/>
          </a:xfrm>
        </p:grpSpPr>
        <p:pic>
          <p:nvPicPr>
            <p:cNvPr id="27" name="Picture 26" descr="A graph with red and blue lines and numbers&#10;&#10;AI-generated content may be incorrect.">
              <a:extLst>
                <a:ext uri="{FF2B5EF4-FFF2-40B4-BE49-F238E27FC236}">
                  <a16:creationId xmlns:a16="http://schemas.microsoft.com/office/drawing/2014/main" id="{D8688AA9-19BA-729E-B284-8A6E29C227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6926" y="1940777"/>
              <a:ext cx="2349852" cy="1678465"/>
            </a:xfrm>
            <a:prstGeom prst="rect">
              <a:avLst/>
            </a:prstGeom>
          </p:spPr>
        </p:pic>
        <p:sp>
          <p:nvSpPr>
            <p:cNvPr id="20" name="TextBox 19">
              <a:extLst>
                <a:ext uri="{FF2B5EF4-FFF2-40B4-BE49-F238E27FC236}">
                  <a16:creationId xmlns:a16="http://schemas.microsoft.com/office/drawing/2014/main" id="{BFD3814D-ABB7-F75C-3C93-C7E30B02467E}"/>
                </a:ext>
              </a:extLst>
            </p:cNvPr>
            <p:cNvSpPr txBox="1"/>
            <p:nvPr/>
          </p:nvSpPr>
          <p:spPr>
            <a:xfrm>
              <a:off x="5756524" y="3415320"/>
              <a:ext cx="678951" cy="369332"/>
            </a:xfrm>
            <a:prstGeom prst="rect">
              <a:avLst/>
            </a:prstGeom>
            <a:noFill/>
          </p:spPr>
          <p:txBody>
            <a:bodyPr wrap="square">
              <a:spAutoFit/>
            </a:bodyPr>
            <a:lstStyle/>
            <a:p>
              <a:pPr>
                <a:buNone/>
              </a:pPr>
              <a:r>
                <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rPr>
                <a:t>Increased</a:t>
              </a:r>
            </a:p>
            <a:p>
              <a:pPr>
                <a:buNone/>
              </a:pPr>
              <a:r>
                <a:rPr lang="en-GB" sz="900" kern="100" dirty="0">
                  <a:solidFill>
                    <a:schemeClr val="tx1">
                      <a:lumMod val="65000"/>
                      <a:lumOff val="35000"/>
                    </a:schemeClr>
                  </a:solidFill>
                  <a:latin typeface="Aptos" panose="020B0004020202020204" pitchFamily="34" charset="0"/>
                  <a:ea typeface="Aptos" panose="020B0004020202020204" pitchFamily="34" charset="0"/>
                  <a:cs typeface="Times New Roman" panose="02020603050405020304" pitchFamily="18" charset="0"/>
                </a:rPr>
                <a:t>Effect</a:t>
              </a:r>
              <a:endPar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28500EE-E399-79E6-A099-AB0E0F4E5311}"/>
                </a:ext>
              </a:extLst>
            </p:cNvPr>
            <p:cNvSpPr txBox="1"/>
            <p:nvPr/>
          </p:nvSpPr>
          <p:spPr>
            <a:xfrm>
              <a:off x="4099608" y="3408105"/>
              <a:ext cx="678951" cy="369332"/>
            </a:xfrm>
            <a:prstGeom prst="rect">
              <a:avLst/>
            </a:prstGeom>
            <a:noFill/>
          </p:spPr>
          <p:txBody>
            <a:bodyPr wrap="square">
              <a:spAutoFit/>
            </a:bodyPr>
            <a:lstStyle/>
            <a:p>
              <a:pPr algn="ctr">
                <a:buNone/>
              </a:pPr>
              <a:r>
                <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rPr>
                <a:t>No</a:t>
              </a:r>
            </a:p>
            <a:p>
              <a:pPr algn="ctr">
                <a:buNone/>
              </a:pPr>
              <a:r>
                <a:rPr lang="en-GB" sz="900" kern="100" dirty="0">
                  <a:solidFill>
                    <a:schemeClr val="tx1">
                      <a:lumMod val="65000"/>
                      <a:lumOff val="35000"/>
                    </a:schemeClr>
                  </a:solidFill>
                  <a:latin typeface="Aptos" panose="020B0004020202020204" pitchFamily="34" charset="0"/>
                  <a:ea typeface="Aptos" panose="020B0004020202020204" pitchFamily="34" charset="0"/>
                  <a:cs typeface="Times New Roman" panose="02020603050405020304" pitchFamily="18" charset="0"/>
                </a:rPr>
                <a:t>Effect</a:t>
              </a:r>
              <a:endPar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22" name="Arrow: Right 21">
              <a:extLst>
                <a:ext uri="{FF2B5EF4-FFF2-40B4-BE49-F238E27FC236}">
                  <a16:creationId xmlns:a16="http://schemas.microsoft.com/office/drawing/2014/main" id="{2BD7B9E3-9B21-6067-EAE7-262F5AC8F09E}"/>
                </a:ext>
              </a:extLst>
            </p:cNvPr>
            <p:cNvSpPr/>
            <p:nvPr/>
          </p:nvSpPr>
          <p:spPr>
            <a:xfrm>
              <a:off x="5307516" y="3511426"/>
              <a:ext cx="463924" cy="170733"/>
            </a:xfrm>
            <a:prstGeom prst="rightArrow">
              <a:avLst/>
            </a:prstGeom>
            <a:solidFill>
              <a:schemeClr val="accent6">
                <a:lumMod val="40000"/>
                <a:lumOff val="6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39461491"/>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FB8BAB08-8DC6-4F3E-99C5-91AB5A800078}" vid="{96E1BFF0-080F-43B6-8154-0DDAE3D4E8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2629</TotalTime>
  <Words>2109</Words>
  <Application>Microsoft Office PowerPoint</Application>
  <PresentationFormat>Widescreen</PresentationFormat>
  <Paragraphs>268</Paragraphs>
  <Slides>20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Aptos Narrow</vt:lpstr>
      <vt:lpstr>Arial</vt:lpstr>
      <vt:lpstr>Arial Narrow</vt:lpstr>
      <vt:lpstr>Calibri</vt:lpstr>
      <vt:lpstr>Cambria Math</vt:lpstr>
      <vt:lpstr>Garamond</vt:lpstr>
      <vt:lpstr>Times New Roman</vt:lpstr>
      <vt:lpstr>Trebuchet MS</vt:lpstr>
      <vt:lpstr>Office Theme</vt:lpstr>
      <vt:lpstr>Sampling and Inference</vt:lpstr>
      <vt:lpstr>PowerPoint Presentation</vt:lpstr>
      <vt:lpstr>PowerPoint Presentation</vt:lpstr>
      <vt:lpstr>Sampling and Inference</vt:lpstr>
      <vt:lpstr>Sampling and Inference</vt:lpstr>
      <vt:lpstr>Sampling and Inference</vt:lpstr>
      <vt:lpstr>Sampling and Inference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Mallett</dc:creator>
  <cp:lastModifiedBy>Steve Mallett</cp:lastModifiedBy>
  <cp:revision>25</cp:revision>
  <dcterms:created xsi:type="dcterms:W3CDTF">2025-11-28T09:42:27Z</dcterms:created>
  <dcterms:modified xsi:type="dcterms:W3CDTF">2025-12-19T15:26:34Z</dcterms:modified>
</cp:coreProperties>
</file>