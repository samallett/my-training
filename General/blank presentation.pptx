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Mallett" userId="b425f3ce11035ade" providerId="LiveId" clId="{44F0D983-BCF1-421B-AB65-D04D21F55327}"/>
    <pc:docChg chg="addSld">
      <pc:chgData name="Steve Mallett" userId="b425f3ce11035ade" providerId="LiveId" clId="{44F0D983-BCF1-421B-AB65-D04D21F55327}" dt="2025-11-28T10:31:30.578" v="0" actId="680"/>
      <pc:docMkLst>
        <pc:docMk/>
      </pc:docMkLst>
      <pc:sldChg chg="new">
        <pc:chgData name="Steve Mallett" userId="b425f3ce11035ade" providerId="LiveId" clId="{44F0D983-BCF1-421B-AB65-D04D21F55327}" dt="2025-11-28T10:31:30.578" v="0" actId="680"/>
        <pc:sldMkLst>
          <pc:docMk/>
          <pc:sldMk cId="2904101325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382BC-BBAA-30EF-912A-31EF8A0C9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53C3F-D7AD-00BE-9316-D8CB80037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CD821-4BA4-D8FB-85C8-AE4C207F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70A16-354C-0D67-C609-36537CB6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33C2C-BE93-8A53-B99A-703B09C4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02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C4D-0A4C-9816-1CB6-34071406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506F3-9A22-6011-57CF-D8312B810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5AC8A-E047-F0FA-FC6F-59F4B2D2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77DCF-FF62-F7C9-251C-A598964B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404DB-8DEF-0DF5-1493-AA13E0E8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8369-5B4A-FADD-F5EC-1AF7E8688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1B331-493A-2B60-E879-B96032210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78B20-59FD-A81D-3518-E16E90FF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7BE6A-8A4E-FB9C-EEBB-317DCD8F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8B0B7-4E03-BC45-74C4-6B7A3697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36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7586-342D-8151-1FDE-F660D883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D6482-E1EC-7F1D-9BF7-84607636D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56610-DF24-F4C5-4289-5221D4E1B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3D73C-9201-A7F4-FC6F-5D8FFCF40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33950-2AD2-839D-639E-B5E7EA44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FACE6-AE14-0339-7795-279ED366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946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DCE3-0275-6D53-15F4-34645F5A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6B87A-1AEF-0667-5008-0BE51F5D4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8788B-F2CB-551C-0CAC-98FDF0F6D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5DDD5-F0E9-1EA5-B1B2-9646424FA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9B0B2-422F-FDBD-58FA-3E6C4B35E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35731C-B76F-00CB-4D3E-64E5C0DB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D533B-9118-5451-15A2-8A690556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6C791-6046-5D01-45CE-043E4007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02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162F-D4C4-22CA-BFBA-786B28FE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C62303-7EA9-A6BB-596E-86ED4A1D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F4DE09-E85E-5C01-0A08-08F56DCC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677C27-8B46-9E47-C3B4-BC8F7C19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33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9BA76-EA7A-F3E7-0D3B-0244EE63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C6FA67-8416-F3D9-8934-5A28B6CEC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4EF8F-0B43-8407-E0E3-217A784F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15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1116-C880-5E8F-22AD-2DDB1BD6C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ABAAF-F894-99A2-DF32-8236655F8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97D98-51E8-0FDE-C7D9-3C55AA206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FDFB8-B675-A981-1B29-CA8721FC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7A0D3-8584-BF2C-063A-B874F36F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EBA56-4E68-5546-F2EE-09346D02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827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2D02F-2692-8CB6-DC6E-A9C60E09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D8C34-A4D3-C8A7-2650-4E457E6B7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A9C3B-11AE-A102-3197-E3E590E27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5D390-23D7-3535-B080-93412B9A6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55844-E62B-87EA-5C26-60C22E59F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CC530-C3AF-F335-4B52-3D582F0F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3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1D94-3039-D511-9B3D-632CE39B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DA147-D6FF-78EF-53E0-E8EB06397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3B9E2-4F5F-A1E0-39E2-E1D8487C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5BD92-6354-96B3-F479-F185C61E1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EC824-8426-061A-F459-28FDA17F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7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7C1A-2BFF-DCFB-A0FC-4497CB289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DF8A3-A443-614F-9B25-9E9BBB667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245B9-9DCB-9393-F430-7957DD3B3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9C529-672F-ED3F-F8C0-EB5750F2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5339C-12B0-C3F5-0650-B050CF4F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470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AE11D1-F0A3-FECD-F7D1-B12DBCF2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20602-363E-246E-9131-D3339CEB3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2D530-0729-872C-EB2E-37BF9163F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A48C0-6BAB-4399-9C8E-BC74C2E17FC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A1124-D81C-EDC7-6480-DEDD6195B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7AF12-8107-B06B-745A-0A402E8AE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94323-9949-4ECD-8C4D-BDD0CCF8E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59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98A8-AB85-52A2-1AA3-0BBED4CCB4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D068E-0EA1-D851-5BDC-7B7D65A9B1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129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6713-077A-73B0-5677-F232C101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101325"/>
      </p:ext>
    </p:extLst>
  </p:cSld>
  <p:clrMapOvr>
    <a:masterClrMapping/>
  </p:clrMapOvr>
</p:sld>
</file>

<file path=ppt/theme/theme1.xml><?xml version="1.0" encoding="utf-8"?>
<a:theme xmlns:a="http://schemas.openxmlformats.org/drawingml/2006/main" name="Training module templat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FB8BAB08-8DC6-4F3E-99C5-91AB5A800078}" vid="{96E1BFF0-080F-43B6-8154-0DDAE3D4E8F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module template</Template>
  <TotalTime>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Training module template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Mallett</dc:creator>
  <cp:lastModifiedBy>Steve Mallett</cp:lastModifiedBy>
  <cp:revision>1</cp:revision>
  <dcterms:created xsi:type="dcterms:W3CDTF">2025-11-28T10:25:53Z</dcterms:created>
  <dcterms:modified xsi:type="dcterms:W3CDTF">2025-11-28T10:31:39Z</dcterms:modified>
</cp:coreProperties>
</file>